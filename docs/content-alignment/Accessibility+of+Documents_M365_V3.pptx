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5.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7.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8.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9.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0.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1.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12.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3.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4.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5.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16.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17.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18.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9.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20.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21.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22.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23.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24.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25.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26.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27.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28.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29.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30.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31.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32.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notesSlides/notesSlide33.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notesSlides/notesSlide34.xml" ContentType="application/vnd.openxmlformats-officedocument.presentationml.notesSlid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notesSlides/notesSlide35.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notesSlides/notesSlide36.xml" ContentType="application/vnd.openxmlformats-officedocument.presentationml.notesSlide+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notesSlides/notesSlide37.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38.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39.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notesSlides/notesSlide40.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notesSlides/notesSlide41.xml" ContentType="application/vnd.openxmlformats-officedocument.presentationml.notesSlid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42.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notesSlides/notesSlide43.xml" ContentType="application/vnd.openxmlformats-officedocument.presentationml.notesSlide+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notesSlides/notesSlide44.xml" ContentType="application/vnd.openxmlformats-officedocument.presentationml.notesSlide+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notesSlides/notesSlide45.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46.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notesSlides/notesSlide47.xml" ContentType="application/vnd.openxmlformats-officedocument.presentationml.notesSlide+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notesSlides/notesSlide48.xml" ContentType="application/vnd.openxmlformats-officedocument.presentationml.notesSlide+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notesSlides/notesSlide49.xml" ContentType="application/vnd.openxmlformats-officedocument.presentationml.notesSlide+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notesSlides/notesSlide50.xml" ContentType="application/vnd.openxmlformats-officedocument.presentationml.notesSlide+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notesSlides/notesSlide51.xml" ContentType="application/vnd.openxmlformats-officedocument.presentationml.notesSlide+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notesSlides/notesSlide52.xml" ContentType="application/vnd.openxmlformats-officedocument.presentationml.notesSlide+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notesSlides/notesSlide53.xml" ContentType="application/vnd.openxmlformats-officedocument.presentationml.notesSlide+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notesSlides/notesSlide54.xml" ContentType="application/vnd.openxmlformats-officedocument.presentationml.notesSlide+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notesSlides/notesSlide55.xml" ContentType="application/vnd.openxmlformats-officedocument.presentationml.notesSlide+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notesSlides/notesSlide56.xml" ContentType="application/vnd.openxmlformats-officedocument.presentationml.notesSlide+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notesSlides/notesSlide5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notesSlides/notesSlide58.xml" ContentType="application/vnd.openxmlformats-officedocument.presentationml.notesSlide+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notesSlides/notesSlide59.xml" ContentType="application/vnd.openxmlformats-officedocument.presentationml.notesSlide+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notesSlides/notesSlide60.xml" ContentType="application/vnd.openxmlformats-officedocument.presentationml.notesSlide+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notesSlides/notesSlide61.xml" ContentType="application/vnd.openxmlformats-officedocument.presentationml.notesSlide+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notesSlides/notesSlide62.xml" ContentType="application/vnd.openxmlformats-officedocument.presentationml.notesSlide+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notesSlides/notesSlide63.xml" ContentType="application/vnd.openxmlformats-officedocument.presentationml.notesSlide+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notesSlides/notesSlide64.xml" ContentType="application/vnd.openxmlformats-officedocument.presentationml.notesSlide+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notesSlides/notesSlide65.xml" ContentType="application/vnd.openxmlformats-officedocument.presentationml.notesSlide+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notesSlides/notesSlide6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5"/>
  </p:sldMasterIdLst>
  <p:notesMasterIdLst>
    <p:notesMasterId r:id="rId79"/>
  </p:notesMasterIdLst>
  <p:sldIdLst>
    <p:sldId id="256" r:id="rId6"/>
    <p:sldId id="375" r:id="rId7"/>
    <p:sldId id="315" r:id="rId8"/>
    <p:sldId id="377" r:id="rId9"/>
    <p:sldId id="268" r:id="rId10"/>
    <p:sldId id="352" r:id="rId11"/>
    <p:sldId id="351" r:id="rId12"/>
    <p:sldId id="316" r:id="rId13"/>
    <p:sldId id="325" r:id="rId14"/>
    <p:sldId id="307" r:id="rId15"/>
    <p:sldId id="259" r:id="rId16"/>
    <p:sldId id="293" r:id="rId17"/>
    <p:sldId id="335" r:id="rId18"/>
    <p:sldId id="336" r:id="rId19"/>
    <p:sldId id="326" r:id="rId20"/>
    <p:sldId id="292" r:id="rId21"/>
    <p:sldId id="300" r:id="rId22"/>
    <p:sldId id="353" r:id="rId23"/>
    <p:sldId id="318" r:id="rId24"/>
    <p:sldId id="305" r:id="rId25"/>
    <p:sldId id="319" r:id="rId26"/>
    <p:sldId id="347" r:id="rId27"/>
    <p:sldId id="349" r:id="rId28"/>
    <p:sldId id="350" r:id="rId29"/>
    <p:sldId id="306" r:id="rId30"/>
    <p:sldId id="328" r:id="rId31"/>
    <p:sldId id="362" r:id="rId32"/>
    <p:sldId id="322" r:id="rId33"/>
    <p:sldId id="354" r:id="rId34"/>
    <p:sldId id="320" r:id="rId35"/>
    <p:sldId id="271" r:id="rId36"/>
    <p:sldId id="279" r:id="rId37"/>
    <p:sldId id="361" r:id="rId38"/>
    <p:sldId id="329" r:id="rId39"/>
    <p:sldId id="330" r:id="rId40"/>
    <p:sldId id="339" r:id="rId41"/>
    <p:sldId id="340" r:id="rId42"/>
    <p:sldId id="327" r:id="rId43"/>
    <p:sldId id="366" r:id="rId44"/>
    <p:sldId id="333" r:id="rId45"/>
    <p:sldId id="341" r:id="rId46"/>
    <p:sldId id="273" r:id="rId47"/>
    <p:sldId id="342" r:id="rId48"/>
    <p:sldId id="275" r:id="rId49"/>
    <p:sldId id="274" r:id="rId50"/>
    <p:sldId id="343" r:id="rId51"/>
    <p:sldId id="367" r:id="rId52"/>
    <p:sldId id="344" r:id="rId53"/>
    <p:sldId id="345" r:id="rId54"/>
    <p:sldId id="346" r:id="rId55"/>
    <p:sldId id="363" r:id="rId56"/>
    <p:sldId id="360" r:id="rId57"/>
    <p:sldId id="355" r:id="rId58"/>
    <p:sldId id="365" r:id="rId59"/>
    <p:sldId id="323" r:id="rId60"/>
    <p:sldId id="337" r:id="rId61"/>
    <p:sldId id="291" r:id="rId62"/>
    <p:sldId id="358" r:id="rId63"/>
    <p:sldId id="357" r:id="rId64"/>
    <p:sldId id="283" r:id="rId65"/>
    <p:sldId id="359" r:id="rId66"/>
    <p:sldId id="302" r:id="rId67"/>
    <p:sldId id="303" r:id="rId68"/>
    <p:sldId id="338" r:id="rId69"/>
    <p:sldId id="364" r:id="rId70"/>
    <p:sldId id="310" r:id="rId71"/>
    <p:sldId id="356" r:id="rId72"/>
    <p:sldId id="284" r:id="rId73"/>
    <p:sldId id="264" r:id="rId74"/>
    <p:sldId id="285" r:id="rId75"/>
    <p:sldId id="286" r:id="rId76"/>
    <p:sldId id="313" r:id="rId77"/>
    <p:sldId id="314" r:id="rId78"/>
  </p:sldIdLst>
  <p:sldSz cx="12192000" cy="6858000"/>
  <p:notesSz cx="7023100" cy="9309100"/>
  <p:custDataLst>
    <p:tags r:id="rId8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8ED4F79-B616-4ED7-A3A7-70C866FBDDB4}">
          <p14:sldIdLst>
            <p14:sldId id="256"/>
            <p14:sldId id="375"/>
            <p14:sldId id="315"/>
            <p14:sldId id="377"/>
            <p14:sldId id="268"/>
          </p14:sldIdLst>
        </p14:section>
        <p14:section name="GLOBAL" id="{4BD47BE4-0323-446E-92D6-2A429142EFF3}">
          <p14:sldIdLst>
            <p14:sldId id="352"/>
            <p14:sldId id="351"/>
            <p14:sldId id="316"/>
            <p14:sldId id="325"/>
            <p14:sldId id="307"/>
            <p14:sldId id="259"/>
            <p14:sldId id="293"/>
            <p14:sldId id="335"/>
            <p14:sldId id="336"/>
            <p14:sldId id="326"/>
            <p14:sldId id="292"/>
            <p14:sldId id="300"/>
          </p14:sldIdLst>
        </p14:section>
        <p14:section name="OUTLOOK" id="{1F4E5E7A-2819-4DD8-8003-8B0457FB9C78}">
          <p14:sldIdLst>
            <p14:sldId id="353"/>
            <p14:sldId id="318"/>
            <p14:sldId id="305"/>
            <p14:sldId id="319"/>
            <p14:sldId id="347"/>
            <p14:sldId id="349"/>
            <p14:sldId id="350"/>
            <p14:sldId id="306"/>
            <p14:sldId id="328"/>
            <p14:sldId id="362"/>
            <p14:sldId id="322"/>
          </p14:sldIdLst>
        </p14:section>
        <p14:section name="WORD" id="{68DC2A0B-ECC0-4737-9606-5996A168ADE8}">
          <p14:sldIdLst>
            <p14:sldId id="354"/>
            <p14:sldId id="320"/>
            <p14:sldId id="271"/>
            <p14:sldId id="279"/>
            <p14:sldId id="361"/>
            <p14:sldId id="329"/>
            <p14:sldId id="330"/>
            <p14:sldId id="339"/>
            <p14:sldId id="340"/>
            <p14:sldId id="327"/>
            <p14:sldId id="366"/>
            <p14:sldId id="333"/>
            <p14:sldId id="341"/>
            <p14:sldId id="273"/>
            <p14:sldId id="342"/>
            <p14:sldId id="275"/>
            <p14:sldId id="274"/>
            <p14:sldId id="343"/>
            <p14:sldId id="367"/>
            <p14:sldId id="344"/>
            <p14:sldId id="345"/>
            <p14:sldId id="346"/>
            <p14:sldId id="363"/>
            <p14:sldId id="360"/>
            <p14:sldId id="355"/>
          </p14:sldIdLst>
        </p14:section>
        <p14:section name="POWERPOINT" id="{011ABC2D-46C7-4472-A908-C4E690D326CE}">
          <p14:sldIdLst>
            <p14:sldId id="365"/>
            <p14:sldId id="323"/>
            <p14:sldId id="337"/>
            <p14:sldId id="291"/>
            <p14:sldId id="358"/>
            <p14:sldId id="357"/>
            <p14:sldId id="283"/>
            <p14:sldId id="359"/>
            <p14:sldId id="302"/>
            <p14:sldId id="303"/>
            <p14:sldId id="338"/>
            <p14:sldId id="364"/>
            <p14:sldId id="310"/>
          </p14:sldIdLst>
        </p14:section>
        <p14:section name="RESOURCES" id="{FF8FCC4E-5878-46CB-9A26-82C05FC23676}">
          <p14:sldIdLst>
            <p14:sldId id="356"/>
            <p14:sldId id="284"/>
            <p14:sldId id="264"/>
            <p14:sldId id="285"/>
            <p14:sldId id="286"/>
          </p14:sldIdLst>
        </p14:section>
        <p14:section name="CONTACT" id="{3D3FCAEA-94EC-47B3-B034-E140201BDE2D}">
          <p14:sldIdLst>
            <p14:sldId id="313"/>
          </p14:sldIdLst>
        </p14:section>
        <p14:section name="QUESTIONS" id="{ABF66515-B900-4F59-916B-E75D6448D7F6}">
          <p14:sldIdLst>
            <p14:sldId id="31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0F5D564-DB46-2BE7-E169-80370C75632D}" name="Nadon, Christiane C [NC]" initials="N[" userId="S::christiane.nadon@hrsdc-rhdcc.gc.ca::7bc62a07-35a8-4372-b96a-de7dba9d6116" providerId="AD"/>
  <p188:author id="{B0448984-A31D-7074-4859-34619078D254}" name="Simard, Anne G [NC]" initials="SAG[" userId="S::Anne.Simard@hrsdc-rhdcc.gc.ca::56ec7840-9ace-45a5-8d09-7709e1fbd55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imard, Anne G [NC]" initials="SAG[" lastIdx="26" clrIdx="0"/>
  <p:cmAuthor id="2" name="Anne Simard" initials="AS" lastIdx="5" clrIdx="1">
    <p:extLst>
      <p:ext uri="{19B8F6BF-5375-455C-9EA6-DF929625EA0E}">
        <p15:presenceInfo xmlns:p15="http://schemas.microsoft.com/office/powerpoint/2012/main" userId="S-1-5-21-2836628367-1582996139-4062659285-67909" providerId="AD"/>
      </p:ext>
    </p:extLst>
  </p:cmAuthor>
  <p:cmAuthor id="3" name="Charlebois, Angele AM [NC]" initials="CAA[" lastIdx="1" clrIdx="2">
    <p:extLst>
      <p:ext uri="{19B8F6BF-5375-455C-9EA6-DF929625EA0E}">
        <p15:presenceInfo xmlns:p15="http://schemas.microsoft.com/office/powerpoint/2012/main" userId="S-1-5-21-2836628367-1582996139-4062659285-523929" providerId="AD"/>
      </p:ext>
    </p:extLst>
  </p:cmAuthor>
  <p:cmAuthor id="4" name="Forgues, Hélène H [NC]" initials="FHH[" lastIdx="30" clrIdx="3">
    <p:extLst>
      <p:ext uri="{19B8F6BF-5375-455C-9EA6-DF929625EA0E}">
        <p15:presenceInfo xmlns:p15="http://schemas.microsoft.com/office/powerpoint/2012/main" userId="S-1-5-21-2836628367-1582996139-4062659285-491334" providerId="AD"/>
      </p:ext>
    </p:extLst>
  </p:cmAuthor>
  <p:cmAuthor id="5" name="Côté, Pascale PC [NC]" initials="CPP[" lastIdx="13" clrIdx="4">
    <p:extLst>
      <p:ext uri="{19B8F6BF-5375-455C-9EA6-DF929625EA0E}">
        <p15:presenceInfo xmlns:p15="http://schemas.microsoft.com/office/powerpoint/2012/main" userId="S-1-5-21-2836628367-1582996139-4062659285-5224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8A8C"/>
    <a:srgbClr val="713B8F"/>
    <a:srgbClr val="1D898B"/>
    <a:srgbClr val="E2EDDF"/>
    <a:srgbClr val="765272"/>
    <a:srgbClr val="FFFF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F81792-D90C-4B52-B29A-2E3778B3AAF4}" v="1" dt="2023-12-21T15:42:44.9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21" autoAdjust="0"/>
    <p:restoredTop sz="76286" autoAdjust="0"/>
  </p:normalViewPr>
  <p:slideViewPr>
    <p:cSldViewPr snapToGrid="0" snapToObjects="1">
      <p:cViewPr>
        <p:scale>
          <a:sx n="66" d="100"/>
          <a:sy n="66" d="100"/>
        </p:scale>
        <p:origin x="1326" y="150"/>
      </p:cViewPr>
      <p:guideLst>
        <p:guide orient="horz" pos="2160"/>
        <p:guide pos="3840"/>
      </p:guideLst>
    </p:cSldViewPr>
  </p:slideViewPr>
  <p:outlineViewPr>
    <p:cViewPr>
      <p:scale>
        <a:sx n="33" d="100"/>
        <a:sy n="33" d="100"/>
      </p:scale>
      <p:origin x="0" y="-30180"/>
    </p:cViewPr>
  </p:outlineViewPr>
  <p:notesTextViewPr>
    <p:cViewPr>
      <p:scale>
        <a:sx n="125" d="100"/>
        <a:sy n="125" d="100"/>
      </p:scale>
      <p:origin x="0" y="0"/>
    </p:cViewPr>
  </p:notesTextViewPr>
  <p:sorterViewPr>
    <p:cViewPr>
      <p:scale>
        <a:sx n="100" d="100"/>
        <a:sy n="100" d="100"/>
      </p:scale>
      <p:origin x="0" y="-725"/>
    </p:cViewPr>
  </p:sorterViewPr>
  <p:notesViewPr>
    <p:cSldViewPr snapToGrid="0" snapToObjects="1">
      <p:cViewPr varScale="1">
        <p:scale>
          <a:sx n="121" d="100"/>
          <a:sy n="121" d="100"/>
        </p:scale>
        <p:origin x="4956" y="9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theme" Target="theme/theme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notesMaster" Target="notesMasters/notesMaster1.xml"/><Relationship Id="rId5" Type="http://schemas.openxmlformats.org/officeDocument/2006/relationships/slideMaster" Target="slideMasters/slide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tags" Target="tags/tag1.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viewProps" Target="viewProps.xml"/><Relationship Id="rId88"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commentAuthors" Target="commentAuthors.xml"/><Relationship Id="rId86"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microsoft.com/office/2015/10/relationships/revisionInfo" Target="revisionInfo.xml"/><Relationship Id="rId61" Type="http://schemas.openxmlformats.org/officeDocument/2006/relationships/slide" Target="slides/slide56.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ard, Anne (elle/her-she) G [NC]" userId="56ec7840-9ace-45a5-8d09-7709e1fbd550" providerId="ADAL" clId="{EDF81792-D90C-4B52-B29A-2E3778B3AAF4}"/>
    <pc:docChg chg="custSel replTag">
      <pc:chgData name="Simard, Anne (elle/her-she) G [NC]" userId="56ec7840-9ace-45a5-8d09-7709e1fbd550" providerId="ADAL" clId="{EDF81792-D90C-4B52-B29A-2E3778B3AAF4}" dt="2023-12-21T15:42:55.681" v="0"/>
      <pc:docMkLst>
        <pc:docMk/>
      </pc:docMkLst>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explosion val="2"/>
            <c:spPr>
              <a:pattFill prst="ltHorz">
                <a:fgClr>
                  <a:schemeClr val="accent1"/>
                </a:fgClr>
                <a:bgClr>
                  <a:schemeClr val="bg1"/>
                </a:bgClr>
              </a:pattFill>
              <a:ln w="19050">
                <a:solidFill>
                  <a:schemeClr val="accent1"/>
                </a:solidFill>
              </a:ln>
              <a:effectLst/>
            </c:spPr>
            <c:extLst>
              <c:ext xmlns:c16="http://schemas.microsoft.com/office/drawing/2014/chart" uri="{C3380CC4-5D6E-409C-BE32-E72D297353CC}">
                <c16:uniqueId val="{00000004-2D3D-4931-8FAB-F9791C973DA5}"/>
              </c:ext>
            </c:extLst>
          </c:dPt>
          <c:dPt>
            <c:idx val="1"/>
            <c:bubble3D val="0"/>
            <c:explosion val="3"/>
            <c:spPr>
              <a:pattFill prst="shingle">
                <a:fgClr>
                  <a:srgbClr val="92D050"/>
                </a:fgClr>
                <a:bgClr>
                  <a:schemeClr val="bg1"/>
                </a:bgClr>
              </a:pattFill>
              <a:ln w="19050">
                <a:solidFill>
                  <a:schemeClr val="accent4"/>
                </a:solidFill>
              </a:ln>
              <a:effectLst/>
            </c:spPr>
            <c:extLst>
              <c:ext xmlns:c16="http://schemas.microsoft.com/office/drawing/2014/chart" uri="{C3380CC4-5D6E-409C-BE32-E72D297353CC}">
                <c16:uniqueId val="{00000001-2D3D-4931-8FAB-F9791C973DA5}"/>
              </c:ext>
            </c:extLst>
          </c:dPt>
          <c:dPt>
            <c:idx val="2"/>
            <c:bubble3D val="0"/>
            <c:spPr>
              <a:pattFill prst="pct90">
                <a:fgClr>
                  <a:schemeClr val="accent6">
                    <a:lumMod val="75000"/>
                  </a:schemeClr>
                </a:fgClr>
                <a:bgClr>
                  <a:schemeClr val="bg1"/>
                </a:bgClr>
              </a:pattFill>
              <a:ln w="19050">
                <a:solidFill>
                  <a:schemeClr val="lt1"/>
                </a:solidFill>
              </a:ln>
              <a:effectLst/>
            </c:spPr>
            <c:extLst>
              <c:ext xmlns:c16="http://schemas.microsoft.com/office/drawing/2014/chart" uri="{C3380CC4-5D6E-409C-BE32-E72D297353CC}">
                <c16:uniqueId val="{00000003-2D3D-4931-8FAB-F9791C973DA5}"/>
              </c:ext>
            </c:extLst>
          </c:dPt>
          <c:dPt>
            <c:idx val="3"/>
            <c:bubble3D val="0"/>
            <c:spPr>
              <a:solidFill>
                <a:srgbClr val="765272"/>
              </a:solidFill>
              <a:ln w="19050">
                <a:solidFill>
                  <a:schemeClr val="lt1"/>
                </a:solidFill>
              </a:ln>
              <a:effectLst/>
            </c:spPr>
            <c:extLst>
              <c:ext xmlns:c16="http://schemas.microsoft.com/office/drawing/2014/chart" uri="{C3380CC4-5D6E-409C-BE32-E72D297353CC}">
                <c16:uniqueId val="{00000002-2D3D-4931-8FAB-F9791C973DA5}"/>
              </c:ext>
            </c:extLst>
          </c:dPt>
          <c:dLbls>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General</c:formatCode>
                <c:ptCount val="4"/>
                <c:pt idx="0">
                  <c:v>6.5</c:v>
                </c:pt>
                <c:pt idx="1">
                  <c:v>3.2</c:v>
                </c:pt>
                <c:pt idx="2">
                  <c:v>1.4</c:v>
                </c:pt>
                <c:pt idx="3">
                  <c:v>1.2</c:v>
                </c:pt>
              </c:numCache>
            </c:numRef>
          </c:val>
          <c:extLst>
            <c:ext xmlns:c16="http://schemas.microsoft.com/office/drawing/2014/chart" uri="{C3380CC4-5D6E-409C-BE32-E72D297353CC}">
              <c16:uniqueId val="{00000000-2D3D-4931-8FAB-F9791C973DA5}"/>
            </c:ext>
          </c:extLst>
        </c:ser>
        <c:dLbls>
          <c:showLegendKey val="0"/>
          <c:showVal val="0"/>
          <c:showCatName val="0"/>
          <c:showSerName val="0"/>
          <c:showPercent val="0"/>
          <c:showBubbleSize val="0"/>
          <c:showLeaderLines val="1"/>
        </c:dLbls>
        <c:firstSliceAng val="0"/>
      </c:pieChart>
      <c:spPr>
        <a:noFill/>
        <a:ln>
          <a:noFill/>
        </a:ln>
        <a:effectLst/>
      </c:spPr>
    </c:plotArea>
    <c:legend>
      <c:legendPos val="l"/>
      <c:layout>
        <c:manualLayout>
          <c:xMode val="edge"/>
          <c:yMode val="edge"/>
          <c:x val="2.1604938271604937E-2"/>
          <c:y val="0.14007648758949201"/>
          <c:w val="0.27614707883736755"/>
          <c:h val="0.67329494297677639"/>
        </c:manualLayout>
      </c:layout>
      <c:overlay val="0"/>
      <c:spPr>
        <a:noFill/>
        <a:ln>
          <a:noFill/>
        </a:ln>
        <a:effectLst/>
      </c:spPr>
      <c:txPr>
        <a:bodyPr rot="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A1010D5C-3B3A-214D-8AA9-7907A42D725C}" type="datetimeFigureOut">
              <a:rPr lang="en-US" smtClean="0"/>
              <a:t>12/21/2023</a:t>
            </a:fld>
            <a:endParaRPr lang="en-US" dirty="0"/>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0DDD8B1A-5049-5C4B-AFE6-32830630CA6A}" type="slidenum">
              <a:rPr lang="en-US" smtClean="0"/>
              <a:t>‹#›</a:t>
            </a:fld>
            <a:endParaRPr lang="en-US" dirty="0"/>
          </a:p>
        </p:txBody>
      </p:sp>
    </p:spTree>
    <p:extLst>
      <p:ext uri="{BB962C8B-B14F-4D97-AF65-F5344CB8AC3E}">
        <p14:creationId xmlns:p14="http://schemas.microsoft.com/office/powerpoint/2010/main" val="402287700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esdc.prv/en/work_tools/templates.shtml"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3" Type="http://schemas.openxmlformats.org/officeDocument/2006/relationships/hyperlink" Target="https://www.w3.org/WAI/WCAG21/Understanding/use-of-color" TargetMode="External"/><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600" kern="1200" dirty="0">
                <a:solidFill>
                  <a:schemeClr val="tx1"/>
                </a:solidFill>
                <a:effectLst/>
                <a:latin typeface="+mn-lt"/>
                <a:ea typeface="+mn-ea"/>
                <a:cs typeface="+mn-cs"/>
              </a:rPr>
              <a:t>IT: Information and Technology.</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600" kern="1200" dirty="0">
                <a:solidFill>
                  <a:schemeClr val="tx1"/>
                </a:solidFill>
                <a:effectLst/>
                <a:latin typeface="+mn-lt"/>
                <a:ea typeface="+mn-ea"/>
                <a:cs typeface="+mn-cs"/>
              </a:rPr>
              <a:t>Office has become Microsoft 365 (https://www.microsoft.com/en-ca/microsoft-365?ocid=oo_support_mix_marvel_ups_support_smcuhfm365&amp;rtc=1)</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600" kern="1200" dirty="0">
                <a:solidFill>
                  <a:schemeClr val="tx1"/>
                </a:solidFill>
                <a:effectLst/>
                <a:latin typeface="+mn-lt"/>
                <a:ea typeface="+mn-ea"/>
                <a:cs typeface="+mn-cs"/>
              </a:rPr>
              <a:t>This session is using all the Desktop applications of Microsoft 365</a:t>
            </a:r>
          </a:p>
        </p:txBody>
      </p:sp>
      <p:sp>
        <p:nvSpPr>
          <p:cNvPr id="4" name="Slide Number Placeholder 3"/>
          <p:cNvSpPr>
            <a:spLocks noGrp="1"/>
          </p:cNvSpPr>
          <p:nvPr>
            <p:ph type="sldNum" sz="quarter" idx="10"/>
          </p:nvPr>
        </p:nvSpPr>
        <p:spPr/>
        <p:txBody>
          <a:bodyPr/>
          <a:lstStyle/>
          <a:p>
            <a:fld id="{0DDD8B1A-5049-5C4B-AFE6-32830630CA6A}" type="slidenum">
              <a:rPr lang="en-US" smtClean="0"/>
              <a:t>1</a:t>
            </a:fld>
            <a:endParaRPr lang="en-US" dirty="0"/>
          </a:p>
        </p:txBody>
      </p:sp>
    </p:spTree>
    <p:extLst>
      <p:ext uri="{BB962C8B-B14F-4D97-AF65-F5344CB8AC3E}">
        <p14:creationId xmlns:p14="http://schemas.microsoft.com/office/powerpoint/2010/main" val="464020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3200" noProof="0" dirty="0"/>
              <a:t>To provide a better experience for persons who are blind, here an introduction</a:t>
            </a:r>
            <a:r>
              <a:rPr lang="en-CA" sz="3200" dirty="0">
                <a:solidFill>
                  <a:srgbClr val="1D898B"/>
                </a:solidFill>
                <a:latin typeface="Verdana" panose="020B0604030504040204" pitchFamily="34" charset="0"/>
                <a:ea typeface="Verdana" panose="020B0604030504040204" pitchFamily="34" charset="0"/>
                <a:cs typeface="72" panose="020B0503030000000003" pitchFamily="34" charset="0"/>
              </a:rPr>
              <a:t> of the Trainer:</a:t>
            </a:r>
          </a:p>
          <a:p>
            <a:pPr marL="171450" indent="-171450">
              <a:lnSpc>
                <a:spcPct val="150000"/>
              </a:lnSpc>
              <a:buFont typeface="Arial" panose="020B0604020202020204" pitchFamily="34" charset="0"/>
              <a:buChar char="•"/>
            </a:pPr>
            <a:r>
              <a:rPr lang="en-CA" sz="3200" dirty="0">
                <a:latin typeface="+mn-lt"/>
                <a:cs typeface="72" panose="020B0503030000000003" pitchFamily="34" charset="0"/>
              </a:rPr>
              <a:t>Description of job duties and expertise</a:t>
            </a:r>
          </a:p>
          <a:p>
            <a:pPr marL="171450" indent="-171450">
              <a:lnSpc>
                <a:spcPct val="150000"/>
              </a:lnSpc>
              <a:buFont typeface="Arial" panose="020B0604020202020204" pitchFamily="34" charset="0"/>
              <a:buChar char="•"/>
            </a:pPr>
            <a:r>
              <a:rPr lang="en-CA" sz="3200" dirty="0">
                <a:latin typeface="+mn-lt"/>
                <a:cs typeface="72" panose="020B0503030000000003" pitchFamily="34" charset="0"/>
              </a:rPr>
              <a:t>Appearance of trainer (say what you are comfortable with): age, gender, color or hair/eyes, brief physical description</a:t>
            </a:r>
          </a:p>
          <a:p>
            <a:endParaRPr lang="en-C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DDD8B1A-5049-5C4B-AFE6-32830630CA6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00719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0DDD8B1A-5049-5C4B-AFE6-32830630CA6A}" type="slidenum">
              <a:rPr lang="en-US" smtClean="0"/>
              <a:t>3</a:t>
            </a:fld>
            <a:endParaRPr lang="en-US" dirty="0"/>
          </a:p>
        </p:txBody>
      </p:sp>
    </p:spTree>
    <p:extLst>
      <p:ext uri="{BB962C8B-B14F-4D97-AF65-F5344CB8AC3E}">
        <p14:creationId xmlns:p14="http://schemas.microsoft.com/office/powerpoint/2010/main" val="736291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
</a:t>
            </a:r>
            <a:endParaRPr lang="en-CA" dirty="0"/>
          </a:p>
        </p:txBody>
      </p:sp>
      <p:sp>
        <p:nvSpPr>
          <p:cNvPr id="4" name="Slide Number Placeholder 3"/>
          <p:cNvSpPr>
            <a:spLocks noGrp="1"/>
          </p:cNvSpPr>
          <p:nvPr>
            <p:ph type="sldNum" sz="quarter" idx="5"/>
          </p:nvPr>
        </p:nvSpPr>
        <p:spPr/>
        <p:txBody>
          <a:bodyPr/>
          <a:lstStyle/>
          <a:p>
            <a:fld id="{0DDD8B1A-5049-5C4B-AFE6-32830630CA6A}" type="slidenum">
              <a:rPr lang="en-US" smtClean="0"/>
              <a:t>4</a:t>
            </a:fld>
            <a:endParaRPr lang="en-US" dirty="0"/>
          </a:p>
        </p:txBody>
      </p:sp>
    </p:spTree>
    <p:extLst>
      <p:ext uri="{BB962C8B-B14F-4D97-AF65-F5344CB8AC3E}">
        <p14:creationId xmlns:p14="http://schemas.microsoft.com/office/powerpoint/2010/main" val="958989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indent="0">
              <a:lnSpc>
                <a:spcPct val="150000"/>
              </a:lnSpc>
              <a:buNone/>
            </a:pPr>
            <a:endParaRPr lang="en-CA" sz="1600" baseline="0" dirty="0"/>
          </a:p>
        </p:txBody>
      </p:sp>
      <p:sp>
        <p:nvSpPr>
          <p:cNvPr id="4" name="Slide Number Placeholder 3"/>
          <p:cNvSpPr>
            <a:spLocks noGrp="1"/>
          </p:cNvSpPr>
          <p:nvPr>
            <p:ph type="sldNum" sz="quarter" idx="10"/>
          </p:nvPr>
        </p:nvSpPr>
        <p:spPr/>
        <p:txBody>
          <a:bodyPr/>
          <a:lstStyle/>
          <a:p>
            <a:fld id="{0DDD8B1A-5049-5C4B-AFE6-32830630CA6A}" type="slidenum">
              <a:rPr lang="en-US" smtClean="0"/>
              <a:t>5</a:t>
            </a:fld>
            <a:endParaRPr lang="en-US" dirty="0"/>
          </a:p>
        </p:txBody>
      </p:sp>
    </p:spTree>
    <p:extLst>
      <p:ext uri="{BB962C8B-B14F-4D97-AF65-F5344CB8AC3E}">
        <p14:creationId xmlns:p14="http://schemas.microsoft.com/office/powerpoint/2010/main" val="3072510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6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6</a:t>
            </a:fld>
            <a:endParaRPr lang="en-US" dirty="0"/>
          </a:p>
        </p:txBody>
      </p:sp>
    </p:spTree>
    <p:extLst>
      <p:ext uri="{BB962C8B-B14F-4D97-AF65-F5344CB8AC3E}">
        <p14:creationId xmlns:p14="http://schemas.microsoft.com/office/powerpoint/2010/main" val="964646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noProof="0" dirty="0"/>
              <a:t>Extract from Canada.ca Content Style Guide - Canada.ca (https://</a:t>
            </a:r>
            <a:r>
              <a:rPr lang="en-CA" noProof="0" dirty="0" err="1"/>
              <a:t>design.canada.ca</a:t>
            </a:r>
            <a:r>
              <a:rPr lang="en-CA" noProof="0" dirty="0"/>
              <a:t>/style-guide/)</a:t>
            </a:r>
          </a:p>
          <a:p>
            <a:r>
              <a:rPr lang="en-CA" noProof="0" dirty="0"/>
              <a:t>The power of plain language - Writing for the Government (https://iservice.prv/eng/finance/disclosure/plain_language.shtml)</a:t>
            </a:r>
          </a:p>
          <a:p>
            <a:r>
              <a:rPr lang="en-CA" noProof="0" dirty="0"/>
              <a:t>The Canadian Style-TERMIUM Plus  (https://www.btb.termiumplus.gc.ca/tcdnstyl-chap?lang=eng&amp;lettr=chapsect13&amp;info0=13#zz13)</a:t>
            </a:r>
          </a:p>
          <a:p>
            <a:r>
              <a:rPr lang="en-CA" noProof="0" dirty="0"/>
              <a:t>Termium also has a French guide available - </a:t>
            </a:r>
            <a:r>
              <a:rPr lang="fr-CA" noProof="0" dirty="0"/>
              <a:t>‘Le guide du rédacteur’ (https://www.btb.termiumplus.gc.ca/redac-chap?lang=fra&amp;lettr=chapsect10&amp;info0=10#zz10)</a:t>
            </a:r>
          </a:p>
        </p:txBody>
      </p:sp>
      <p:sp>
        <p:nvSpPr>
          <p:cNvPr id="4" name="Slide Number Placeholder 3"/>
          <p:cNvSpPr>
            <a:spLocks noGrp="1"/>
          </p:cNvSpPr>
          <p:nvPr>
            <p:ph type="sldNum" sz="quarter" idx="10"/>
          </p:nvPr>
        </p:nvSpPr>
        <p:spPr/>
        <p:txBody>
          <a:bodyPr/>
          <a:lstStyle/>
          <a:p>
            <a:fld id="{0DDD8B1A-5049-5C4B-AFE6-32830630CA6A}" type="slidenum">
              <a:rPr lang="en-US" smtClean="0"/>
              <a:t>8</a:t>
            </a:fld>
            <a:endParaRPr lang="en-US" dirty="0"/>
          </a:p>
        </p:txBody>
      </p:sp>
    </p:spTree>
    <p:extLst>
      <p:ext uri="{BB962C8B-B14F-4D97-AF65-F5344CB8AC3E}">
        <p14:creationId xmlns:p14="http://schemas.microsoft.com/office/powerpoint/2010/main" val="2658862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cap="none" baseline="0" dirty="0"/>
              <a:t>New one:</a:t>
            </a:r>
          </a:p>
          <a:p>
            <a:pPr marL="0" marR="0" lvl="0" indent="0" algn="l" defTabSz="457200" rtl="0" eaLnBrk="1" fontAlgn="auto" latinLnBrk="0" hangingPunct="1">
              <a:lnSpc>
                <a:spcPct val="100000"/>
              </a:lnSpc>
              <a:spcBef>
                <a:spcPts val="0"/>
              </a:spcBef>
              <a:spcAft>
                <a:spcPts val="0"/>
              </a:spcAft>
              <a:buClrTx/>
              <a:buSzTx/>
              <a:buFontTx/>
              <a:buNone/>
              <a:tabLst/>
              <a:defRPr/>
            </a:pPr>
            <a:r>
              <a:rPr lang="en-CA" b="1" i="0" dirty="0">
                <a:solidFill>
                  <a:srgbClr val="333333"/>
                </a:solidFill>
                <a:effectLst/>
                <a:latin typeface="Helvetica" panose="020B0604020202020204" pitchFamily="34" charset="0"/>
              </a:rPr>
              <a:t>The Power of Plain Language: Writing for the Government</a:t>
            </a:r>
            <a:endParaRPr lang="en-CA" b="1" i="0" cap="none" baseline="0" dirty="0">
              <a:solidFill>
                <a:srgbClr val="333333"/>
              </a:solidFill>
              <a:effectLst/>
              <a:latin typeface="Helvetica"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CA" dirty="0"/>
              <a:t>Course ID:134833</a:t>
            </a:r>
            <a:endParaRPr lang="en-CA" cap="none" baseline="0" dirty="0"/>
          </a:p>
        </p:txBody>
      </p:sp>
      <p:sp>
        <p:nvSpPr>
          <p:cNvPr id="4" name="Slide Number Placeholder 3"/>
          <p:cNvSpPr>
            <a:spLocks noGrp="1"/>
          </p:cNvSpPr>
          <p:nvPr>
            <p:ph type="sldNum" sz="quarter" idx="10"/>
          </p:nvPr>
        </p:nvSpPr>
        <p:spPr/>
        <p:txBody>
          <a:bodyPr/>
          <a:lstStyle/>
          <a:p>
            <a:fld id="{0DDD8B1A-5049-5C4B-AFE6-32830630CA6A}" type="slidenum">
              <a:rPr lang="en-US" smtClean="0"/>
              <a:t>9</a:t>
            </a:fld>
            <a:endParaRPr lang="en-US" dirty="0"/>
          </a:p>
        </p:txBody>
      </p:sp>
    </p:spTree>
    <p:extLst>
      <p:ext uri="{BB962C8B-B14F-4D97-AF65-F5344CB8AC3E}">
        <p14:creationId xmlns:p14="http://schemas.microsoft.com/office/powerpoint/2010/main" val="15957020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sz="1200" dirty="0"/>
              <a:t>French version: Termium Plus- le guide du rédacteur (</a:t>
            </a:r>
            <a:r>
              <a:rPr lang="en-CA" sz="1200" dirty="0"/>
              <a:t>https://www.btb.termiumplus.gc.ca/redac-chap?lang=fra&amp;lettr=chapsect1&amp;info0=1#zz1)</a:t>
            </a:r>
          </a:p>
        </p:txBody>
      </p:sp>
      <p:sp>
        <p:nvSpPr>
          <p:cNvPr id="4" name="Slide Number Placeholder 3"/>
          <p:cNvSpPr>
            <a:spLocks noGrp="1"/>
          </p:cNvSpPr>
          <p:nvPr>
            <p:ph type="sldNum" sz="quarter" idx="10"/>
          </p:nvPr>
        </p:nvSpPr>
        <p:spPr/>
        <p:txBody>
          <a:bodyPr/>
          <a:lstStyle/>
          <a:p>
            <a:fld id="{0DDD8B1A-5049-5C4B-AFE6-32830630CA6A}" type="slidenum">
              <a:rPr lang="en-US" smtClean="0"/>
              <a:t>10</a:t>
            </a:fld>
            <a:endParaRPr lang="en-US" dirty="0"/>
          </a:p>
        </p:txBody>
      </p:sp>
    </p:spTree>
    <p:extLst>
      <p:ext uri="{BB962C8B-B14F-4D97-AF65-F5344CB8AC3E}">
        <p14:creationId xmlns:p14="http://schemas.microsoft.com/office/powerpoint/2010/main" val="2078247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600" kern="1200" dirty="0">
                <a:solidFill>
                  <a:schemeClr val="tx1"/>
                </a:solidFill>
                <a:effectLst/>
                <a:latin typeface="+mn-lt"/>
                <a:ea typeface="+mn-ea"/>
                <a:cs typeface="+mn-cs"/>
              </a:rPr>
              <a:t>Extract from </a:t>
            </a:r>
            <a:r>
              <a:rPr lang="en-CA" sz="1600" b="1" kern="1200" dirty="0">
                <a:solidFill>
                  <a:schemeClr val="tx1"/>
                </a:solidFill>
                <a:effectLst/>
                <a:latin typeface="+mn-lt"/>
                <a:ea typeface="+mn-ea"/>
                <a:cs typeface="+mn-cs"/>
              </a:rPr>
              <a:t>4.2 Underlining, bold and italics </a:t>
            </a:r>
            <a:r>
              <a:rPr lang="en-CA" sz="1600" kern="1200" dirty="0">
                <a:solidFill>
                  <a:schemeClr val="tx1"/>
                </a:solidFill>
                <a:effectLst/>
                <a:latin typeface="+mn-lt"/>
                <a:ea typeface="+mn-ea"/>
                <a:cs typeface="+mn-cs"/>
              </a:rPr>
              <a:t>from Canada.ca content style guide (https://</a:t>
            </a:r>
            <a:r>
              <a:rPr lang="en-CA" sz="1600" kern="1200" dirty="0" err="1">
                <a:solidFill>
                  <a:schemeClr val="tx1"/>
                </a:solidFill>
                <a:effectLst/>
                <a:latin typeface="+mn-lt"/>
                <a:ea typeface="+mn-ea"/>
                <a:cs typeface="+mn-cs"/>
              </a:rPr>
              <a:t>design.canada.ca</a:t>
            </a:r>
            <a:r>
              <a:rPr lang="en-CA" sz="1600" kern="1200" dirty="0">
                <a:solidFill>
                  <a:schemeClr val="tx1"/>
                </a:solidFill>
                <a:effectLst/>
                <a:latin typeface="+mn-lt"/>
                <a:ea typeface="+mn-ea"/>
                <a:cs typeface="+mn-cs"/>
              </a:rPr>
              <a:t>/style-guide/#wp4-2)</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CA" sz="16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11</a:t>
            </a:fld>
            <a:endParaRPr lang="en-US" dirty="0"/>
          </a:p>
        </p:txBody>
      </p:sp>
    </p:spTree>
    <p:extLst>
      <p:ext uri="{BB962C8B-B14F-4D97-AF65-F5344CB8AC3E}">
        <p14:creationId xmlns:p14="http://schemas.microsoft.com/office/powerpoint/2010/main" val="3856250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r>
              <a:rPr lang="en-CA" dirty="0"/>
              <a:t>*Screen Reader: adaptive technology usually</a:t>
            </a:r>
            <a:r>
              <a:rPr lang="en-CA" baseline="0" dirty="0"/>
              <a:t> for a person that is blind</a:t>
            </a:r>
          </a:p>
          <a:p>
            <a:r>
              <a:rPr lang="en-CA" baseline="0" dirty="0"/>
              <a:t>Source:  ITAO Module 5 – images: (https://bati-itao.github.io/learning/esdc-self-paced-web-accessibility-course/module5/images-text.html)</a:t>
            </a:r>
            <a:endParaRPr lang="en-CA" dirty="0"/>
          </a:p>
        </p:txBody>
      </p:sp>
      <p:sp>
        <p:nvSpPr>
          <p:cNvPr id="4" name="Slide Number Placeholder 3"/>
          <p:cNvSpPr>
            <a:spLocks noGrp="1"/>
          </p:cNvSpPr>
          <p:nvPr>
            <p:ph type="sldNum" sz="quarter" idx="10"/>
          </p:nvPr>
        </p:nvSpPr>
        <p:spPr/>
        <p:txBody>
          <a:bodyPr/>
          <a:lstStyle/>
          <a:p>
            <a:fld id="{0DDD8B1A-5049-5C4B-AFE6-32830630CA6A}" type="slidenum">
              <a:rPr lang="en-US" smtClean="0"/>
              <a:t>12</a:t>
            </a:fld>
            <a:endParaRPr lang="en-US" dirty="0"/>
          </a:p>
        </p:txBody>
      </p:sp>
    </p:spTree>
    <p:extLst>
      <p:ext uri="{BB962C8B-B14F-4D97-AF65-F5344CB8AC3E}">
        <p14:creationId xmlns:p14="http://schemas.microsoft.com/office/powerpoint/2010/main" val="4439871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dirty="0"/>
              <a:t>Image </a:t>
            </a:r>
            <a:r>
              <a:rPr lang="en-CA" noProof="0" dirty="0"/>
              <a:t>extracted from </a:t>
            </a:r>
            <a:r>
              <a:rPr lang="fr-CA" dirty="0"/>
              <a:t>Microsoft Help page : https://support.microsoft.com/en-us/office/everything-you-need-to-know-to-write-effective-alt-text-df98f884-ca3d-456c-807b-1a1fa82f5dc2</a:t>
            </a:r>
          </a:p>
          <a:p>
            <a:endParaRPr lang="fr-CA" dirty="0"/>
          </a:p>
        </p:txBody>
      </p:sp>
      <p:sp>
        <p:nvSpPr>
          <p:cNvPr id="4" name="Slide Number Placeholder 3"/>
          <p:cNvSpPr>
            <a:spLocks noGrp="1"/>
          </p:cNvSpPr>
          <p:nvPr>
            <p:ph type="sldNum" sz="quarter" idx="5"/>
          </p:nvPr>
        </p:nvSpPr>
        <p:spPr/>
        <p:txBody>
          <a:bodyPr/>
          <a:lstStyle/>
          <a:p>
            <a:fld id="{0DDD8B1A-5049-5C4B-AFE6-32830630CA6A}" type="slidenum">
              <a:rPr lang="en-US" smtClean="0"/>
              <a:t>13</a:t>
            </a:fld>
            <a:endParaRPr lang="en-US" dirty="0"/>
          </a:p>
        </p:txBody>
      </p:sp>
    </p:spTree>
    <p:extLst>
      <p:ext uri="{BB962C8B-B14F-4D97-AF65-F5344CB8AC3E}">
        <p14:creationId xmlns:p14="http://schemas.microsoft.com/office/powerpoint/2010/main" val="18801082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dirty="0"/>
              <a:t>*In French, a maximum of 170 characters. </a:t>
            </a:r>
          </a:p>
          <a:p>
            <a:r>
              <a:rPr lang="en-CA" sz="1200" dirty="0"/>
              <a:t>As per Canada.ca Content guide – section 6.2. Source: (https://</a:t>
            </a:r>
            <a:r>
              <a:rPr lang="en-CA" sz="1200" dirty="0" err="1"/>
              <a:t>design.canada.ca</a:t>
            </a:r>
            <a:r>
              <a:rPr lang="en-CA" sz="1200" dirty="0"/>
              <a:t>/style-guide/#wp6-2)</a:t>
            </a:r>
            <a:endParaRPr lang="en-CA" noProof="0" dirty="0"/>
          </a:p>
        </p:txBody>
      </p:sp>
      <p:sp>
        <p:nvSpPr>
          <p:cNvPr id="4" name="Slide Number Placeholder 3"/>
          <p:cNvSpPr>
            <a:spLocks noGrp="1"/>
          </p:cNvSpPr>
          <p:nvPr>
            <p:ph type="sldNum" sz="quarter" idx="5"/>
          </p:nvPr>
        </p:nvSpPr>
        <p:spPr/>
        <p:txBody>
          <a:bodyPr/>
          <a:lstStyle/>
          <a:p>
            <a:fld id="{0DDD8B1A-5049-5C4B-AFE6-32830630CA6A}" type="slidenum">
              <a:rPr lang="en-US" smtClean="0"/>
              <a:t>14</a:t>
            </a:fld>
            <a:endParaRPr lang="en-US" dirty="0"/>
          </a:p>
        </p:txBody>
      </p:sp>
    </p:spTree>
    <p:extLst>
      <p:ext uri="{BB962C8B-B14F-4D97-AF65-F5344CB8AC3E}">
        <p14:creationId xmlns:p14="http://schemas.microsoft.com/office/powerpoint/2010/main" val="6729338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r>
              <a:rPr lang="en-CA" dirty="0"/>
              <a:t>Extract from the Digital Accessibility Toolkit. How to create accessible documents in Office 365:  (https://a11y.canada.ca/en/guides/office365/)</a:t>
            </a:r>
          </a:p>
          <a:p>
            <a:r>
              <a:rPr lang="en-CA" b="0" i="0" dirty="0">
                <a:solidFill>
                  <a:srgbClr val="5F6368"/>
                </a:solidFill>
                <a:effectLst/>
                <a:latin typeface="arial" panose="020B0604020202020204" pitchFamily="34" charset="0"/>
              </a:rPr>
              <a:t>* URL stands for ’Uniform Resource Locator’</a:t>
            </a:r>
            <a:endParaRPr lang="en-CA" b="0" dirty="0"/>
          </a:p>
        </p:txBody>
      </p:sp>
      <p:sp>
        <p:nvSpPr>
          <p:cNvPr id="4" name="Slide Number Placeholder 3"/>
          <p:cNvSpPr>
            <a:spLocks noGrp="1"/>
          </p:cNvSpPr>
          <p:nvPr>
            <p:ph type="sldNum" sz="quarter" idx="10"/>
          </p:nvPr>
        </p:nvSpPr>
        <p:spPr/>
        <p:txBody>
          <a:bodyPr/>
          <a:lstStyle/>
          <a:p>
            <a:fld id="{0DDD8B1A-5049-5C4B-AFE6-32830630CA6A}" type="slidenum">
              <a:rPr lang="en-US" smtClean="0"/>
              <a:t>15</a:t>
            </a:fld>
            <a:endParaRPr lang="en-US" dirty="0"/>
          </a:p>
        </p:txBody>
      </p:sp>
    </p:spTree>
    <p:extLst>
      <p:ext uri="{BB962C8B-B14F-4D97-AF65-F5344CB8AC3E}">
        <p14:creationId xmlns:p14="http://schemas.microsoft.com/office/powerpoint/2010/main" val="1038788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indent="0">
              <a:buFont typeface="+mj-lt"/>
              <a:buNone/>
            </a:pPr>
            <a:endParaRPr lang="en-CA" dirty="0"/>
          </a:p>
        </p:txBody>
      </p:sp>
      <p:sp>
        <p:nvSpPr>
          <p:cNvPr id="4" name="Slide Number Placeholder 3"/>
          <p:cNvSpPr>
            <a:spLocks noGrp="1"/>
          </p:cNvSpPr>
          <p:nvPr>
            <p:ph type="sldNum" sz="quarter" idx="10"/>
          </p:nvPr>
        </p:nvSpPr>
        <p:spPr/>
        <p:txBody>
          <a:bodyPr/>
          <a:lstStyle/>
          <a:p>
            <a:fld id="{0DDD8B1A-5049-5C4B-AFE6-32830630CA6A}" type="slidenum">
              <a:rPr lang="en-US" smtClean="0"/>
              <a:t>16</a:t>
            </a:fld>
            <a:endParaRPr lang="en-US" dirty="0"/>
          </a:p>
        </p:txBody>
      </p:sp>
    </p:spTree>
    <p:extLst>
      <p:ext uri="{BB962C8B-B14F-4D97-AF65-F5344CB8AC3E}">
        <p14:creationId xmlns:p14="http://schemas.microsoft.com/office/powerpoint/2010/main" val="23290080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dirty="0"/>
              <a:t>*CCA: </a:t>
            </a:r>
            <a:r>
              <a:rPr lang="en-CA" sz="1200" dirty="0"/>
              <a:t>To get CCA place a ticket with the National Service Desk. </a:t>
            </a:r>
            <a:r>
              <a:rPr lang="en-CA" dirty="0"/>
              <a:t>It is free and no approval required. It is not yet in the Software catalogue.</a:t>
            </a:r>
          </a:p>
          <a:p>
            <a:endParaRPr lang="en-CA" dirty="0"/>
          </a:p>
          <a:p>
            <a:r>
              <a:rPr lang="en-CA" dirty="0"/>
              <a:t>To </a:t>
            </a:r>
            <a:r>
              <a:rPr lang="en-CA" b="1" u="none" dirty="0"/>
              <a:t>test the visibility </a:t>
            </a:r>
            <a:r>
              <a:rPr lang="en-CA" dirty="0"/>
              <a:t>of your content, use High Contrast:</a:t>
            </a:r>
          </a:p>
          <a:p>
            <a:pPr marL="171450" indent="-171450">
              <a:buFont typeface="Arial" panose="020B0604020202020204" pitchFamily="34" charset="0"/>
              <a:buChar char="•"/>
            </a:pPr>
            <a:r>
              <a:rPr lang="en-CA" b="1" dirty="0"/>
              <a:t>Activate</a:t>
            </a:r>
            <a:r>
              <a:rPr lang="en-CA" dirty="0"/>
              <a:t>: Press and hold Left ALT + Left SHIFT + Print Screen  </a:t>
            </a:r>
          </a:p>
          <a:p>
            <a:pPr marL="171450" indent="-171450">
              <a:buFont typeface="Arial" panose="020B0604020202020204" pitchFamily="34" charset="0"/>
              <a:buChar char="•"/>
            </a:pPr>
            <a:r>
              <a:rPr lang="en-CA" b="1" dirty="0"/>
              <a:t>Deactivate</a:t>
            </a:r>
            <a:r>
              <a:rPr lang="en-CA" dirty="0"/>
              <a:t>: Repeat this step</a:t>
            </a:r>
          </a:p>
        </p:txBody>
      </p:sp>
      <p:sp>
        <p:nvSpPr>
          <p:cNvPr id="4" name="Slide Number Placeholder 3"/>
          <p:cNvSpPr>
            <a:spLocks noGrp="1"/>
          </p:cNvSpPr>
          <p:nvPr>
            <p:ph type="sldNum" sz="quarter" idx="10"/>
          </p:nvPr>
        </p:nvSpPr>
        <p:spPr/>
        <p:txBody>
          <a:bodyPr/>
          <a:lstStyle/>
          <a:p>
            <a:fld id="{0DDD8B1A-5049-5C4B-AFE6-32830630CA6A}" type="slidenum">
              <a:rPr lang="en-US" smtClean="0"/>
              <a:t>17</a:t>
            </a:fld>
            <a:endParaRPr lang="en-US" dirty="0"/>
          </a:p>
        </p:txBody>
      </p:sp>
    </p:spTree>
    <p:extLst>
      <p:ext uri="{BB962C8B-B14F-4D97-AF65-F5344CB8AC3E}">
        <p14:creationId xmlns:p14="http://schemas.microsoft.com/office/powerpoint/2010/main" val="35881235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6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18</a:t>
            </a:fld>
            <a:endParaRPr lang="en-US" dirty="0"/>
          </a:p>
        </p:txBody>
      </p:sp>
    </p:spTree>
    <p:extLst>
      <p:ext uri="{BB962C8B-B14F-4D97-AF65-F5344CB8AC3E}">
        <p14:creationId xmlns:p14="http://schemas.microsoft.com/office/powerpoint/2010/main" val="4261211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0DDD8B1A-5049-5C4B-AFE6-32830630CA6A}" type="slidenum">
              <a:rPr lang="en-US" smtClean="0"/>
              <a:t>19</a:t>
            </a:fld>
            <a:endParaRPr lang="en-US" dirty="0"/>
          </a:p>
        </p:txBody>
      </p:sp>
    </p:spTree>
    <p:extLst>
      <p:ext uri="{BB962C8B-B14F-4D97-AF65-F5344CB8AC3E}">
        <p14:creationId xmlns:p14="http://schemas.microsoft.com/office/powerpoint/2010/main" val="11648584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200" noProof="0" dirty="0"/>
              <a:t>EXTRACT (</a:t>
            </a:r>
            <a:r>
              <a:rPr lang="en-CA" dirty="0"/>
              <a:t>https://www.tbs-sct.canada.ca/pol/doc-eng.aspx?id=26164</a:t>
            </a:r>
            <a:r>
              <a:rPr lang="en-CA" sz="1200" noProof="0" dirty="0"/>
              <a:t>)</a:t>
            </a:r>
          </a:p>
          <a:p>
            <a:pPr algn="l">
              <a:buFont typeface="Arial" panose="020B0604020202020204" pitchFamily="34" charset="0"/>
              <a:buChar char="•"/>
            </a:pPr>
            <a:r>
              <a:rPr lang="en-CA" b="1" i="0" noProof="0" dirty="0">
                <a:solidFill>
                  <a:srgbClr val="333333"/>
                </a:solidFill>
                <a:effectLst/>
                <a:latin typeface="Lato" panose="020B0604020202020204" pitchFamily="34" charset="0"/>
              </a:rPr>
              <a:t>English or French first?</a:t>
            </a:r>
            <a:r>
              <a:rPr lang="en-CA" b="0" i="0" dirty="0">
                <a:solidFill>
                  <a:srgbClr val="333333"/>
                </a:solidFill>
                <a:effectLst/>
                <a:latin typeface="Helvetica" panose="020B0604020202020204" pitchFamily="34" charset="0"/>
              </a:rPr>
              <a:t> 6.1.1 </a:t>
            </a:r>
            <a:r>
              <a:rPr lang="en-CA" b="0" i="1" dirty="0">
                <a:solidFill>
                  <a:srgbClr val="333333"/>
                </a:solidFill>
                <a:effectLst/>
                <a:latin typeface="Helvetica" panose="020B0604020202020204" pitchFamily="34" charset="0"/>
              </a:rPr>
              <a:t>(Order of official languages)</a:t>
            </a:r>
            <a:r>
              <a:rPr lang="en-CA" b="0" i="0" dirty="0">
                <a:solidFill>
                  <a:srgbClr val="333333"/>
                </a:solidFill>
                <a:effectLst/>
                <a:latin typeface="Helvetica" panose="020B0604020202020204" pitchFamily="34" charset="0"/>
              </a:rPr>
              <a:t> Ensuring that, when both official languages are used, the order in which they appear is:</a:t>
            </a:r>
          </a:p>
          <a:p>
            <a:pPr marL="742950" lvl="1" indent="-285750" algn="l">
              <a:buFont typeface="Arial" panose="020B0604020202020204" pitchFamily="34" charset="0"/>
              <a:buChar char="•"/>
            </a:pPr>
            <a:r>
              <a:rPr lang="en-CA" b="0" i="0" dirty="0">
                <a:solidFill>
                  <a:srgbClr val="333333"/>
                </a:solidFill>
                <a:effectLst/>
                <a:latin typeface="Helvetica" panose="020B0604020202020204" pitchFamily="34" charset="0"/>
              </a:rPr>
              <a:t>French first when the issuing office is located in the province of Quebec; and</a:t>
            </a:r>
          </a:p>
          <a:p>
            <a:pPr marL="742950" lvl="1" indent="-285750" algn="l">
              <a:buFont typeface="Arial" panose="020B0604020202020204" pitchFamily="34" charset="0"/>
              <a:buChar char="•"/>
            </a:pPr>
            <a:r>
              <a:rPr lang="en-CA" b="0" i="0" dirty="0">
                <a:solidFill>
                  <a:srgbClr val="333333"/>
                </a:solidFill>
                <a:effectLst/>
                <a:latin typeface="Helvetica" panose="020B0604020202020204" pitchFamily="34" charset="0"/>
              </a:rPr>
              <a:t>English first when the issuing office is located elsewhere in Canada.</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CA" sz="1200" noProof="0" dirty="0"/>
          </a:p>
          <a:p>
            <a:r>
              <a:rPr lang="en-CA" sz="1200" b="1" cap="none" baseline="0" noProof="0" dirty="0">
                <a:solidFill>
                  <a:srgbClr val="0070C0"/>
                </a:solidFill>
              </a:rPr>
              <a:t>NEVER</a:t>
            </a:r>
            <a:r>
              <a:rPr lang="en-CA" sz="1200" cap="none" baseline="0" noProof="0" dirty="0">
                <a:solidFill>
                  <a:srgbClr val="0070C0"/>
                </a:solidFill>
              </a:rPr>
              <a:t>: mix o</a:t>
            </a:r>
            <a:r>
              <a:rPr lang="en-CA" sz="1200" noProof="0" dirty="0"/>
              <a:t>ne paragraph in French followed by one paragraph in English</a:t>
            </a:r>
          </a:p>
          <a:p>
            <a:endParaRPr lang="en-CA" sz="1200" cap="none" baseline="0" dirty="0">
              <a:solidFill>
                <a:srgbClr val="0070C0"/>
              </a:solidFill>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20</a:t>
            </a:fld>
            <a:endParaRPr lang="en-US" dirty="0"/>
          </a:p>
        </p:txBody>
      </p:sp>
    </p:spTree>
    <p:extLst>
      <p:ext uri="{BB962C8B-B14F-4D97-AF65-F5344CB8AC3E}">
        <p14:creationId xmlns:p14="http://schemas.microsoft.com/office/powerpoint/2010/main" val="32052136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CA" sz="1200" cap="none" baseline="0" dirty="0">
              <a:solidFill>
                <a:srgbClr val="0070C0"/>
              </a:solidFill>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21</a:t>
            </a:fld>
            <a:endParaRPr lang="en-US" dirty="0"/>
          </a:p>
        </p:txBody>
      </p:sp>
    </p:spTree>
    <p:extLst>
      <p:ext uri="{BB962C8B-B14F-4D97-AF65-F5344CB8AC3E}">
        <p14:creationId xmlns:p14="http://schemas.microsoft.com/office/powerpoint/2010/main" val="20937523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200" cap="none" baseline="0" noProof="0" dirty="0">
                <a:solidFill>
                  <a:srgbClr val="0070C0"/>
                </a:solidFill>
              </a:rPr>
              <a:t>The link ‘English text follows’ or ‘</a:t>
            </a:r>
            <a:r>
              <a:rPr lang="fr-CA" sz="1200" cap="none" baseline="0" noProof="0" dirty="0">
                <a:solidFill>
                  <a:srgbClr val="0070C0"/>
                </a:solidFill>
              </a:rPr>
              <a:t>le français suit</a:t>
            </a:r>
            <a:r>
              <a:rPr lang="en-CA" sz="1200" cap="none" baseline="0" noProof="0" dirty="0">
                <a:solidFill>
                  <a:srgbClr val="0070C0"/>
                </a:solidFill>
              </a:rPr>
              <a:t>’ should be the very first line of the email content</a:t>
            </a:r>
          </a:p>
        </p:txBody>
      </p:sp>
      <p:sp>
        <p:nvSpPr>
          <p:cNvPr id="4" name="Slide Number Placeholder 3"/>
          <p:cNvSpPr>
            <a:spLocks noGrp="1"/>
          </p:cNvSpPr>
          <p:nvPr>
            <p:ph type="sldNum" sz="quarter" idx="10"/>
          </p:nvPr>
        </p:nvSpPr>
        <p:spPr/>
        <p:txBody>
          <a:bodyPr/>
          <a:lstStyle/>
          <a:p>
            <a:fld id="{0DDD8B1A-5049-5C4B-AFE6-32830630CA6A}" type="slidenum">
              <a:rPr lang="en-US" smtClean="0"/>
              <a:t>22</a:t>
            </a:fld>
            <a:endParaRPr lang="en-US" dirty="0"/>
          </a:p>
        </p:txBody>
      </p:sp>
    </p:spTree>
    <p:extLst>
      <p:ext uri="{BB962C8B-B14F-4D97-AF65-F5344CB8AC3E}">
        <p14:creationId xmlns:p14="http://schemas.microsoft.com/office/powerpoint/2010/main" val="15913713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200" cap="none" baseline="0" noProof="0" dirty="0">
                <a:solidFill>
                  <a:srgbClr val="0070C0"/>
                </a:solidFill>
              </a:rPr>
              <a:t>Source: </a:t>
            </a:r>
          </a:p>
          <a:p>
            <a:pPr marL="0" marR="0" lvl="0" indent="0" algn="l" defTabSz="457200" rtl="0" eaLnBrk="1" fontAlgn="auto" latinLnBrk="0" hangingPunct="1">
              <a:lnSpc>
                <a:spcPct val="100000"/>
              </a:lnSpc>
              <a:spcBef>
                <a:spcPts val="0"/>
              </a:spcBef>
              <a:spcAft>
                <a:spcPts val="0"/>
              </a:spcAft>
              <a:buClrTx/>
              <a:buSzTx/>
              <a:buFontTx/>
              <a:buNone/>
              <a:tabLst/>
              <a:defRPr/>
            </a:pPr>
            <a:r>
              <a:rPr lang="en-CA" sz="1200" cap="none" baseline="0" noProof="0" dirty="0">
                <a:solidFill>
                  <a:srgbClr val="0070C0"/>
                </a:solidFill>
              </a:rPr>
              <a:t>Email Management Services Configuration Requirements</a:t>
            </a:r>
            <a:r>
              <a:rPr lang="en-CA" sz="1200" cap="none" baseline="0" dirty="0">
                <a:solidFill>
                  <a:srgbClr val="0070C0"/>
                </a:solidFill>
              </a:rPr>
              <a:t>(https</a:t>
            </a:r>
            <a:r>
              <a:rPr lang="en-CA" dirty="0"/>
              <a:t>://www.canada.ca/en/government/system/digital-government/policies-standards/enterprise-it-service-common-configurations/email.html</a:t>
            </a:r>
            <a:r>
              <a:rPr lang="en-CA" sz="1200" cap="none" baseline="0" dirty="0">
                <a:solidFill>
                  <a:srgbClr val="0070C0"/>
                </a:solidFill>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CA" sz="1200" cap="none" baseline="0" dirty="0">
              <a:solidFill>
                <a:srgbClr val="0070C0"/>
              </a:solidFill>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23</a:t>
            </a:fld>
            <a:endParaRPr lang="en-US" dirty="0"/>
          </a:p>
        </p:txBody>
      </p:sp>
    </p:spTree>
    <p:extLst>
      <p:ext uri="{BB962C8B-B14F-4D97-AF65-F5344CB8AC3E}">
        <p14:creationId xmlns:p14="http://schemas.microsoft.com/office/powerpoint/2010/main" val="21976303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r>
              <a:rPr lang="en-CA" dirty="0"/>
              <a:t>*Note that this is an example of an email signature, and the  text is smaller than 30 points to show the entire information (as displayed on the departmental templates on intranet) and is not 1.5 line spacing</a:t>
            </a:r>
          </a:p>
          <a:p>
            <a:r>
              <a:rPr lang="en-CA" b="1" dirty="0"/>
              <a:t>Gender </a:t>
            </a:r>
            <a:r>
              <a:rPr lang="en-CA" b="0" dirty="0"/>
              <a:t>identity is optional and should be directly below name </a:t>
            </a:r>
            <a:r>
              <a:rPr lang="en-CA" dirty="0"/>
              <a:t>and followed by a blank line</a:t>
            </a:r>
          </a:p>
          <a:p>
            <a:pPr marL="0" marR="0" lvl="0" indent="0" algn="l" defTabSz="457200" rtl="0" eaLnBrk="1" fontAlgn="auto" latinLnBrk="0" hangingPunct="1">
              <a:lnSpc>
                <a:spcPct val="100000"/>
              </a:lnSpc>
              <a:spcBef>
                <a:spcPts val="0"/>
              </a:spcBef>
              <a:spcAft>
                <a:spcPts val="0"/>
              </a:spcAft>
              <a:buClrTx/>
              <a:buSzTx/>
              <a:buFontTx/>
              <a:buNone/>
              <a:tabLst/>
              <a:defRPr/>
            </a:pPr>
            <a:r>
              <a:rPr lang="en-CA" sz="1200" dirty="0"/>
              <a:t>Departmental templates-section ‘email signature block’. Source: </a:t>
            </a:r>
            <a:r>
              <a:rPr lang="en-CA" dirty="0">
                <a:hlinkClick r:id="rId3"/>
              </a:rPr>
              <a:t>http://esdc.prv/en/work_tools/templates.shtml</a:t>
            </a:r>
            <a:endParaRPr lang="en-CA" dirty="0"/>
          </a:p>
        </p:txBody>
      </p:sp>
      <p:sp>
        <p:nvSpPr>
          <p:cNvPr id="4" name="Slide Number Placeholder 3"/>
          <p:cNvSpPr>
            <a:spLocks noGrp="1"/>
          </p:cNvSpPr>
          <p:nvPr>
            <p:ph type="sldNum" sz="quarter" idx="10"/>
          </p:nvPr>
        </p:nvSpPr>
        <p:spPr/>
        <p:txBody>
          <a:bodyPr/>
          <a:lstStyle/>
          <a:p>
            <a:fld id="{0DDD8B1A-5049-5C4B-AFE6-32830630CA6A}" type="slidenum">
              <a:rPr lang="en-US" smtClean="0"/>
              <a:t>24</a:t>
            </a:fld>
            <a:endParaRPr lang="en-US" dirty="0"/>
          </a:p>
        </p:txBody>
      </p:sp>
    </p:spTree>
    <p:extLst>
      <p:ext uri="{BB962C8B-B14F-4D97-AF65-F5344CB8AC3E}">
        <p14:creationId xmlns:p14="http://schemas.microsoft.com/office/powerpoint/2010/main" val="14431122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0DDD8B1A-5049-5C4B-AFE6-32830630CA6A}" type="slidenum">
              <a:rPr lang="en-US" smtClean="0"/>
              <a:t>25</a:t>
            </a:fld>
            <a:endParaRPr lang="en-US" dirty="0"/>
          </a:p>
        </p:txBody>
      </p:sp>
    </p:spTree>
    <p:extLst>
      <p:ext uri="{BB962C8B-B14F-4D97-AF65-F5344CB8AC3E}">
        <p14:creationId xmlns:p14="http://schemas.microsoft.com/office/powerpoint/2010/main" val="33645275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0DDD8B1A-5049-5C4B-AFE6-32830630CA6A}" type="slidenum">
              <a:rPr lang="en-US" smtClean="0"/>
              <a:t>26</a:t>
            </a:fld>
            <a:endParaRPr lang="en-US" dirty="0"/>
          </a:p>
        </p:txBody>
      </p:sp>
    </p:spTree>
    <p:extLst>
      <p:ext uri="{BB962C8B-B14F-4D97-AF65-F5344CB8AC3E}">
        <p14:creationId xmlns:p14="http://schemas.microsoft.com/office/powerpoint/2010/main" val="36130443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0DDD8B1A-5049-5C4B-AFE6-32830630CA6A}" type="slidenum">
              <a:rPr lang="en-US" smtClean="0"/>
              <a:t>27</a:t>
            </a:fld>
            <a:endParaRPr lang="en-US" dirty="0"/>
          </a:p>
        </p:txBody>
      </p:sp>
    </p:spTree>
    <p:extLst>
      <p:ext uri="{BB962C8B-B14F-4D97-AF65-F5344CB8AC3E}">
        <p14:creationId xmlns:p14="http://schemas.microsoft.com/office/powerpoint/2010/main" val="12850547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0DDD8B1A-5049-5C4B-AFE6-32830630CA6A}" type="slidenum">
              <a:rPr lang="en-US" smtClean="0"/>
              <a:t>28</a:t>
            </a:fld>
            <a:endParaRPr lang="en-US" dirty="0"/>
          </a:p>
        </p:txBody>
      </p:sp>
    </p:spTree>
    <p:extLst>
      <p:ext uri="{BB962C8B-B14F-4D97-AF65-F5344CB8AC3E}">
        <p14:creationId xmlns:p14="http://schemas.microsoft.com/office/powerpoint/2010/main" val="3180079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6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29</a:t>
            </a:fld>
            <a:endParaRPr lang="en-US" dirty="0"/>
          </a:p>
        </p:txBody>
      </p:sp>
    </p:spTree>
    <p:extLst>
      <p:ext uri="{BB962C8B-B14F-4D97-AF65-F5344CB8AC3E}">
        <p14:creationId xmlns:p14="http://schemas.microsoft.com/office/powerpoint/2010/main" val="2218197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0DDD8B1A-5049-5C4B-AFE6-32830630CA6A}" type="slidenum">
              <a:rPr lang="en-US" smtClean="0"/>
              <a:t>31</a:t>
            </a:fld>
            <a:endParaRPr lang="en-US" dirty="0"/>
          </a:p>
        </p:txBody>
      </p:sp>
    </p:spTree>
    <p:extLst>
      <p:ext uri="{BB962C8B-B14F-4D97-AF65-F5344CB8AC3E}">
        <p14:creationId xmlns:p14="http://schemas.microsoft.com/office/powerpoint/2010/main" val="38562501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sz="1200" dirty="0">
              <a:effectLst/>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32</a:t>
            </a:fld>
            <a:endParaRPr lang="en-US" dirty="0"/>
          </a:p>
        </p:txBody>
      </p:sp>
    </p:spTree>
    <p:extLst>
      <p:ext uri="{BB962C8B-B14F-4D97-AF65-F5344CB8AC3E}">
        <p14:creationId xmlns:p14="http://schemas.microsoft.com/office/powerpoint/2010/main" val="38562501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sz="1200" dirty="0">
              <a:effectLst/>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34</a:t>
            </a:fld>
            <a:endParaRPr lang="en-US" dirty="0"/>
          </a:p>
        </p:txBody>
      </p:sp>
    </p:spTree>
    <p:extLst>
      <p:ext uri="{BB962C8B-B14F-4D97-AF65-F5344CB8AC3E}">
        <p14:creationId xmlns:p14="http://schemas.microsoft.com/office/powerpoint/2010/main" val="16336011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r>
              <a:rPr lang="en-CA" sz="1200" baseline="0" dirty="0">
                <a:effectLst/>
                <a:latin typeface="Arial" panose="020B0604020202020204" pitchFamily="34" charset="0"/>
                <a:cs typeface="Arial" panose="020B0604020202020204" pitchFamily="34" charset="0"/>
              </a:rPr>
              <a:t>Under the Format button, you can change ‘paragraph’ style to add blank spaces before and/or after the style.</a:t>
            </a:r>
            <a:endParaRPr lang="en-CA" sz="1200" dirty="0">
              <a:effectLst/>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35</a:t>
            </a:fld>
            <a:endParaRPr lang="en-US" dirty="0"/>
          </a:p>
        </p:txBody>
      </p:sp>
    </p:spTree>
    <p:extLst>
      <p:ext uri="{BB962C8B-B14F-4D97-AF65-F5344CB8AC3E}">
        <p14:creationId xmlns:p14="http://schemas.microsoft.com/office/powerpoint/2010/main" val="9588367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r>
              <a:rPr lang="en-CA" sz="1200" noProof="0" dirty="0">
                <a:effectLst/>
                <a:latin typeface="Arial" panose="020B0604020202020204" pitchFamily="34" charset="0"/>
                <a:cs typeface="Arial" panose="020B0604020202020204" pitchFamily="34" charset="0"/>
              </a:rPr>
              <a:t>Document shown in the Navigation Pane is Diverse Abilities and </a:t>
            </a:r>
            <a:r>
              <a:rPr lang="en-CA" sz="1200" noProof="0" dirty="0" err="1">
                <a:effectLst/>
                <a:latin typeface="Arial" panose="020B0604020202020204" pitchFamily="34" charset="0"/>
                <a:cs typeface="Arial" panose="020B0604020202020204" pitchFamily="34" charset="0"/>
              </a:rPr>
              <a:t>Barrier.s</a:t>
            </a:r>
            <a:r>
              <a:rPr lang="en-CA" sz="1200" noProof="0" dirty="0">
                <a:effectLst/>
                <a:latin typeface="Arial" panose="020B0604020202020204" pitchFamily="34" charset="0"/>
                <a:cs typeface="Arial" panose="020B0604020202020204" pitchFamily="34" charset="0"/>
              </a:rPr>
              <a:t> You may read</a:t>
            </a:r>
            <a:r>
              <a:rPr lang="fr-CA" sz="1200" noProof="0" dirty="0">
                <a:effectLst/>
                <a:latin typeface="Arial" panose="020B0604020202020204" pitchFamily="34" charset="0"/>
                <a:cs typeface="Arial" panose="020B0604020202020204" pitchFamily="34" charset="0"/>
              </a:rPr>
              <a:t> </a:t>
            </a:r>
            <a:r>
              <a:rPr lang="fr-CA" sz="1200" noProof="0" dirty="0" err="1">
                <a:effectLst/>
                <a:latin typeface="Arial" panose="020B0604020202020204" pitchFamily="34" charset="0"/>
                <a:cs typeface="Arial" panose="020B0604020202020204" pitchFamily="34" charset="0"/>
              </a:rPr>
              <a:t>it</a:t>
            </a:r>
            <a:r>
              <a:rPr lang="fr-CA" sz="1200" noProof="0" dirty="0">
                <a:effectLst/>
                <a:latin typeface="Arial" panose="020B0604020202020204" pitchFamily="34" charset="0"/>
                <a:cs typeface="Arial" panose="020B0604020202020204" pitchFamily="34" charset="0"/>
              </a:rPr>
              <a:t> in </a:t>
            </a:r>
            <a:r>
              <a:rPr lang="fr-CA" sz="1200" noProof="0" dirty="0" err="1">
                <a:effectLst/>
                <a:latin typeface="Arial" panose="020B0604020202020204" pitchFamily="34" charset="0"/>
                <a:cs typeface="Arial" panose="020B0604020202020204" pitchFamily="34" charset="0"/>
              </a:rPr>
              <a:t>our</a:t>
            </a:r>
            <a:r>
              <a:rPr lang="fr-CA" sz="1200" noProof="0" dirty="0">
                <a:effectLst/>
                <a:latin typeface="Arial" panose="020B0604020202020204" pitchFamily="34" charset="0"/>
                <a:cs typeface="Arial" panose="020B0604020202020204" pitchFamily="34" charset="0"/>
              </a:rPr>
              <a:t> SharePoint: </a:t>
            </a:r>
            <a:r>
              <a:rPr lang="fr-CA" sz="1200" dirty="0">
                <a:effectLst/>
                <a:latin typeface="Arial" panose="020B0604020202020204" pitchFamily="34" charset="0"/>
                <a:cs typeface="Arial" panose="020B0604020202020204" pitchFamily="34" charset="0"/>
              </a:rPr>
              <a:t>(https://014gc.sharepoint.com/:w:/r/sites/BU6206833/Awareness_and_Governance/Toolkit%20Presentations/Diverse%20Abilities%20and%20Barriers.docx?d=w93e205da74ea47179b72ba2b9400e790&amp;csf=1&amp;web=1&amp;e=He7Mp7)</a:t>
            </a:r>
            <a:endParaRPr lang="en-CA" sz="1200" dirty="0">
              <a:effectLst/>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36</a:t>
            </a:fld>
            <a:endParaRPr lang="en-US" dirty="0"/>
          </a:p>
        </p:txBody>
      </p:sp>
    </p:spTree>
    <p:extLst>
      <p:ext uri="{BB962C8B-B14F-4D97-AF65-F5344CB8AC3E}">
        <p14:creationId xmlns:p14="http://schemas.microsoft.com/office/powerpoint/2010/main" val="28296957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0DDD8B1A-5049-5C4B-AFE6-32830630CA6A}" type="slidenum">
              <a:rPr lang="en-US" smtClean="0"/>
              <a:t>39</a:t>
            </a:fld>
            <a:endParaRPr lang="en-US" dirty="0"/>
          </a:p>
        </p:txBody>
      </p:sp>
    </p:spTree>
    <p:extLst>
      <p:ext uri="{BB962C8B-B14F-4D97-AF65-F5344CB8AC3E}">
        <p14:creationId xmlns:p14="http://schemas.microsoft.com/office/powerpoint/2010/main" val="21727250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Set or change table properties - Microsoft Support: (https://support.microsoft.com/en-us/office/set-or-change-table-properties-3237de89-b287-4379-8e0c-86d94873b2e0?ns=winword&amp;version=90&amp;syslcid=1033&amp;uilcid=1033&amp;appver=zwd900&amp;helpid=536&amp;ui=en-us&amp;rs=en-us&amp;ad=us#__toc1)</a:t>
            </a:r>
          </a:p>
          <a:p>
            <a:endParaRPr lang="en-CA" dirty="0"/>
          </a:p>
        </p:txBody>
      </p:sp>
      <p:sp>
        <p:nvSpPr>
          <p:cNvPr id="4" name="Slide Number Placeholder 3"/>
          <p:cNvSpPr>
            <a:spLocks noGrp="1"/>
          </p:cNvSpPr>
          <p:nvPr>
            <p:ph type="sldNum" sz="quarter" idx="5"/>
          </p:nvPr>
        </p:nvSpPr>
        <p:spPr/>
        <p:txBody>
          <a:bodyPr/>
          <a:lstStyle/>
          <a:p>
            <a:fld id="{0DDD8B1A-5049-5C4B-AFE6-32830630CA6A}" type="slidenum">
              <a:rPr lang="en-US" smtClean="0"/>
              <a:t>40</a:t>
            </a:fld>
            <a:endParaRPr lang="en-US" dirty="0"/>
          </a:p>
        </p:txBody>
      </p:sp>
    </p:spTree>
    <p:extLst>
      <p:ext uri="{BB962C8B-B14F-4D97-AF65-F5344CB8AC3E}">
        <p14:creationId xmlns:p14="http://schemas.microsoft.com/office/powerpoint/2010/main" val="35495005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200" b="1" dirty="0"/>
              <a:t>Tip: </a:t>
            </a:r>
            <a:r>
              <a:rPr lang="en-CA" sz="1200" dirty="0"/>
              <a:t>It is good practice to remove the checkmark for ‘</a:t>
            </a:r>
            <a:r>
              <a:rPr lang="en-CA" sz="1200" b="1" dirty="0"/>
              <a:t>Allow row to break across page</a:t>
            </a:r>
            <a:r>
              <a:rPr lang="en-CA" sz="1200" dirty="0"/>
              <a:t>’</a:t>
            </a:r>
          </a:p>
          <a:p>
            <a:endParaRPr lang="en-CA" dirty="0"/>
          </a:p>
        </p:txBody>
      </p:sp>
      <p:sp>
        <p:nvSpPr>
          <p:cNvPr id="4" name="Slide Number Placeholder 3"/>
          <p:cNvSpPr>
            <a:spLocks noGrp="1"/>
          </p:cNvSpPr>
          <p:nvPr>
            <p:ph type="sldNum" sz="quarter" idx="10"/>
          </p:nvPr>
        </p:nvSpPr>
        <p:spPr/>
        <p:txBody>
          <a:bodyPr/>
          <a:lstStyle/>
          <a:p>
            <a:fld id="{0DDD8B1A-5049-5C4B-AFE6-32830630CA6A}" type="slidenum">
              <a:rPr lang="en-US" smtClean="0"/>
              <a:t>41</a:t>
            </a:fld>
            <a:endParaRPr lang="en-US" dirty="0"/>
          </a:p>
        </p:txBody>
      </p:sp>
    </p:spTree>
    <p:extLst>
      <p:ext uri="{BB962C8B-B14F-4D97-AF65-F5344CB8AC3E}">
        <p14:creationId xmlns:p14="http://schemas.microsoft.com/office/powerpoint/2010/main" val="11550862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r>
              <a:rPr lang="en-CA" b="0" i="0" dirty="0">
                <a:solidFill>
                  <a:srgbClr val="333333"/>
                </a:solidFill>
                <a:effectLst/>
                <a:latin typeface="Open Sans" panose="020B0606030504020204" pitchFamily="34" charset="0"/>
              </a:rPr>
              <a:t>because accessibility is about the human experience…. Extract from WebAIM site (https://webaim.org/articles/tools/). </a:t>
            </a:r>
            <a:endParaRPr lang="en-CA" cap="none" baseline="0" dirty="0"/>
          </a:p>
        </p:txBody>
      </p:sp>
      <p:sp>
        <p:nvSpPr>
          <p:cNvPr id="4" name="Slide Number Placeholder 3"/>
          <p:cNvSpPr>
            <a:spLocks noGrp="1"/>
          </p:cNvSpPr>
          <p:nvPr>
            <p:ph type="sldNum" sz="quarter" idx="10"/>
          </p:nvPr>
        </p:nvSpPr>
        <p:spPr/>
        <p:txBody>
          <a:bodyPr/>
          <a:lstStyle/>
          <a:p>
            <a:fld id="{0DDD8B1A-5049-5C4B-AFE6-32830630CA6A}" type="slidenum">
              <a:rPr lang="en-US" smtClean="0"/>
              <a:t>42</a:t>
            </a:fld>
            <a:endParaRPr lang="en-US" dirty="0"/>
          </a:p>
        </p:txBody>
      </p:sp>
    </p:spTree>
    <p:extLst>
      <p:ext uri="{BB962C8B-B14F-4D97-AF65-F5344CB8AC3E}">
        <p14:creationId xmlns:p14="http://schemas.microsoft.com/office/powerpoint/2010/main" val="38562501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CA" cap="none" baseline="0" dirty="0"/>
          </a:p>
        </p:txBody>
      </p:sp>
      <p:sp>
        <p:nvSpPr>
          <p:cNvPr id="4" name="Slide Number Placeholder 3"/>
          <p:cNvSpPr>
            <a:spLocks noGrp="1"/>
          </p:cNvSpPr>
          <p:nvPr>
            <p:ph type="sldNum" sz="quarter" idx="10"/>
          </p:nvPr>
        </p:nvSpPr>
        <p:spPr/>
        <p:txBody>
          <a:bodyPr/>
          <a:lstStyle/>
          <a:p>
            <a:fld id="{0DDD8B1A-5049-5C4B-AFE6-32830630CA6A}" type="slidenum">
              <a:rPr lang="en-US" smtClean="0"/>
              <a:t>43</a:t>
            </a:fld>
            <a:endParaRPr lang="en-US" dirty="0"/>
          </a:p>
        </p:txBody>
      </p:sp>
    </p:spTree>
    <p:extLst>
      <p:ext uri="{BB962C8B-B14F-4D97-AF65-F5344CB8AC3E}">
        <p14:creationId xmlns:p14="http://schemas.microsoft.com/office/powerpoint/2010/main" val="21041277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CA" cap="none" baseline="0" noProof="0" dirty="0"/>
          </a:p>
        </p:txBody>
      </p:sp>
      <p:sp>
        <p:nvSpPr>
          <p:cNvPr id="4" name="Slide Number Placeholder 3"/>
          <p:cNvSpPr>
            <a:spLocks noGrp="1"/>
          </p:cNvSpPr>
          <p:nvPr>
            <p:ph type="sldNum" sz="quarter" idx="10"/>
          </p:nvPr>
        </p:nvSpPr>
        <p:spPr/>
        <p:txBody>
          <a:bodyPr/>
          <a:lstStyle/>
          <a:p>
            <a:fld id="{0DDD8B1A-5049-5C4B-AFE6-32830630CA6A}" type="slidenum">
              <a:rPr lang="en-US" smtClean="0"/>
              <a:t>44</a:t>
            </a:fld>
            <a:endParaRPr lang="en-US" dirty="0"/>
          </a:p>
        </p:txBody>
      </p:sp>
    </p:spTree>
    <p:extLst>
      <p:ext uri="{BB962C8B-B14F-4D97-AF65-F5344CB8AC3E}">
        <p14:creationId xmlns:p14="http://schemas.microsoft.com/office/powerpoint/2010/main" val="38562501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r>
              <a:rPr lang="en-CA" cap="none" baseline="0" dirty="0"/>
              <a:t>Rules for the Accessibility Checker (https://support.microsoft.com/en-us/office/rules-for-the-accessibility-checker-651e08f2-0fc3-4e10-aaca-74b4a67101c1?ui=en-us&amp;rs=en-us&amp;ad=us)</a:t>
            </a:r>
          </a:p>
        </p:txBody>
      </p:sp>
      <p:sp>
        <p:nvSpPr>
          <p:cNvPr id="4" name="Slide Number Placeholder 3"/>
          <p:cNvSpPr>
            <a:spLocks noGrp="1"/>
          </p:cNvSpPr>
          <p:nvPr>
            <p:ph type="sldNum" sz="quarter" idx="10"/>
          </p:nvPr>
        </p:nvSpPr>
        <p:spPr/>
        <p:txBody>
          <a:bodyPr/>
          <a:lstStyle/>
          <a:p>
            <a:fld id="{0DDD8B1A-5049-5C4B-AFE6-32830630CA6A}" type="slidenum">
              <a:rPr lang="en-US" smtClean="0"/>
              <a:t>45</a:t>
            </a:fld>
            <a:endParaRPr lang="en-US" dirty="0"/>
          </a:p>
        </p:txBody>
      </p:sp>
    </p:spTree>
    <p:extLst>
      <p:ext uri="{BB962C8B-B14F-4D97-AF65-F5344CB8AC3E}">
        <p14:creationId xmlns:p14="http://schemas.microsoft.com/office/powerpoint/2010/main" val="38562501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a:lnSpc>
                <a:spcPct val="150000"/>
              </a:lnSpc>
              <a:spcBef>
                <a:spcPts val="1800"/>
              </a:spcBef>
            </a:pPr>
            <a:r>
              <a:rPr lang="en-CA" noProof="0" dirty="0"/>
              <a:t>Extract</a:t>
            </a:r>
            <a:r>
              <a:rPr lang="en-CA" dirty="0"/>
              <a:t> from Canada.ca content Guide (https://</a:t>
            </a:r>
            <a:r>
              <a:rPr lang="en-CA" dirty="0" err="1"/>
              <a:t>design.canada.ca</a:t>
            </a:r>
            <a:r>
              <a:rPr lang="en-CA" dirty="0"/>
              <a:t>/style-guide/#wp2-9)</a:t>
            </a:r>
          </a:p>
        </p:txBody>
      </p:sp>
      <p:sp>
        <p:nvSpPr>
          <p:cNvPr id="4" name="Slide Number Placeholder 3"/>
          <p:cNvSpPr>
            <a:spLocks noGrp="1"/>
          </p:cNvSpPr>
          <p:nvPr>
            <p:ph type="sldNum" sz="quarter" idx="10"/>
          </p:nvPr>
        </p:nvSpPr>
        <p:spPr/>
        <p:txBody>
          <a:bodyPr/>
          <a:lstStyle/>
          <a:p>
            <a:fld id="{0DDD8B1A-5049-5C4B-AFE6-32830630CA6A}" type="slidenum">
              <a:rPr lang="en-US" smtClean="0"/>
              <a:t>46</a:t>
            </a:fld>
            <a:endParaRPr lang="en-US" dirty="0"/>
          </a:p>
        </p:txBody>
      </p:sp>
    </p:spTree>
    <p:extLst>
      <p:ext uri="{BB962C8B-B14F-4D97-AF65-F5344CB8AC3E}">
        <p14:creationId xmlns:p14="http://schemas.microsoft.com/office/powerpoint/2010/main" val="19852587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50000"/>
              </a:lnSpc>
              <a:spcBef>
                <a:spcPts val="1800"/>
              </a:spcBef>
              <a:spcAft>
                <a:spcPts val="0"/>
              </a:spcAft>
              <a:buClrTx/>
              <a:buSzTx/>
              <a:buFontTx/>
              <a:buNone/>
              <a:tabLst/>
              <a:defRPr/>
            </a:pPr>
            <a:r>
              <a:rPr lang="en-CA" sz="1200" dirty="0"/>
              <a:t>To understand how the score is calculated visit </a:t>
            </a:r>
            <a:r>
              <a:rPr lang="en-CA" dirty="0"/>
              <a:t>Get your document's readability and level statistics </a:t>
            </a:r>
          </a:p>
          <a:p>
            <a:pPr>
              <a:lnSpc>
                <a:spcPct val="150000"/>
              </a:lnSpc>
              <a:spcBef>
                <a:spcPts val="1800"/>
              </a:spcBef>
            </a:pPr>
            <a:r>
              <a:rPr lang="en-CA" sz="1200" dirty="0"/>
              <a:t>(https://</a:t>
            </a:r>
            <a:r>
              <a:rPr lang="en-CA" sz="1200" dirty="0" err="1"/>
              <a:t>support.microsoft.com</a:t>
            </a:r>
            <a:r>
              <a:rPr lang="en-CA" sz="1200" dirty="0"/>
              <a:t>/en-us/office/get-your-document-s-readability-and-level-statistics-85b4969e-e80a-4777-8dd3-f7fc3c8b3fd2?ui=</a:t>
            </a:r>
            <a:r>
              <a:rPr lang="en-CA" sz="1200" dirty="0" err="1"/>
              <a:t>en-us&amp;rs</a:t>
            </a:r>
            <a:r>
              <a:rPr lang="en-CA" sz="1200" dirty="0"/>
              <a:t>=</a:t>
            </a:r>
            <a:r>
              <a:rPr lang="en-CA" sz="1200" dirty="0" err="1"/>
              <a:t>en-us&amp;ad</a:t>
            </a:r>
            <a:r>
              <a:rPr lang="en-CA" sz="1200" dirty="0"/>
              <a:t>=us#__toc342546558</a:t>
            </a:r>
            <a:r>
              <a:rPr lang="en-CA" dirty="0"/>
              <a:t>)</a:t>
            </a:r>
          </a:p>
          <a:p>
            <a:pPr>
              <a:lnSpc>
                <a:spcPct val="150000"/>
              </a:lnSpc>
              <a:spcBef>
                <a:spcPts val="1800"/>
              </a:spcBef>
            </a:pPr>
            <a:endParaRPr lang="en-CA" dirty="0"/>
          </a:p>
          <a:p>
            <a:pPr>
              <a:lnSpc>
                <a:spcPct val="150000"/>
              </a:lnSpc>
              <a:spcBef>
                <a:spcPts val="1800"/>
              </a:spcBef>
            </a:pPr>
            <a:endParaRPr lang="en-CA" dirty="0"/>
          </a:p>
        </p:txBody>
      </p:sp>
      <p:sp>
        <p:nvSpPr>
          <p:cNvPr id="4" name="Slide Number Placeholder 3"/>
          <p:cNvSpPr>
            <a:spLocks noGrp="1"/>
          </p:cNvSpPr>
          <p:nvPr>
            <p:ph type="sldNum" sz="quarter" idx="10"/>
          </p:nvPr>
        </p:nvSpPr>
        <p:spPr/>
        <p:txBody>
          <a:bodyPr/>
          <a:lstStyle/>
          <a:p>
            <a:fld id="{0DDD8B1A-5049-5C4B-AFE6-32830630CA6A}" type="slidenum">
              <a:rPr lang="en-US" smtClean="0"/>
              <a:t>47</a:t>
            </a:fld>
            <a:endParaRPr lang="en-US" dirty="0"/>
          </a:p>
        </p:txBody>
      </p:sp>
    </p:spTree>
    <p:extLst>
      <p:ext uri="{BB962C8B-B14F-4D97-AF65-F5344CB8AC3E}">
        <p14:creationId xmlns:p14="http://schemas.microsoft.com/office/powerpoint/2010/main" val="3469594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0DDD8B1A-5049-5C4B-AFE6-32830630CA6A}" type="slidenum">
              <a:rPr lang="en-US" smtClean="0"/>
              <a:t>48</a:t>
            </a:fld>
            <a:endParaRPr lang="en-US" dirty="0"/>
          </a:p>
        </p:txBody>
      </p:sp>
    </p:spTree>
    <p:extLst>
      <p:ext uri="{BB962C8B-B14F-4D97-AF65-F5344CB8AC3E}">
        <p14:creationId xmlns:p14="http://schemas.microsoft.com/office/powerpoint/2010/main" val="4079778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dirty="0"/>
              <a:t>* If the document contains an Editor Score of 100%, the Readability Statistics will show immediately (steps 3 and 4 are skipped).</a:t>
            </a:r>
            <a:endParaRPr lang="en-CA" b="1" noProof="0" dirty="0"/>
          </a:p>
          <a:p>
            <a:r>
              <a:rPr lang="en-CA" b="1" noProof="0" dirty="0"/>
              <a:t>Long description for Editor tool:</a:t>
            </a:r>
          </a:p>
          <a:p>
            <a:pPr marL="0" marR="0" lvl="0" indent="0" algn="l" defTabSz="457200" rtl="0" eaLnBrk="1" fontAlgn="auto" latinLnBrk="0" hangingPunct="1">
              <a:lnSpc>
                <a:spcPct val="100000"/>
              </a:lnSpc>
              <a:spcBef>
                <a:spcPts val="0"/>
              </a:spcBef>
              <a:spcAft>
                <a:spcPts val="0"/>
              </a:spcAft>
              <a:buClrTx/>
              <a:buSzTx/>
              <a:buFontTx/>
              <a:buNone/>
              <a:tabLst/>
              <a:defRPr/>
            </a:pPr>
            <a:r>
              <a:rPr lang="en-CA" sz="1800" dirty="0">
                <a:effectLst/>
                <a:latin typeface="Calibri" panose="020F0502020204030204" pitchFamily="34" charset="0"/>
                <a:ea typeface="Calibri" panose="020F0502020204030204" pitchFamily="34" charset="0"/>
                <a:cs typeface="Arial" panose="020B0604020202020204" pitchFamily="34" charset="0"/>
              </a:rPr>
              <a:t>It shows: Editor Score 92%, Professional writing, Corrections (spelling and grammar), Refinements (clarity EN, Conciseness, Formality, Inclusiveness EN, Punctuation Conventions EN, Resume EN, vocabulary), Insights (document stats), Give feedback to Microsoft (tell us what you think about Editor)</a:t>
            </a:r>
          </a:p>
          <a:p>
            <a:endParaRPr lang="en-CA" noProof="0" dirty="0"/>
          </a:p>
          <a:p>
            <a:endParaRPr lang="en-CA" noProof="0" dirty="0"/>
          </a:p>
          <a:p>
            <a:r>
              <a:rPr lang="en-CA" noProof="0" dirty="0"/>
              <a:t>Read about how it is calculated: (https://support.microsoft.com/en-us/office/about-flesch-kincaid-readability-and-level-statistics-8fbb787e-4e1d-4dcc-933f-c7d2f06e76ac)</a:t>
            </a:r>
          </a:p>
          <a:p>
            <a:r>
              <a:rPr lang="en-CA" noProof="0" dirty="0"/>
              <a:t>Help with the Microsoft Editor Video (https://support.microsoft.com/en-us/office/microsoft-editor-checks-grammar-and-more-in-documents-mail-and-the-web-91ecbe1b-d021-4e9e-a82e-abc4cd7163d7)</a:t>
            </a:r>
          </a:p>
          <a:p>
            <a:r>
              <a:rPr lang="en-CA" noProof="0" dirty="0"/>
              <a:t>More on M365 Editor (https://support.microsoft.com/en-us/office/microsoft-editor-checks-grammar-and-more-in-documents-mail-and-the-web-91ecbe1b-d021-4e9e-a82e-abc4cd7163d7)</a:t>
            </a:r>
          </a:p>
        </p:txBody>
      </p:sp>
      <p:sp>
        <p:nvSpPr>
          <p:cNvPr id="4" name="Slide Number Placeholder 3"/>
          <p:cNvSpPr>
            <a:spLocks noGrp="1"/>
          </p:cNvSpPr>
          <p:nvPr>
            <p:ph type="sldNum" sz="quarter" idx="10"/>
          </p:nvPr>
        </p:nvSpPr>
        <p:spPr/>
        <p:txBody>
          <a:bodyPr/>
          <a:lstStyle/>
          <a:p>
            <a:fld id="{0DDD8B1A-5049-5C4B-AFE6-32830630CA6A}" type="slidenum">
              <a:rPr lang="en-US" smtClean="0"/>
              <a:t>49</a:t>
            </a:fld>
            <a:endParaRPr lang="en-US" dirty="0"/>
          </a:p>
        </p:txBody>
      </p:sp>
    </p:spTree>
    <p:extLst>
      <p:ext uri="{BB962C8B-B14F-4D97-AF65-F5344CB8AC3E}">
        <p14:creationId xmlns:p14="http://schemas.microsoft.com/office/powerpoint/2010/main" val="8612766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r>
              <a:rPr lang="en-CA" b="1" noProof="0" dirty="0"/>
              <a:t>Long Description for Readability Statistics dialog box:</a:t>
            </a:r>
          </a:p>
          <a:p>
            <a:r>
              <a:rPr lang="en-CA" noProof="0" dirty="0"/>
              <a:t>It shows: Counts ( Words 525, Characters 3594, Paragraphs 95, Sentences 3), Averages (Sentences per Paragraph 1.0, Words per Sentence 16.3, Characters per Word 6.6), Readability (Flesch Reading Ease 5.5, Flesh-Kincaid Grade Level 16.5, Passive Sentences 0.0%).</a:t>
            </a:r>
          </a:p>
          <a:p>
            <a:pPr>
              <a:lnSpc>
                <a:spcPct val="150000"/>
              </a:lnSpc>
              <a:buFont typeface="Wingdings" panose="05000000000000000000" pitchFamily="2" charset="2"/>
              <a:buNone/>
            </a:pPr>
            <a:endParaRPr lang="en-CA" sz="1200" dirty="0"/>
          </a:p>
          <a:p>
            <a:pPr>
              <a:lnSpc>
                <a:spcPct val="150000"/>
              </a:lnSpc>
              <a:buFont typeface="Wingdings" panose="05000000000000000000" pitchFamily="2" charset="2"/>
              <a:buNone/>
            </a:pPr>
            <a:r>
              <a:rPr lang="en-CA" sz="1200" dirty="0"/>
              <a:t>Termium plus – The Canadian Style - Plain language (https://www.btb.termiumplus.gc.ca/tcdnstyl-chap?lang=eng&amp;lettr=chapsect13&amp;info0=13#zz13)</a:t>
            </a:r>
          </a:p>
          <a:p>
            <a:pPr>
              <a:lnSpc>
                <a:spcPct val="150000"/>
              </a:lnSpc>
              <a:buFont typeface="Wingdings" panose="05000000000000000000" pitchFamily="2" charset="2"/>
              <a:buNone/>
            </a:pPr>
            <a:endParaRPr lang="en-CA" sz="1200" dirty="0"/>
          </a:p>
        </p:txBody>
      </p:sp>
      <p:sp>
        <p:nvSpPr>
          <p:cNvPr id="4" name="Slide Number Placeholder 3"/>
          <p:cNvSpPr>
            <a:spLocks noGrp="1"/>
          </p:cNvSpPr>
          <p:nvPr>
            <p:ph type="sldNum" sz="quarter" idx="10"/>
          </p:nvPr>
        </p:nvSpPr>
        <p:spPr/>
        <p:txBody>
          <a:bodyPr/>
          <a:lstStyle/>
          <a:p>
            <a:fld id="{0DDD8B1A-5049-5C4B-AFE6-32830630CA6A}" type="slidenum">
              <a:rPr lang="en-US" smtClean="0"/>
              <a:t>50</a:t>
            </a:fld>
            <a:endParaRPr lang="en-US" dirty="0"/>
          </a:p>
        </p:txBody>
      </p:sp>
    </p:spTree>
    <p:extLst>
      <p:ext uri="{BB962C8B-B14F-4D97-AF65-F5344CB8AC3E}">
        <p14:creationId xmlns:p14="http://schemas.microsoft.com/office/powerpoint/2010/main" val="12896326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0DDD8B1A-5049-5C4B-AFE6-32830630CA6A}" type="slidenum">
              <a:rPr lang="en-US" smtClean="0"/>
              <a:t>51</a:t>
            </a:fld>
            <a:endParaRPr lang="en-US" dirty="0"/>
          </a:p>
        </p:txBody>
      </p:sp>
    </p:spTree>
    <p:extLst>
      <p:ext uri="{BB962C8B-B14F-4D97-AF65-F5344CB8AC3E}">
        <p14:creationId xmlns:p14="http://schemas.microsoft.com/office/powerpoint/2010/main" val="1062392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0DDD8B1A-5049-5C4B-AFE6-32830630CA6A}" type="slidenum">
              <a:rPr lang="en-US" smtClean="0"/>
              <a:t>52</a:t>
            </a:fld>
            <a:endParaRPr lang="en-US" dirty="0"/>
          </a:p>
        </p:txBody>
      </p:sp>
    </p:spTree>
    <p:extLst>
      <p:ext uri="{BB962C8B-B14F-4D97-AF65-F5344CB8AC3E}">
        <p14:creationId xmlns:p14="http://schemas.microsoft.com/office/powerpoint/2010/main" val="403303855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6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53</a:t>
            </a:fld>
            <a:endParaRPr lang="en-US" dirty="0"/>
          </a:p>
        </p:txBody>
      </p:sp>
    </p:spTree>
    <p:extLst>
      <p:ext uri="{BB962C8B-B14F-4D97-AF65-F5344CB8AC3E}">
        <p14:creationId xmlns:p14="http://schemas.microsoft.com/office/powerpoint/2010/main" val="28162302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6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54</a:t>
            </a:fld>
            <a:endParaRPr lang="en-US" dirty="0"/>
          </a:p>
        </p:txBody>
      </p:sp>
    </p:spTree>
    <p:extLst>
      <p:ext uri="{BB962C8B-B14F-4D97-AF65-F5344CB8AC3E}">
        <p14:creationId xmlns:p14="http://schemas.microsoft.com/office/powerpoint/2010/main" val="20564126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0" noProof="0" dirty="0"/>
              <a:t>* Smaller than 30 points ONLY for Footer and slide number that can be of 18 points minimum.</a:t>
            </a:r>
          </a:p>
        </p:txBody>
      </p:sp>
      <p:sp>
        <p:nvSpPr>
          <p:cNvPr id="4" name="Slide Number Placeholder 3"/>
          <p:cNvSpPr>
            <a:spLocks noGrp="1"/>
          </p:cNvSpPr>
          <p:nvPr>
            <p:ph type="sldNum" sz="quarter" idx="5"/>
          </p:nvPr>
        </p:nvSpPr>
        <p:spPr/>
        <p:txBody>
          <a:bodyPr/>
          <a:lstStyle/>
          <a:p>
            <a:fld id="{0DDD8B1A-5049-5C4B-AFE6-32830630CA6A}" type="slidenum">
              <a:rPr lang="en-US" smtClean="0"/>
              <a:t>56</a:t>
            </a:fld>
            <a:endParaRPr lang="en-US" dirty="0"/>
          </a:p>
        </p:txBody>
      </p:sp>
    </p:spTree>
    <p:extLst>
      <p:ext uri="{BB962C8B-B14F-4D97-AF65-F5344CB8AC3E}">
        <p14:creationId xmlns:p14="http://schemas.microsoft.com/office/powerpoint/2010/main" val="12252156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r>
              <a:rPr lang="fr-CA" cap="none" baseline="0" dirty="0"/>
              <a:t>New with PowerPoint for Microsoft 365 </a:t>
            </a:r>
            <a:endParaRPr lang="en-CA" cap="none" baseline="0" dirty="0"/>
          </a:p>
        </p:txBody>
      </p:sp>
      <p:sp>
        <p:nvSpPr>
          <p:cNvPr id="4" name="Slide Number Placeholder 3"/>
          <p:cNvSpPr>
            <a:spLocks noGrp="1"/>
          </p:cNvSpPr>
          <p:nvPr>
            <p:ph type="sldNum" sz="quarter" idx="10"/>
          </p:nvPr>
        </p:nvSpPr>
        <p:spPr/>
        <p:txBody>
          <a:bodyPr/>
          <a:lstStyle/>
          <a:p>
            <a:fld id="{0DDD8B1A-5049-5C4B-AFE6-32830630CA6A}" type="slidenum">
              <a:rPr lang="en-US" smtClean="0"/>
              <a:t>57</a:t>
            </a:fld>
            <a:endParaRPr lang="en-US" dirty="0"/>
          </a:p>
        </p:txBody>
      </p:sp>
    </p:spTree>
    <p:extLst>
      <p:ext uri="{BB962C8B-B14F-4D97-AF65-F5344CB8AC3E}">
        <p14:creationId xmlns:p14="http://schemas.microsoft.com/office/powerpoint/2010/main" val="27061183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cap="none" baseline="0" dirty="0"/>
          </a:p>
        </p:txBody>
      </p:sp>
      <p:sp>
        <p:nvSpPr>
          <p:cNvPr id="4" name="Slide Number Placeholder 3"/>
          <p:cNvSpPr>
            <a:spLocks noGrp="1"/>
          </p:cNvSpPr>
          <p:nvPr>
            <p:ph type="sldNum" sz="quarter" idx="10"/>
          </p:nvPr>
        </p:nvSpPr>
        <p:spPr/>
        <p:txBody>
          <a:bodyPr/>
          <a:lstStyle/>
          <a:p>
            <a:fld id="{0DDD8B1A-5049-5C4B-AFE6-32830630CA6A}" type="slidenum">
              <a:rPr lang="en-US" smtClean="0"/>
              <a:t>58</a:t>
            </a:fld>
            <a:endParaRPr lang="en-US" dirty="0"/>
          </a:p>
        </p:txBody>
      </p:sp>
    </p:spTree>
    <p:extLst>
      <p:ext uri="{BB962C8B-B14F-4D97-AF65-F5344CB8AC3E}">
        <p14:creationId xmlns:p14="http://schemas.microsoft.com/office/powerpoint/2010/main" val="1830010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cap="none" baseline="0" dirty="0"/>
          </a:p>
        </p:txBody>
      </p:sp>
      <p:sp>
        <p:nvSpPr>
          <p:cNvPr id="4" name="Slide Number Placeholder 3"/>
          <p:cNvSpPr>
            <a:spLocks noGrp="1"/>
          </p:cNvSpPr>
          <p:nvPr>
            <p:ph type="sldNum" sz="quarter" idx="10"/>
          </p:nvPr>
        </p:nvSpPr>
        <p:spPr/>
        <p:txBody>
          <a:bodyPr/>
          <a:lstStyle/>
          <a:p>
            <a:fld id="{0DDD8B1A-5049-5C4B-AFE6-32830630CA6A}" type="slidenum">
              <a:rPr lang="en-US" smtClean="0"/>
              <a:t>59</a:t>
            </a:fld>
            <a:endParaRPr lang="en-US" dirty="0"/>
          </a:p>
        </p:txBody>
      </p:sp>
    </p:spTree>
    <p:extLst>
      <p:ext uri="{BB962C8B-B14F-4D97-AF65-F5344CB8AC3E}">
        <p14:creationId xmlns:p14="http://schemas.microsoft.com/office/powerpoint/2010/main" val="49072483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indent="0">
              <a:buNone/>
            </a:pPr>
            <a:endParaRPr lang="en-CA" sz="1600" b="1" cap="none" baseline="0" dirty="0"/>
          </a:p>
        </p:txBody>
      </p:sp>
      <p:sp>
        <p:nvSpPr>
          <p:cNvPr id="4" name="Slide Number Placeholder 3"/>
          <p:cNvSpPr>
            <a:spLocks noGrp="1"/>
          </p:cNvSpPr>
          <p:nvPr>
            <p:ph type="sldNum" sz="quarter" idx="10"/>
          </p:nvPr>
        </p:nvSpPr>
        <p:spPr/>
        <p:txBody>
          <a:bodyPr/>
          <a:lstStyle/>
          <a:p>
            <a:fld id="{0DDD8B1A-5049-5C4B-AFE6-32830630CA6A}" type="slidenum">
              <a:rPr lang="en-US" smtClean="0"/>
              <a:t>60</a:t>
            </a:fld>
            <a:endParaRPr lang="en-US" dirty="0"/>
          </a:p>
        </p:txBody>
      </p:sp>
    </p:spTree>
    <p:extLst>
      <p:ext uri="{BB962C8B-B14F-4D97-AF65-F5344CB8AC3E}">
        <p14:creationId xmlns:p14="http://schemas.microsoft.com/office/powerpoint/2010/main" val="38562501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indent="0">
              <a:buNone/>
            </a:pPr>
            <a:endParaRPr lang="en-CA" sz="1600" b="1" cap="none" baseline="0" dirty="0"/>
          </a:p>
        </p:txBody>
      </p:sp>
      <p:sp>
        <p:nvSpPr>
          <p:cNvPr id="4" name="Slide Number Placeholder 3"/>
          <p:cNvSpPr>
            <a:spLocks noGrp="1"/>
          </p:cNvSpPr>
          <p:nvPr>
            <p:ph type="sldNum" sz="quarter" idx="10"/>
          </p:nvPr>
        </p:nvSpPr>
        <p:spPr/>
        <p:txBody>
          <a:bodyPr/>
          <a:lstStyle/>
          <a:p>
            <a:fld id="{0DDD8B1A-5049-5C4B-AFE6-32830630CA6A}" type="slidenum">
              <a:rPr lang="en-US" smtClean="0"/>
              <a:t>61</a:t>
            </a:fld>
            <a:endParaRPr lang="en-US" dirty="0"/>
          </a:p>
        </p:txBody>
      </p:sp>
    </p:spTree>
    <p:extLst>
      <p:ext uri="{BB962C8B-B14F-4D97-AF65-F5344CB8AC3E}">
        <p14:creationId xmlns:p14="http://schemas.microsoft.com/office/powerpoint/2010/main" val="100517873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baseline="0" dirty="0"/>
          </a:p>
        </p:txBody>
      </p:sp>
      <p:sp>
        <p:nvSpPr>
          <p:cNvPr id="4" name="Slide Number Placeholder 3"/>
          <p:cNvSpPr>
            <a:spLocks noGrp="1"/>
          </p:cNvSpPr>
          <p:nvPr>
            <p:ph type="sldNum" sz="quarter" idx="10"/>
          </p:nvPr>
        </p:nvSpPr>
        <p:spPr/>
        <p:txBody>
          <a:bodyPr/>
          <a:lstStyle/>
          <a:p>
            <a:fld id="{0DDD8B1A-5049-5C4B-AFE6-32830630CA6A}" type="slidenum">
              <a:rPr lang="en-US" smtClean="0"/>
              <a:t>62</a:t>
            </a:fld>
            <a:endParaRPr lang="en-US" dirty="0"/>
          </a:p>
        </p:txBody>
      </p:sp>
    </p:spTree>
    <p:extLst>
      <p:ext uri="{BB962C8B-B14F-4D97-AF65-F5344CB8AC3E}">
        <p14:creationId xmlns:p14="http://schemas.microsoft.com/office/powerpoint/2010/main" val="37741956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r>
              <a:rPr lang="en-CA" dirty="0"/>
              <a:t>G111 - Using colour and pattern</a:t>
            </a:r>
          </a:p>
          <a:p>
            <a:r>
              <a:rPr lang="en-CA" baseline="0" dirty="0"/>
              <a:t>http://www.w3.org/WAI/WCAG21/Techniques/general/G111.html </a:t>
            </a:r>
          </a:p>
          <a:p>
            <a:r>
              <a:rPr lang="en-CA" dirty="0"/>
              <a:t>This technique relates to </a:t>
            </a:r>
            <a:r>
              <a:rPr lang="en-CA" dirty="0">
                <a:hlinkClick r:id="rId3"/>
              </a:rPr>
              <a:t>Success Criterion 1.4.1: Use of Colour</a:t>
            </a:r>
            <a:r>
              <a:rPr lang="en-CA" dirty="0"/>
              <a:t> </a:t>
            </a:r>
            <a:endParaRPr lang="en-CA" baseline="0" dirty="0"/>
          </a:p>
          <a:p>
            <a:endParaRPr lang="en-CA" baseline="0" dirty="0"/>
          </a:p>
        </p:txBody>
      </p:sp>
      <p:sp>
        <p:nvSpPr>
          <p:cNvPr id="4" name="Slide Number Placeholder 3"/>
          <p:cNvSpPr>
            <a:spLocks noGrp="1"/>
          </p:cNvSpPr>
          <p:nvPr>
            <p:ph type="sldNum" sz="quarter" idx="10"/>
          </p:nvPr>
        </p:nvSpPr>
        <p:spPr/>
        <p:txBody>
          <a:bodyPr/>
          <a:lstStyle/>
          <a:p>
            <a:fld id="{0DDD8B1A-5049-5C4B-AFE6-32830630CA6A}" type="slidenum">
              <a:rPr lang="en-US" smtClean="0"/>
              <a:t>63</a:t>
            </a:fld>
            <a:endParaRPr lang="en-US" dirty="0"/>
          </a:p>
        </p:txBody>
      </p:sp>
    </p:spTree>
    <p:extLst>
      <p:ext uri="{BB962C8B-B14F-4D97-AF65-F5344CB8AC3E}">
        <p14:creationId xmlns:p14="http://schemas.microsoft.com/office/powerpoint/2010/main" val="123778312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64</a:t>
            </a:fld>
            <a:endParaRPr lang="en-US" dirty="0"/>
          </a:p>
        </p:txBody>
      </p:sp>
    </p:spTree>
    <p:extLst>
      <p:ext uri="{BB962C8B-B14F-4D97-AF65-F5344CB8AC3E}">
        <p14:creationId xmlns:p14="http://schemas.microsoft.com/office/powerpoint/2010/main" val="308351644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0DDD8B1A-5049-5C4B-AFE6-32830630CA6A}" type="slidenum">
              <a:rPr lang="en-US" smtClean="0"/>
              <a:t>65</a:t>
            </a:fld>
            <a:endParaRPr lang="en-US" dirty="0"/>
          </a:p>
        </p:txBody>
      </p:sp>
    </p:spTree>
    <p:extLst>
      <p:ext uri="{BB962C8B-B14F-4D97-AF65-F5344CB8AC3E}">
        <p14:creationId xmlns:p14="http://schemas.microsoft.com/office/powerpoint/2010/main" val="18477198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6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67</a:t>
            </a:fld>
            <a:endParaRPr lang="en-US" dirty="0"/>
          </a:p>
        </p:txBody>
      </p:sp>
    </p:spTree>
    <p:extLst>
      <p:ext uri="{BB962C8B-B14F-4D97-AF65-F5344CB8AC3E}">
        <p14:creationId xmlns:p14="http://schemas.microsoft.com/office/powerpoint/2010/main" val="312163909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CA" sz="1600" noProof="0" dirty="0"/>
              <a:t>Color Contrast Analyser:  </a:t>
            </a:r>
            <a:r>
              <a:rPr lang="en-CA" sz="1600" baseline="0" noProof="0" dirty="0"/>
              <a:t>No approval required</a:t>
            </a:r>
          </a:p>
          <a:p>
            <a:pPr marL="0" marR="0" indent="0" algn="l" defTabSz="457200" rtl="0" eaLnBrk="1" fontAlgn="auto" latinLnBrk="0" hangingPunct="1">
              <a:lnSpc>
                <a:spcPct val="100000"/>
              </a:lnSpc>
              <a:spcBef>
                <a:spcPts val="0"/>
              </a:spcBef>
              <a:spcAft>
                <a:spcPts val="0"/>
              </a:spcAft>
              <a:buClrTx/>
              <a:buSzTx/>
              <a:buFontTx/>
              <a:buNone/>
              <a:tabLst/>
              <a:defRPr/>
            </a:pPr>
            <a:r>
              <a:rPr lang="en-CA" sz="1600" b="0" baseline="0" noProof="0" dirty="0"/>
              <a:t>It is not in the software catalogue – yet!</a:t>
            </a:r>
            <a:endParaRPr lang="en-CA" sz="1600" b="0" dirty="0"/>
          </a:p>
        </p:txBody>
      </p:sp>
      <p:sp>
        <p:nvSpPr>
          <p:cNvPr id="4" name="Slide Number Placeholder 3"/>
          <p:cNvSpPr>
            <a:spLocks noGrp="1"/>
          </p:cNvSpPr>
          <p:nvPr>
            <p:ph type="sldNum" sz="quarter" idx="10"/>
          </p:nvPr>
        </p:nvSpPr>
        <p:spPr/>
        <p:txBody>
          <a:bodyPr/>
          <a:lstStyle/>
          <a:p>
            <a:fld id="{0DDD8B1A-5049-5C4B-AFE6-32830630CA6A}" type="slidenum">
              <a:rPr lang="en-US" smtClean="0"/>
              <a:t>68</a:t>
            </a:fld>
            <a:endParaRPr lang="en-US" dirty="0"/>
          </a:p>
        </p:txBody>
      </p:sp>
    </p:spTree>
    <p:extLst>
      <p:ext uri="{BB962C8B-B14F-4D97-AF65-F5344CB8AC3E}">
        <p14:creationId xmlns:p14="http://schemas.microsoft.com/office/powerpoint/2010/main" val="38562501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sz="1600" dirty="0"/>
          </a:p>
        </p:txBody>
      </p:sp>
      <p:sp>
        <p:nvSpPr>
          <p:cNvPr id="4" name="Slide Number Placeholder 3"/>
          <p:cNvSpPr>
            <a:spLocks noGrp="1"/>
          </p:cNvSpPr>
          <p:nvPr>
            <p:ph type="sldNum" sz="quarter" idx="10"/>
          </p:nvPr>
        </p:nvSpPr>
        <p:spPr/>
        <p:txBody>
          <a:bodyPr/>
          <a:lstStyle/>
          <a:p>
            <a:fld id="{0DDD8B1A-5049-5C4B-AFE6-32830630CA6A}" type="slidenum">
              <a:rPr lang="en-US" smtClean="0"/>
              <a:t>69</a:t>
            </a:fld>
            <a:endParaRPr lang="en-US" dirty="0"/>
          </a:p>
        </p:txBody>
      </p:sp>
    </p:spTree>
    <p:extLst>
      <p:ext uri="{BB962C8B-B14F-4D97-AF65-F5344CB8AC3E}">
        <p14:creationId xmlns:p14="http://schemas.microsoft.com/office/powerpoint/2010/main" val="281050915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tabLst/>
              <a:defRPr/>
            </a:pPr>
            <a:endParaRPr lang="en-CA" sz="1600" dirty="0"/>
          </a:p>
        </p:txBody>
      </p:sp>
      <p:sp>
        <p:nvSpPr>
          <p:cNvPr id="4" name="Slide Number Placeholder 3"/>
          <p:cNvSpPr>
            <a:spLocks noGrp="1"/>
          </p:cNvSpPr>
          <p:nvPr>
            <p:ph type="sldNum" sz="quarter" idx="10"/>
          </p:nvPr>
        </p:nvSpPr>
        <p:spPr/>
        <p:txBody>
          <a:bodyPr/>
          <a:lstStyle/>
          <a:p>
            <a:fld id="{0DDD8B1A-5049-5C4B-AFE6-32830630CA6A}" type="slidenum">
              <a:rPr lang="en-US" smtClean="0"/>
              <a:t>70</a:t>
            </a:fld>
            <a:endParaRPr lang="en-US" dirty="0"/>
          </a:p>
        </p:txBody>
      </p:sp>
    </p:spTree>
    <p:extLst>
      <p:ext uri="{BB962C8B-B14F-4D97-AF65-F5344CB8AC3E}">
        <p14:creationId xmlns:p14="http://schemas.microsoft.com/office/powerpoint/2010/main" val="281050915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tabLst/>
              <a:defRPr/>
            </a:pPr>
            <a:endParaRPr lang="en-CA" sz="18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71</a:t>
            </a:fld>
            <a:endParaRPr lang="en-US" dirty="0"/>
          </a:p>
        </p:txBody>
      </p:sp>
    </p:spTree>
    <p:extLst>
      <p:ext uri="{BB962C8B-B14F-4D97-AF65-F5344CB8AC3E}">
        <p14:creationId xmlns:p14="http://schemas.microsoft.com/office/powerpoint/2010/main" val="54236323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tabLst/>
              <a:defRPr/>
            </a:pPr>
            <a:endParaRPr lang="en-CA" sz="18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72</a:t>
            </a:fld>
            <a:endParaRPr lang="en-US" dirty="0"/>
          </a:p>
        </p:txBody>
      </p:sp>
    </p:spTree>
    <p:extLst>
      <p:ext uri="{BB962C8B-B14F-4D97-AF65-F5344CB8AC3E}">
        <p14:creationId xmlns:p14="http://schemas.microsoft.com/office/powerpoint/2010/main" val="94253203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tabLst/>
              <a:defRPr/>
            </a:pPr>
            <a:endParaRPr lang="en-CA" sz="18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DD8B1A-5049-5C4B-AFE6-32830630CA6A}" type="slidenum">
              <a:rPr lang="en-US" smtClean="0"/>
              <a:t>73</a:t>
            </a:fld>
            <a:endParaRPr lang="en-US" dirty="0"/>
          </a:p>
        </p:txBody>
      </p:sp>
    </p:spTree>
    <p:extLst>
      <p:ext uri="{BB962C8B-B14F-4D97-AF65-F5344CB8AC3E}">
        <p14:creationId xmlns:p14="http://schemas.microsoft.com/office/powerpoint/2010/main" val="34539681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alphaModFix amt="99000"/>
            <a:lum/>
          </a:blip>
          <a:srcRect/>
          <a:stretch>
            <a:fillRect/>
          </a:stretch>
        </a:blipFill>
        <a:effectLst/>
      </p:bgPr>
    </p:bg>
    <p:spTree>
      <p:nvGrpSpPr>
        <p:cNvPr id="1" name=""/>
        <p:cNvGrpSpPr/>
        <p:nvPr/>
      </p:nvGrpSpPr>
      <p:grpSpPr>
        <a:xfrm>
          <a:off x="0" y="0"/>
          <a:ext cx="0" cy="0"/>
          <a:chOff x="0" y="0"/>
          <a:chExt cx="0" cy="0"/>
        </a:xfrm>
      </p:grpSpPr>
      <p:sp useBgFill="1">
        <p:nvSpPr>
          <p:cNvPr id="2" name="Title 1"/>
          <p:cNvSpPr>
            <a:spLocks noGrp="1"/>
          </p:cNvSpPr>
          <p:nvPr>
            <p:ph type="ctrTitle"/>
          </p:nvPr>
        </p:nvSpPr>
        <p:spPr>
          <a:xfrm>
            <a:off x="5208106" y="1341784"/>
            <a:ext cx="6200631" cy="2258667"/>
          </a:xfrm>
        </p:spPr>
        <p:txBody>
          <a:bodyPr>
            <a:noAutofit/>
          </a:bodyPr>
          <a:lstStyle>
            <a:lvl1pPr algn="l">
              <a:defRPr sz="3600" b="1" i="0">
                <a:solidFill>
                  <a:srgbClr val="713B8F"/>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5991533" y="3886200"/>
            <a:ext cx="5417204" cy="1752600"/>
          </a:xfrm>
        </p:spPr>
        <p:txBody>
          <a:bodyPr>
            <a:noAutofit/>
          </a:bodyPr>
          <a:lstStyle>
            <a:lvl1pPr marL="0" indent="0" algn="l">
              <a:buNone/>
              <a:defRPr sz="3600">
                <a:solidFill>
                  <a:schemeClr val="tx1"/>
                </a:solidFill>
                <a:latin typeface="Arial"/>
                <a:cs typeface="Verdana"/>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a:xfrm>
            <a:off x="3048001" y="6415789"/>
            <a:ext cx="6096001" cy="287256"/>
          </a:xfrm>
        </p:spPr>
        <p:txBody>
          <a:bodyPr/>
          <a:lstStyle>
            <a:lvl1pPr>
              <a:defRPr sz="2400"/>
            </a:lvl1pPr>
          </a:lstStyle>
          <a:p>
            <a:r>
              <a:rPr lang="en-CA" dirty="0"/>
              <a:t>Making Technology work for everyone!</a:t>
            </a:r>
            <a:endParaRPr lang="en-US" dirty="0"/>
          </a:p>
        </p:txBody>
      </p:sp>
      <p:pic>
        <p:nvPicPr>
          <p:cNvPr id="7" name="Picture 6" descr="IT Accessibility Office Logo:&#10;Circle with a computer and a red maple leave in the Center; at the bottom a line of icons for various disabilities: vision, hearing, mobility, cognitive, verbal">
            <a:extLst>
              <a:ext uri="{FF2B5EF4-FFF2-40B4-BE49-F238E27FC236}">
                <a16:creationId xmlns:a16="http://schemas.microsoft.com/office/drawing/2014/main" id="{0BE246D4-CE15-4F7C-A339-9DCB04714D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6917" y="5868647"/>
            <a:ext cx="915583" cy="868739"/>
          </a:xfrm>
          <a:prstGeom prst="rect">
            <a:avLst/>
          </a:prstGeom>
        </p:spPr>
      </p:pic>
    </p:spTree>
    <p:extLst>
      <p:ext uri="{BB962C8B-B14F-4D97-AF65-F5344CB8AC3E}">
        <p14:creationId xmlns:p14="http://schemas.microsoft.com/office/powerpoint/2010/main" val="2116336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89997" y="3429000"/>
            <a:ext cx="6200631" cy="2258667"/>
          </a:xfrm>
        </p:spPr>
        <p:txBody>
          <a:bodyPr>
            <a:noAutofit/>
          </a:bodyPr>
          <a:lstStyle>
            <a:lvl1pPr algn="l">
              <a:defRPr sz="4000" b="1" i="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826908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idx="1"/>
          </p:nvPr>
        </p:nvSpPr>
        <p:spPr/>
        <p:txBody>
          <a:bodyPr>
            <a:noAutofit/>
          </a:bodyPr>
          <a:lstStyle>
            <a:lvl1pPr marL="342891" indent="-342891">
              <a:buFont typeface="Wingdings" panose="05000000000000000000" pitchFamily="2" charset="2"/>
              <a:buChar char="Ø"/>
              <a:defRPr sz="3000"/>
            </a:lvl1pPr>
            <a:lvl2pPr marL="742932" indent="-285744">
              <a:buFont typeface="Wingdings" panose="05000000000000000000" pitchFamily="2" charset="2"/>
              <a:buChar char="Ø"/>
              <a:defRPr sz="3000"/>
            </a:lvl2pPr>
            <a:lvl3pPr marL="1142971" indent="-228594">
              <a:buFont typeface="Wingdings" panose="05000000000000000000" pitchFamily="2" charset="2"/>
              <a:buChar char="Ø"/>
              <a:defRPr sz="3000"/>
            </a:lvl3pPr>
            <a:lvl4pPr marL="1600160" indent="-228594">
              <a:buFont typeface="Wingdings" panose="05000000000000000000" pitchFamily="2" charset="2"/>
              <a:buChar char="Ø"/>
              <a:defRPr sz="3000"/>
            </a:lvl4pPr>
            <a:lvl5pPr marL="2057349" indent="-228594">
              <a:buFont typeface="Wingdings" panose="05000000000000000000" pitchFamily="2" charset="2"/>
              <a:buChar char="Ø"/>
              <a:defRPr sz="3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3048001" y="6434220"/>
            <a:ext cx="6096001" cy="287256"/>
          </a:xfrm>
        </p:spPr>
        <p:txBody>
          <a:bodyPr/>
          <a:lstStyle/>
          <a:p>
            <a:r>
              <a:rPr lang="en-CA" dirty="0"/>
              <a:t>Making Technology work for everyone!</a:t>
            </a:r>
            <a:endParaRPr lang="en-US" dirty="0"/>
          </a:p>
        </p:txBody>
      </p:sp>
      <p:sp>
        <p:nvSpPr>
          <p:cNvPr id="6" name="Slide Number Placeholder 5"/>
          <p:cNvSpPr>
            <a:spLocks noGrp="1"/>
          </p:cNvSpPr>
          <p:nvPr>
            <p:ph type="sldNum" sz="quarter" idx="12"/>
          </p:nvPr>
        </p:nvSpPr>
        <p:spPr/>
        <p:txBody>
          <a:bodyPr/>
          <a:lstStyle>
            <a:lvl1pPr>
              <a:defRPr sz="1800"/>
            </a:lvl1pPr>
          </a:lstStyle>
          <a:p>
            <a:fld id="{2E86C063-E22E-2E4C-A523-54089486E38F}" type="slidenum">
              <a:rPr lang="en-US" smtClean="0"/>
              <a:pPr/>
              <a:t>‹#›</a:t>
            </a:fld>
            <a:endParaRPr lang="en-US" dirty="0"/>
          </a:p>
        </p:txBody>
      </p:sp>
    </p:spTree>
    <p:extLst>
      <p:ext uri="{BB962C8B-B14F-4D97-AF65-F5344CB8AC3E}">
        <p14:creationId xmlns:p14="http://schemas.microsoft.com/office/powerpoint/2010/main" val="1758516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269"/>
            <a:ext cx="10972801" cy="825823"/>
          </a:xfrm>
        </p:spPr>
        <p:txBody>
          <a:bodyPr anchor="t">
            <a:noAutofit/>
          </a:bodyPr>
          <a:lstStyle>
            <a:lvl1pPr algn="l">
              <a:defRPr sz="3600" b="1" cap="all"/>
            </a:lvl1pPr>
          </a:lstStyle>
          <a:p>
            <a:r>
              <a:rPr lang="en-US" dirty="0"/>
              <a:t>Click to edit Master title style</a:t>
            </a:r>
          </a:p>
        </p:txBody>
      </p:sp>
      <p:sp>
        <p:nvSpPr>
          <p:cNvPr id="3" name="Text Placeholder 2"/>
          <p:cNvSpPr>
            <a:spLocks noGrp="1"/>
          </p:cNvSpPr>
          <p:nvPr>
            <p:ph type="body" idx="1"/>
          </p:nvPr>
        </p:nvSpPr>
        <p:spPr>
          <a:xfrm>
            <a:off x="609601" y="1406769"/>
            <a:ext cx="10972800" cy="4519897"/>
          </a:xfrm>
        </p:spPr>
        <p:txBody>
          <a:bodyPr anchor="t">
            <a:normAutofit/>
          </a:bodyPr>
          <a:lstStyle>
            <a:lvl1pPr marL="0" indent="0">
              <a:buNone/>
              <a:defRPr sz="3000">
                <a:solidFill>
                  <a:schemeClr val="tx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dirty="0"/>
              <a:t>Click to edit Master text styles</a:t>
            </a:r>
          </a:p>
        </p:txBody>
      </p:sp>
      <p:sp>
        <p:nvSpPr>
          <p:cNvPr id="5" name="Footer Placeholder 4"/>
          <p:cNvSpPr>
            <a:spLocks noGrp="1"/>
          </p:cNvSpPr>
          <p:nvPr>
            <p:ph type="ftr" sz="quarter" idx="11"/>
          </p:nvPr>
        </p:nvSpPr>
        <p:spPr/>
        <p:txBody>
          <a:bodyPr/>
          <a:lstStyle>
            <a:lvl1pPr>
              <a:defRPr sz="1800" b="0"/>
            </a:lvl1pPr>
          </a:lstStyle>
          <a:p>
            <a:pPr defTabSz="457189"/>
            <a:r>
              <a:rPr lang="en-CA" dirty="0"/>
              <a:t>Making Technology work for everyone!</a:t>
            </a:r>
            <a:endParaRPr lang="en-US" dirty="0"/>
          </a:p>
        </p:txBody>
      </p:sp>
      <p:sp>
        <p:nvSpPr>
          <p:cNvPr id="8" name="Slide Number Placeholder 5">
            <a:extLst>
              <a:ext uri="{FF2B5EF4-FFF2-40B4-BE49-F238E27FC236}">
                <a16:creationId xmlns:a16="http://schemas.microsoft.com/office/drawing/2014/main" id="{0201AD79-F562-460D-9916-7AAEAF9938E6}"/>
              </a:ext>
            </a:extLst>
          </p:cNvPr>
          <p:cNvSpPr txBox="1">
            <a:spLocks/>
          </p:cNvSpPr>
          <p:nvPr userDrawn="1"/>
        </p:nvSpPr>
        <p:spPr>
          <a:xfrm>
            <a:off x="8737600" y="6428394"/>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E86C063-E22E-2E4C-A523-54089486E38F}" type="slidenum">
              <a:rPr lang="en-US" sz="1800" smtClean="0">
                <a:solidFill>
                  <a:schemeClr val="tx1"/>
                </a:solidFill>
              </a:rPr>
              <a:pPr/>
              <a:t>‹#›</a:t>
            </a:fld>
            <a:endParaRPr lang="en-US" sz="1800" dirty="0">
              <a:solidFill>
                <a:schemeClr val="tx1"/>
              </a:solidFill>
            </a:endParaRPr>
          </a:p>
        </p:txBody>
      </p:sp>
    </p:spTree>
    <p:extLst>
      <p:ext uri="{BB962C8B-B14F-4D97-AF65-F5344CB8AC3E}">
        <p14:creationId xmlns:p14="http://schemas.microsoft.com/office/powerpoint/2010/main" val="2423627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normAutofit/>
          </a:bodyPr>
          <a:lstStyle>
            <a:lvl1pPr>
              <a:defRPr sz="3000"/>
            </a:lvl1pPr>
            <a:lvl2pPr>
              <a:defRPr sz="3000"/>
            </a:lvl2pPr>
            <a:lvl3pPr>
              <a:defRPr sz="3000"/>
            </a:lvl3pPr>
            <a:lvl4pPr>
              <a:defRPr sz="3000"/>
            </a:lvl4pPr>
            <a:lvl5pPr>
              <a:defRPr sz="3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normAutofit/>
          </a:bodyPr>
          <a:lstStyle>
            <a:lvl1pPr>
              <a:defRPr sz="3000"/>
            </a:lvl1pPr>
            <a:lvl2pPr>
              <a:defRPr sz="3000"/>
            </a:lvl2pPr>
            <a:lvl3pPr>
              <a:defRPr sz="3000"/>
            </a:lvl3pPr>
            <a:lvl4pPr>
              <a:defRPr sz="3000"/>
            </a:lvl4pPr>
            <a:lvl5pPr>
              <a:defRPr sz="3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lvl1pPr>
              <a:defRPr sz="1800"/>
            </a:lvl1pPr>
          </a:lstStyle>
          <a:p>
            <a:r>
              <a:rPr lang="en-CA" dirty="0"/>
              <a:t>Making Technology work for everyone!</a:t>
            </a:r>
            <a:endParaRPr lang="en-US" dirty="0"/>
          </a:p>
        </p:txBody>
      </p:sp>
      <p:sp>
        <p:nvSpPr>
          <p:cNvPr id="7" name="Slide Number Placeholder 6"/>
          <p:cNvSpPr>
            <a:spLocks noGrp="1"/>
          </p:cNvSpPr>
          <p:nvPr>
            <p:ph type="sldNum" sz="quarter" idx="12"/>
          </p:nvPr>
        </p:nvSpPr>
        <p:spPr>
          <a:xfrm>
            <a:off x="8737600" y="6379799"/>
            <a:ext cx="2844800" cy="365125"/>
          </a:xfrm>
        </p:spPr>
        <p:txBody>
          <a:bodyPr/>
          <a:lstStyle>
            <a:lvl1pPr>
              <a:defRPr sz="1800"/>
            </a:lvl1pPr>
          </a:lstStyle>
          <a:p>
            <a:fld id="{2E86C063-E22E-2E4C-A523-54089486E38F}" type="slidenum">
              <a:rPr lang="en-US" smtClean="0"/>
              <a:pPr/>
              <a:t>‹#›</a:t>
            </a:fld>
            <a:endParaRPr lang="en-US" dirty="0"/>
          </a:p>
        </p:txBody>
      </p:sp>
    </p:spTree>
    <p:extLst>
      <p:ext uri="{BB962C8B-B14F-4D97-AF65-F5344CB8AC3E}">
        <p14:creationId xmlns:p14="http://schemas.microsoft.com/office/powerpoint/2010/main" val="3503887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44820"/>
            <a:ext cx="10972800" cy="898180"/>
          </a:xfrm>
        </p:spPr>
        <p:txBody>
          <a:bodyPr>
            <a:normAutofit/>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609600" y="1258875"/>
            <a:ext cx="5386917" cy="898180"/>
          </a:xfrm>
        </p:spPr>
        <p:txBody>
          <a:bodyPr anchor="t">
            <a:noAutofit/>
          </a:bodyPr>
          <a:lstStyle>
            <a:lvl1pPr marL="0" indent="0">
              <a:buNone/>
              <a:defRPr sz="3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7" cy="3951288"/>
          </a:xfrm>
        </p:spPr>
        <p:txBody>
          <a:bodyPr>
            <a:noAutofit/>
          </a:bodyPr>
          <a:lstStyle>
            <a:lvl1pPr marL="457189" indent="-457189">
              <a:buFont typeface="Wingdings" panose="05000000000000000000" pitchFamily="2" charset="2"/>
              <a:buChar char="Ø"/>
              <a:defRPr sz="3000"/>
            </a:lvl1pPr>
            <a:lvl2pPr marL="914377" indent="-457189">
              <a:buFont typeface="Wingdings" panose="05000000000000000000" pitchFamily="2" charset="2"/>
              <a:buChar char="Ø"/>
              <a:defRPr sz="3000"/>
            </a:lvl2pPr>
            <a:lvl3pPr marL="1371566" indent="-457189">
              <a:buFont typeface="Wingdings" panose="05000000000000000000" pitchFamily="2" charset="2"/>
              <a:buChar char="Ø"/>
              <a:defRPr sz="3000"/>
            </a:lvl3pPr>
            <a:lvl4pPr marL="1828754" indent="-457189">
              <a:buFont typeface="Wingdings" panose="05000000000000000000" pitchFamily="2" charset="2"/>
              <a:buChar char="Ø"/>
              <a:defRPr sz="3000"/>
            </a:lvl4pPr>
            <a:lvl5pPr marL="2285943" indent="-457189">
              <a:buFont typeface="Wingdings" panose="05000000000000000000" pitchFamily="2" charset="2"/>
              <a:buChar char="Ø"/>
              <a:defRPr sz="30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258875"/>
            <a:ext cx="5389033" cy="916001"/>
          </a:xfrm>
        </p:spPr>
        <p:txBody>
          <a:bodyPr anchor="t">
            <a:noAutofit/>
          </a:bodyPr>
          <a:lstStyle>
            <a:lvl1pPr marL="0" indent="0">
              <a:buNone/>
              <a:defRPr sz="3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9" y="2174875"/>
            <a:ext cx="5389033" cy="3951288"/>
          </a:xfrm>
        </p:spPr>
        <p:txBody>
          <a:bodyPr>
            <a:noAutofit/>
          </a:bodyPr>
          <a:lstStyle>
            <a:lvl1pPr marL="342891" indent="-342891">
              <a:buFont typeface="Wingdings" panose="05000000000000000000" pitchFamily="2" charset="2"/>
              <a:buChar char="Ø"/>
              <a:defRPr sz="3000"/>
            </a:lvl1pPr>
            <a:lvl2pPr marL="742932" indent="-285744">
              <a:buFont typeface="Wingdings" panose="05000000000000000000" pitchFamily="2" charset="2"/>
              <a:buChar char="Ø"/>
              <a:defRPr sz="3000"/>
            </a:lvl2pPr>
            <a:lvl3pPr marL="1142971" indent="-228594">
              <a:buFont typeface="Wingdings" panose="05000000000000000000" pitchFamily="2" charset="2"/>
              <a:buChar char="Ø"/>
              <a:defRPr sz="3000"/>
            </a:lvl3pPr>
            <a:lvl4pPr marL="1600160" indent="-228594">
              <a:buFont typeface="Wingdings" panose="05000000000000000000" pitchFamily="2" charset="2"/>
              <a:buChar char="Ø"/>
              <a:defRPr sz="3000"/>
            </a:lvl4pPr>
            <a:lvl5pPr marL="2057349" indent="-228594">
              <a:buFont typeface="Wingdings" panose="05000000000000000000" pitchFamily="2" charset="2"/>
              <a:buChar char="Ø"/>
              <a:defRPr sz="30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lvl1pPr>
              <a:defRPr b="0"/>
            </a:lvl1pPr>
          </a:lstStyle>
          <a:p>
            <a:r>
              <a:rPr lang="en-CA" dirty="0"/>
              <a:t>Making Technology work for everyone!</a:t>
            </a:r>
            <a:endParaRPr lang="en-US" dirty="0"/>
          </a:p>
        </p:txBody>
      </p:sp>
      <p:sp>
        <p:nvSpPr>
          <p:cNvPr id="9" name="Slide Number Placeholder 8"/>
          <p:cNvSpPr>
            <a:spLocks noGrp="1"/>
          </p:cNvSpPr>
          <p:nvPr>
            <p:ph type="sldNum" sz="quarter" idx="12"/>
          </p:nvPr>
        </p:nvSpPr>
        <p:spPr/>
        <p:txBody>
          <a:bodyPr/>
          <a:lstStyle/>
          <a:p>
            <a:fld id="{2E86C063-E22E-2E4C-A523-54089486E38F}" type="slidenum">
              <a:rPr lang="en-US" smtClean="0"/>
              <a:pPr/>
              <a:t>‹#›</a:t>
            </a:fld>
            <a:endParaRPr lang="en-US" dirty="0"/>
          </a:p>
        </p:txBody>
      </p:sp>
    </p:spTree>
    <p:extLst>
      <p:ext uri="{BB962C8B-B14F-4D97-AF65-F5344CB8AC3E}">
        <p14:creationId xmlns:p14="http://schemas.microsoft.com/office/powerpoint/2010/main" val="74659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ustom Layou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C2020-4F4E-42A0-AF30-D671AD908D82}"/>
              </a:ext>
            </a:extLst>
          </p:cNvPr>
          <p:cNvSpPr>
            <a:spLocks noGrp="1"/>
          </p:cNvSpPr>
          <p:nvPr>
            <p:ph type="title"/>
          </p:nvPr>
        </p:nvSpPr>
        <p:spPr/>
        <p:txBody>
          <a:bodyPr>
            <a:normAutofit/>
          </a:bodyPr>
          <a:lstStyle>
            <a:lvl1pPr>
              <a:defRPr sz="3600"/>
            </a:lvl1pPr>
          </a:lstStyle>
          <a:p>
            <a:r>
              <a:rPr lang="en-US" dirty="0"/>
              <a:t>Click to edit Master title style</a:t>
            </a:r>
            <a:endParaRPr lang="en-CA" dirty="0"/>
          </a:p>
        </p:txBody>
      </p:sp>
      <p:sp>
        <p:nvSpPr>
          <p:cNvPr id="4" name="Footer Placeholder 3">
            <a:extLst>
              <a:ext uri="{FF2B5EF4-FFF2-40B4-BE49-F238E27FC236}">
                <a16:creationId xmlns:a16="http://schemas.microsoft.com/office/drawing/2014/main" id="{1007B5AA-B683-4EAE-AD66-731A19233E11}"/>
              </a:ext>
            </a:extLst>
          </p:cNvPr>
          <p:cNvSpPr>
            <a:spLocks noGrp="1"/>
          </p:cNvSpPr>
          <p:nvPr>
            <p:ph type="ftr" sz="quarter" idx="11"/>
          </p:nvPr>
        </p:nvSpPr>
        <p:spPr/>
        <p:txBody>
          <a:bodyPr/>
          <a:lstStyle>
            <a:lvl1pPr>
              <a:defRPr b="0"/>
            </a:lvl1p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81A20FC3-C7F3-40D1-97E1-1BAB89CE6B01}"/>
              </a:ext>
            </a:extLst>
          </p:cNvPr>
          <p:cNvSpPr>
            <a:spLocks noGrp="1"/>
          </p:cNvSpPr>
          <p:nvPr>
            <p:ph type="sldNum" sz="quarter" idx="12"/>
          </p:nvPr>
        </p:nvSpPr>
        <p:spPr>
          <a:xfrm>
            <a:off x="8772772" y="6434220"/>
            <a:ext cx="2803769" cy="287256"/>
          </a:xfrm>
        </p:spPr>
        <p:txBody>
          <a:bodyPr/>
          <a:lstStyle>
            <a:lvl1pPr>
              <a:defRPr sz="1800"/>
            </a:lvl1pPr>
          </a:lstStyle>
          <a:p>
            <a:fld id="{2E86C063-E22E-2E4C-A523-54089486E38F}" type="slidenum">
              <a:rPr lang="en-US" smtClean="0"/>
              <a:pPr/>
              <a:t>‹#›</a:t>
            </a:fld>
            <a:endParaRPr lang="en-US" dirty="0"/>
          </a:p>
        </p:txBody>
      </p:sp>
      <p:sp>
        <p:nvSpPr>
          <p:cNvPr id="7" name="Content Placeholder 6">
            <a:extLst>
              <a:ext uri="{FF2B5EF4-FFF2-40B4-BE49-F238E27FC236}">
                <a16:creationId xmlns:a16="http://schemas.microsoft.com/office/drawing/2014/main" id="{FC5AD0B7-D45A-46AC-8B34-051B1A93A591}"/>
              </a:ext>
            </a:extLst>
          </p:cNvPr>
          <p:cNvSpPr>
            <a:spLocks noGrp="1"/>
          </p:cNvSpPr>
          <p:nvPr>
            <p:ph sz="quarter" idx="13"/>
          </p:nvPr>
        </p:nvSpPr>
        <p:spPr>
          <a:xfrm>
            <a:off x="728133" y="1779589"/>
            <a:ext cx="10854267" cy="4283075"/>
          </a:xfrm>
        </p:spPr>
        <p:txBody>
          <a:bodyPr>
            <a:normAutofit/>
          </a:bodyPr>
          <a:lstStyle>
            <a:lvl1pPr marL="342891" indent="-342891">
              <a:buFont typeface="Wingdings" panose="05000000000000000000" pitchFamily="2" charset="2"/>
              <a:buChar char="Ø"/>
              <a:defRPr sz="3000"/>
            </a:lvl1pPr>
            <a:lvl2pPr marL="742932" indent="-285744">
              <a:buFont typeface="Wingdings" panose="05000000000000000000" pitchFamily="2" charset="2"/>
              <a:buChar char="Ø"/>
              <a:defRPr sz="3000"/>
            </a:lvl2pPr>
            <a:lvl3pPr marL="1142971" indent="-228594">
              <a:buFont typeface="Wingdings" panose="05000000000000000000" pitchFamily="2" charset="2"/>
              <a:buChar char="Ø"/>
              <a:defRPr sz="3000"/>
            </a:lvl3pPr>
            <a:lvl4pPr marL="1600160" indent="-228594">
              <a:buFont typeface="Wingdings" panose="05000000000000000000" pitchFamily="2" charset="2"/>
              <a:buChar char="Ø"/>
              <a:defRPr sz="3000"/>
            </a:lvl4pPr>
            <a:lvl5pPr marL="2057349" indent="-228594">
              <a:buFont typeface="Wingdings" panose="05000000000000000000" pitchFamily="2" charset="2"/>
              <a:buChar char="Ø"/>
              <a:defRPr sz="3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307921856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9"/>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44820"/>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2665708" y="6436297"/>
            <a:ext cx="6096001" cy="287256"/>
          </a:xfrm>
          <a:prstGeom prst="rect">
            <a:avLst/>
          </a:prstGeom>
        </p:spPr>
        <p:txBody>
          <a:bodyPr vert="horz" lIns="91440" tIns="45720" rIns="91440" bIns="45720" rtlCol="0" anchor="ctr"/>
          <a:lstStyle>
            <a:lvl1pPr algn="ctr">
              <a:defRPr sz="1800" b="0">
                <a:solidFill>
                  <a:schemeClr val="tx1"/>
                </a:solidFill>
                <a:latin typeface="+mj-lt"/>
              </a:defRPr>
            </a:lvl1pPr>
          </a:lstStyle>
          <a:p>
            <a:r>
              <a:rPr lang="en-CA" dirty="0"/>
              <a:t>Making Technology work for everyone!</a:t>
            </a: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800">
                <a:solidFill>
                  <a:schemeClr val="tx1"/>
                </a:solidFill>
                <a:latin typeface="+mj-lt"/>
              </a:defRPr>
            </a:lvl1pPr>
          </a:lstStyle>
          <a:p>
            <a:fld id="{2E86C063-E22E-2E4C-A523-54089486E38F}" type="slidenum">
              <a:rPr lang="en-US" smtClean="0"/>
              <a:pPr/>
              <a:t>‹#›</a:t>
            </a:fld>
            <a:endParaRPr lang="en-US" dirty="0"/>
          </a:p>
        </p:txBody>
      </p:sp>
    </p:spTree>
    <p:extLst>
      <p:ext uri="{BB962C8B-B14F-4D97-AF65-F5344CB8AC3E}">
        <p14:creationId xmlns:p14="http://schemas.microsoft.com/office/powerpoint/2010/main" val="1176909028"/>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62" r:id="rId3"/>
    <p:sldLayoutId id="2147483663" r:id="rId4"/>
    <p:sldLayoutId id="2147483664" r:id="rId5"/>
    <p:sldLayoutId id="2147483665" r:id="rId6"/>
    <p:sldLayoutId id="2147483666" r:id="rId7"/>
  </p:sldLayoutIdLst>
  <p:hf hdr="0" dt="0"/>
  <p:txStyles>
    <p:titleStyle>
      <a:lvl1pPr algn="l" defTabSz="457189" rtl="0" eaLnBrk="1" latinLnBrk="0" hangingPunct="1">
        <a:spcBef>
          <a:spcPct val="0"/>
        </a:spcBef>
        <a:buNone/>
        <a:defRPr sz="3600" b="1"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891" indent="-342891" algn="l" defTabSz="457189" rtl="0" eaLnBrk="1" latinLnBrk="0" hangingPunct="1">
        <a:spcBef>
          <a:spcPct val="20000"/>
        </a:spcBef>
        <a:buFont typeface="Wingdings" panose="05000000000000000000" pitchFamily="2" charset="2"/>
        <a:buChar char="Ø"/>
        <a:defRPr sz="3000" kern="1200">
          <a:solidFill>
            <a:schemeClr val="tx1"/>
          </a:solidFill>
          <a:latin typeface="Arial"/>
          <a:ea typeface="+mn-ea"/>
          <a:cs typeface="Verdana"/>
        </a:defRPr>
      </a:lvl1pPr>
      <a:lvl2pPr marL="742932" indent="-285744" algn="l" defTabSz="457189" rtl="0" eaLnBrk="1" latinLnBrk="0" hangingPunct="1">
        <a:spcBef>
          <a:spcPct val="20000"/>
        </a:spcBef>
        <a:buFont typeface="Wingdings" panose="05000000000000000000" pitchFamily="2" charset="2"/>
        <a:buChar char="Ø"/>
        <a:defRPr sz="3000" kern="1200">
          <a:solidFill>
            <a:schemeClr val="tx1"/>
          </a:solidFill>
          <a:latin typeface="Arial"/>
          <a:ea typeface="+mn-ea"/>
          <a:cs typeface="Verdana"/>
        </a:defRPr>
      </a:lvl2pPr>
      <a:lvl3pPr marL="1142971" indent="-228594" algn="l" defTabSz="457189" rtl="0" eaLnBrk="1" latinLnBrk="0" hangingPunct="1">
        <a:spcBef>
          <a:spcPct val="20000"/>
        </a:spcBef>
        <a:buFont typeface="Wingdings" panose="05000000000000000000" pitchFamily="2" charset="2"/>
        <a:buChar char="Ø"/>
        <a:defRPr sz="3000" kern="1200">
          <a:solidFill>
            <a:schemeClr val="tx1"/>
          </a:solidFill>
          <a:latin typeface="Arial"/>
          <a:ea typeface="+mn-ea"/>
          <a:cs typeface="Verdana"/>
        </a:defRPr>
      </a:lvl3pPr>
      <a:lvl4pPr marL="1600160" indent="-228594" algn="l" defTabSz="457189" rtl="0" eaLnBrk="1" latinLnBrk="0" hangingPunct="1">
        <a:spcBef>
          <a:spcPct val="20000"/>
        </a:spcBef>
        <a:buFont typeface="Wingdings" panose="05000000000000000000" pitchFamily="2" charset="2"/>
        <a:buChar char="Ø"/>
        <a:defRPr sz="3000" kern="1200">
          <a:solidFill>
            <a:schemeClr val="tx1"/>
          </a:solidFill>
          <a:latin typeface="Arial"/>
          <a:ea typeface="+mn-ea"/>
          <a:cs typeface="Verdana"/>
        </a:defRPr>
      </a:lvl4pPr>
      <a:lvl5pPr marL="2057349" indent="-228594" algn="l" defTabSz="457189" rtl="0" eaLnBrk="1" latinLnBrk="0" hangingPunct="1">
        <a:spcBef>
          <a:spcPct val="20000"/>
        </a:spcBef>
        <a:buFont typeface="Wingdings" panose="05000000000000000000" pitchFamily="2" charset="2"/>
        <a:buChar char="Ø"/>
        <a:defRPr sz="3000" kern="1200">
          <a:solidFill>
            <a:schemeClr val="tx1"/>
          </a:solidFill>
          <a:latin typeface="Arial"/>
          <a:ea typeface="+mn-ea"/>
          <a:cs typeface="Verdana"/>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notesSlide" Target="../notesSlides/notesSlide2.xml"/><Relationship Id="rId5" Type="http://schemas.openxmlformats.org/officeDocument/2006/relationships/slideLayout" Target="../slideLayouts/slideLayout3.xml"/><Relationship Id="rId4" Type="http://schemas.openxmlformats.org/officeDocument/2006/relationships/tags" Target="../tags/tag7.xml"/></Relationships>
</file>

<file path=ppt/slides/_rels/slide3.xml.rels><?xml version="1.0" encoding="UTF-8" standalone="yes"?>
<Relationships xmlns="http://schemas.openxmlformats.org/package/2006/relationships"><Relationship Id="rId8" Type="http://schemas.openxmlformats.org/officeDocument/2006/relationships/hyperlink" Target="https://support.microsoft.com/en-us/office/view-live-transcription-in-a-teams-meeting-dc1a8f23-2e20-4684-885e-2152e06a4a8b" TargetMode="External"/><Relationship Id="rId3" Type="http://schemas.openxmlformats.org/officeDocument/2006/relationships/tags" Target="../tags/tag10.xml"/><Relationship Id="rId7" Type="http://schemas.openxmlformats.org/officeDocument/2006/relationships/hyperlink" Target="https://support.microsoft.com/en-us/office/use-live-captions-in-a-teams-meeting-4be2d304-f675-4b57-8347-cbd000a21260" TargetMode="Externa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notesSlide" Target="../notesSlides/notesSlide3.xml"/><Relationship Id="rId5" Type="http://schemas.openxmlformats.org/officeDocument/2006/relationships/slideLayout" Target="../slideLayouts/slideLayout3.xml"/><Relationship Id="rId4" Type="http://schemas.openxmlformats.org/officeDocument/2006/relationships/tags" Target="../tags/tag1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notesSlide" Target="../notesSlides/notesSlide5.xml"/><Relationship Id="rId5" Type="http://schemas.openxmlformats.org/officeDocument/2006/relationships/slideLayout" Target="../slideLayouts/slideLayout3.xml"/><Relationship Id="rId4" Type="http://schemas.openxmlformats.org/officeDocument/2006/relationships/tags" Target="../tags/tag15.xml"/></Relationships>
</file>

<file path=ppt/slides/_rels/slide6.xml.rels><?xml version="1.0" encoding="UTF-8" standalone="yes"?>
<Relationships xmlns="http://schemas.openxmlformats.org/package/2006/relationships"><Relationship Id="rId3" Type="http://schemas.openxmlformats.org/officeDocument/2006/relationships/tags" Target="../tags/tag18.xml"/><Relationship Id="rId7" Type="http://schemas.microsoft.com/office/2007/relationships/hdphoto" Target="../media/hdphoto1.wdp"/><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5.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slideLayout" Target="../slideLayouts/slideLayout3.xml"/><Relationship Id="rId4" Type="http://schemas.openxmlformats.org/officeDocument/2006/relationships/tags" Target="../tags/tag22.xml"/></Relationships>
</file>

<file path=ppt/slides/_rels/slide8.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notesSlide" Target="../notesSlides/notesSlide7.xml"/><Relationship Id="rId5" Type="http://schemas.openxmlformats.org/officeDocument/2006/relationships/slideLayout" Target="../slideLayouts/slideLayout3.xml"/><Relationship Id="rId4" Type="http://schemas.openxmlformats.org/officeDocument/2006/relationships/tags" Target="../tags/tag26.xml"/></Relationships>
</file>

<file path=ppt/slides/_rels/slide9.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notesSlide" Target="../notesSlides/notesSlide8.xml"/><Relationship Id="rId5" Type="http://schemas.openxmlformats.org/officeDocument/2006/relationships/slideLayout" Target="../slideLayouts/slideLayout5.xml"/><Relationship Id="rId4" Type="http://schemas.openxmlformats.org/officeDocument/2006/relationships/tags" Target="../tags/tag30.xml"/></Relationships>
</file>

<file path=ppt/slides/_rels/slide10.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hyperlink" Target="https://www.btb.termiumplus.gc.ca/tcdnstyl-chap?lang=fra&amp;lettr=chapsect1&amp;info0=1.16" TargetMode="Externa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notesSlide" Target="../notesSlides/notesSlide9.xml"/><Relationship Id="rId5" Type="http://schemas.openxmlformats.org/officeDocument/2006/relationships/slideLayout" Target="../slideLayouts/slideLayout3.xml"/><Relationship Id="rId4" Type="http://schemas.openxmlformats.org/officeDocument/2006/relationships/tags" Target="../tags/tag34.xml"/></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37.xml"/><Relationship Id="rId7" Type="http://schemas.openxmlformats.org/officeDocument/2006/relationships/notesSlide" Target="../notesSlides/notesSlide10.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slideLayout" Target="../slideLayouts/slideLayout3.xml"/><Relationship Id="rId5" Type="http://schemas.openxmlformats.org/officeDocument/2006/relationships/tags" Target="../tags/tag39.xml"/><Relationship Id="rId4" Type="http://schemas.openxmlformats.org/officeDocument/2006/relationships/tags" Target="../tags/tag38.xml"/></Relationships>
</file>

<file path=ppt/slides/_rels/slide12.xml.rels><?xml version="1.0" encoding="UTF-8" standalone="yes"?>
<Relationships xmlns="http://schemas.openxmlformats.org/package/2006/relationships"><Relationship Id="rId3" Type="http://schemas.openxmlformats.org/officeDocument/2006/relationships/tags" Target="../tags/tag42.xml"/><Relationship Id="rId7" Type="http://schemas.openxmlformats.org/officeDocument/2006/relationships/image" Target="../media/image7.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notesSlide" Target="../notesSlides/notesSlide11.xml"/><Relationship Id="rId5" Type="http://schemas.openxmlformats.org/officeDocument/2006/relationships/slideLayout" Target="../slideLayouts/slideLayout5.xml"/><Relationship Id="rId4" Type="http://schemas.openxmlformats.org/officeDocument/2006/relationships/tags" Target="../tags/tag43.xml"/></Relationships>
</file>

<file path=ppt/slides/_rels/slide13.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image" Target="../media/image8.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notesSlide" Target="../notesSlides/notesSlide12.xml"/><Relationship Id="rId5" Type="http://schemas.openxmlformats.org/officeDocument/2006/relationships/slideLayout" Target="../slideLayouts/slideLayout5.xml"/><Relationship Id="rId4" Type="http://schemas.openxmlformats.org/officeDocument/2006/relationships/tags" Target="../tags/tag47.xml"/></Relationships>
</file>

<file path=ppt/slides/_rels/slide14.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notesSlide" Target="../notesSlides/notesSlide13.xml"/><Relationship Id="rId5" Type="http://schemas.openxmlformats.org/officeDocument/2006/relationships/slideLayout" Target="../slideLayouts/slideLayout3.xml"/><Relationship Id="rId4" Type="http://schemas.openxmlformats.org/officeDocument/2006/relationships/tags" Target="../tags/tag51.xml"/></Relationships>
</file>

<file path=ppt/slides/_rels/slide15.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notesSlide" Target="../notesSlides/notesSlide14.xml"/><Relationship Id="rId5" Type="http://schemas.openxmlformats.org/officeDocument/2006/relationships/slideLayout" Target="../slideLayouts/slideLayout3.xml"/><Relationship Id="rId4" Type="http://schemas.openxmlformats.org/officeDocument/2006/relationships/tags" Target="../tags/tag55.xml"/></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58.xml"/><Relationship Id="rId7" Type="http://schemas.openxmlformats.org/officeDocument/2006/relationships/notesSlide" Target="../notesSlides/notesSlide15.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slideLayout" Target="../slideLayouts/slideLayout3.xml"/><Relationship Id="rId5" Type="http://schemas.openxmlformats.org/officeDocument/2006/relationships/tags" Target="../tags/tag60.xml"/><Relationship Id="rId4" Type="http://schemas.openxmlformats.org/officeDocument/2006/relationships/tags" Target="../tags/tag59.xml"/></Relationships>
</file>

<file path=ppt/slides/_rels/slide1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notesSlide" Target="../notesSlides/notesSlide16.xml"/><Relationship Id="rId5" Type="http://schemas.openxmlformats.org/officeDocument/2006/relationships/slideLayout" Target="../slideLayouts/slideLayout3.xml"/><Relationship Id="rId4" Type="http://schemas.openxmlformats.org/officeDocument/2006/relationships/tags" Target="../tags/tag64.xml"/></Relationships>
</file>

<file path=ppt/slides/_rels/slide18.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notesSlide" Target="../notesSlides/notesSlide18.xml"/><Relationship Id="rId5" Type="http://schemas.openxmlformats.org/officeDocument/2006/relationships/slideLayout" Target="../slideLayouts/slideLayout3.xml"/><Relationship Id="rId4" Type="http://schemas.openxmlformats.org/officeDocument/2006/relationships/tags" Target="../tags/tag71.xml"/></Relationships>
</file>

<file path=ppt/slides/_rels/slide20.xml.rels><?xml version="1.0" encoding="UTF-8" standalone="yes"?>
<Relationships xmlns="http://schemas.openxmlformats.org/package/2006/relationships"><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notesSlide" Target="../notesSlides/notesSlide19.xml"/><Relationship Id="rId5" Type="http://schemas.openxmlformats.org/officeDocument/2006/relationships/slideLayout" Target="../slideLayouts/slideLayout3.xml"/><Relationship Id="rId4" Type="http://schemas.openxmlformats.org/officeDocument/2006/relationships/tags" Target="../tags/tag75.xml"/></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0.xml"/><Relationship Id="rId3" Type="http://schemas.openxmlformats.org/officeDocument/2006/relationships/tags" Target="../tags/tag78.xml"/><Relationship Id="rId7" Type="http://schemas.openxmlformats.org/officeDocument/2006/relationships/slideLayout" Target="../slideLayouts/slideLayout3.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10" Type="http://schemas.openxmlformats.org/officeDocument/2006/relationships/image" Target="../media/image11.png"/><Relationship Id="rId4" Type="http://schemas.openxmlformats.org/officeDocument/2006/relationships/tags" Target="../tags/tag79.xml"/><Relationship Id="rId9" Type="http://schemas.openxmlformats.org/officeDocument/2006/relationships/image" Target="../media/image10.pn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1.xml"/><Relationship Id="rId3" Type="http://schemas.openxmlformats.org/officeDocument/2006/relationships/tags" Target="../tags/tag84.xml"/><Relationship Id="rId7" Type="http://schemas.openxmlformats.org/officeDocument/2006/relationships/slideLayout" Target="../slideLayouts/slideLayout3.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5" Type="http://schemas.openxmlformats.org/officeDocument/2006/relationships/tags" Target="../tags/tag86.xml"/><Relationship Id="rId10" Type="http://schemas.openxmlformats.org/officeDocument/2006/relationships/image" Target="../media/image13.png"/><Relationship Id="rId4" Type="http://schemas.openxmlformats.org/officeDocument/2006/relationships/tags" Target="../tags/tag85.xml"/><Relationship Id="rId9"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tags" Target="../tags/tag90.xml"/><Relationship Id="rId7" Type="http://schemas.openxmlformats.org/officeDocument/2006/relationships/hyperlink" Target="https://esdc.prv/en/pasrb/publishing_multimedia/graphics/fip.shtml" TargetMode="Externa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notesSlide" Target="../notesSlides/notesSlide22.xml"/><Relationship Id="rId5" Type="http://schemas.openxmlformats.org/officeDocument/2006/relationships/slideLayout" Target="../slideLayouts/slideLayout3.xml"/><Relationship Id="rId4" Type="http://schemas.openxmlformats.org/officeDocument/2006/relationships/tags" Target="../tags/tag91.xml"/></Relationships>
</file>

<file path=ppt/slides/_rels/slide24.xml.rels><?xml version="1.0" encoding="UTF-8" standalone="yes"?>
<Relationships xmlns="http://schemas.openxmlformats.org/package/2006/relationships"><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notesSlide" Target="../notesSlides/notesSlide23.xml"/><Relationship Id="rId5" Type="http://schemas.openxmlformats.org/officeDocument/2006/relationships/slideLayout" Target="../slideLayouts/slideLayout3.xml"/><Relationship Id="rId4" Type="http://schemas.openxmlformats.org/officeDocument/2006/relationships/tags" Target="../tags/tag95.xml"/></Relationships>
</file>

<file path=ppt/slides/_rels/slide25.xml.rels><?xml version="1.0" encoding="UTF-8" standalone="yes"?>
<Relationships xmlns="http://schemas.openxmlformats.org/package/2006/relationships"><Relationship Id="rId3" Type="http://schemas.openxmlformats.org/officeDocument/2006/relationships/tags" Target="../tags/tag98.xml"/><Relationship Id="rId7" Type="http://schemas.openxmlformats.org/officeDocument/2006/relationships/image" Target="../media/image14.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notesSlide" Target="../notesSlides/notesSlide24.xml"/><Relationship Id="rId5" Type="http://schemas.openxmlformats.org/officeDocument/2006/relationships/slideLayout" Target="../slideLayouts/slideLayout3.xml"/><Relationship Id="rId4" Type="http://schemas.openxmlformats.org/officeDocument/2006/relationships/tags" Target="../tags/tag99.xml"/></Relationships>
</file>

<file path=ppt/slides/_rels/slide26.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notesSlide" Target="../notesSlides/notesSlide25.xml"/><Relationship Id="rId5" Type="http://schemas.openxmlformats.org/officeDocument/2006/relationships/slideLayout" Target="../slideLayouts/slideLayout3.xml"/><Relationship Id="rId4" Type="http://schemas.openxmlformats.org/officeDocument/2006/relationships/tags" Target="../tags/tag103.xml"/></Relationships>
</file>

<file path=ppt/slides/_rels/slide27.xml.rels><?xml version="1.0" encoding="UTF-8" standalone="yes"?>
<Relationships xmlns="http://schemas.openxmlformats.org/package/2006/relationships"><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notesSlide" Target="../notesSlides/notesSlide26.xml"/><Relationship Id="rId5" Type="http://schemas.openxmlformats.org/officeDocument/2006/relationships/slideLayout" Target="../slideLayouts/slideLayout3.xml"/><Relationship Id="rId4" Type="http://schemas.openxmlformats.org/officeDocument/2006/relationships/tags" Target="../tags/tag107.xml"/></Relationships>
</file>

<file path=ppt/slides/_rels/slide28.xml.rels><?xml version="1.0" encoding="UTF-8" standalone="yes"?>
<Relationships xmlns="http://schemas.openxmlformats.org/package/2006/relationships"><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notesSlide" Target="../notesSlides/notesSlide27.xml"/><Relationship Id="rId5" Type="http://schemas.openxmlformats.org/officeDocument/2006/relationships/slideLayout" Target="../slideLayouts/slideLayout3.xml"/><Relationship Id="rId4" Type="http://schemas.openxmlformats.org/officeDocument/2006/relationships/tags" Target="../tags/tag111.xml"/></Relationships>
</file>

<file path=ppt/slides/_rels/slide29.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5" Type="http://schemas.openxmlformats.org/officeDocument/2006/relationships/notesSlide" Target="../notesSlides/notesSlide28.xml"/><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5" Type="http://schemas.openxmlformats.org/officeDocument/2006/relationships/slideLayout" Target="../slideLayouts/slideLayout3.xml"/><Relationship Id="rId4" Type="http://schemas.openxmlformats.org/officeDocument/2006/relationships/tags" Target="../tags/tag118.xml"/></Relationships>
</file>

<file path=ppt/slides/_rels/slide31.xml.rels><?xml version="1.0" encoding="UTF-8" standalone="yes"?>
<Relationships xmlns="http://schemas.openxmlformats.org/package/2006/relationships"><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notesSlide" Target="../notesSlides/notesSlide29.xml"/><Relationship Id="rId5" Type="http://schemas.openxmlformats.org/officeDocument/2006/relationships/slideLayout" Target="../slideLayouts/slideLayout3.xml"/><Relationship Id="rId4" Type="http://schemas.openxmlformats.org/officeDocument/2006/relationships/tags" Target="../tags/tag122.xml"/></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0.xml"/><Relationship Id="rId3" Type="http://schemas.openxmlformats.org/officeDocument/2006/relationships/tags" Target="../tags/tag125.xml"/><Relationship Id="rId7" Type="http://schemas.openxmlformats.org/officeDocument/2006/relationships/slideLayout" Target="../slideLayouts/slideLayout6.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5" Type="http://schemas.openxmlformats.org/officeDocument/2006/relationships/tags" Target="../tags/tag127.xml"/><Relationship Id="rId10" Type="http://schemas.openxmlformats.org/officeDocument/2006/relationships/image" Target="../media/image16.png"/><Relationship Id="rId4" Type="http://schemas.openxmlformats.org/officeDocument/2006/relationships/tags" Target="../tags/tag126.xml"/><Relationship Id="rId9"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5" Type="http://schemas.openxmlformats.org/officeDocument/2006/relationships/slideLayout" Target="../slideLayouts/slideLayout3.xml"/><Relationship Id="rId4" Type="http://schemas.openxmlformats.org/officeDocument/2006/relationships/tags" Target="../tags/tag132.xml"/></Relationships>
</file>

<file path=ppt/slides/_rels/slide3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135.xml"/><Relationship Id="rId7" Type="http://schemas.openxmlformats.org/officeDocument/2006/relationships/notesSlide" Target="../notesSlides/notesSlide31.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slideLayout" Target="../slideLayouts/slideLayout6.xml"/><Relationship Id="rId5" Type="http://schemas.openxmlformats.org/officeDocument/2006/relationships/tags" Target="../tags/tag137.xml"/><Relationship Id="rId4" Type="http://schemas.openxmlformats.org/officeDocument/2006/relationships/tags" Target="../tags/tag136.xml"/></Relationships>
</file>

<file path=ppt/slides/_rels/slide35.xml.rels><?xml version="1.0" encoding="UTF-8" standalone="yes"?>
<Relationships xmlns="http://schemas.openxmlformats.org/package/2006/relationships"><Relationship Id="rId8" Type="http://schemas.openxmlformats.org/officeDocument/2006/relationships/notesSlide" Target="../notesSlides/notesSlide32.xml"/><Relationship Id="rId3" Type="http://schemas.openxmlformats.org/officeDocument/2006/relationships/tags" Target="../tags/tag140.xml"/><Relationship Id="rId7" Type="http://schemas.openxmlformats.org/officeDocument/2006/relationships/slideLayout" Target="../slideLayouts/slideLayout6.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tags" Target="../tags/tag143.xml"/><Relationship Id="rId11" Type="http://schemas.openxmlformats.org/officeDocument/2006/relationships/image" Target="../media/image19.wmf"/><Relationship Id="rId5" Type="http://schemas.openxmlformats.org/officeDocument/2006/relationships/tags" Target="../tags/tag142.xml"/><Relationship Id="rId10" Type="http://schemas.openxmlformats.org/officeDocument/2006/relationships/oleObject" Target="../embeddings/oleObject1.bin"/><Relationship Id="rId4" Type="http://schemas.openxmlformats.org/officeDocument/2006/relationships/tags" Target="../tags/tag141.xml"/><Relationship Id="rId9" Type="http://schemas.openxmlformats.org/officeDocument/2006/relationships/image" Target="../media/image18.png"/></Relationships>
</file>

<file path=ppt/slides/_rels/slide3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146.xml"/><Relationship Id="rId7" Type="http://schemas.openxmlformats.org/officeDocument/2006/relationships/notesSlide" Target="../notesSlides/notesSlide33.xml"/><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slideLayout" Target="../slideLayouts/slideLayout6.xml"/><Relationship Id="rId5" Type="http://schemas.openxmlformats.org/officeDocument/2006/relationships/tags" Target="../tags/tag148.xml"/><Relationship Id="rId4" Type="http://schemas.openxmlformats.org/officeDocument/2006/relationships/tags" Target="../tags/tag147.xml"/></Relationships>
</file>

<file path=ppt/slides/_rels/slide37.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5" Type="http://schemas.openxmlformats.org/officeDocument/2006/relationships/slideLayout" Target="../slideLayouts/slideLayout3.xml"/><Relationship Id="rId4" Type="http://schemas.openxmlformats.org/officeDocument/2006/relationships/tags" Target="../tags/tag152.xml"/></Relationships>
</file>

<file path=ppt/slides/_rels/slide38.xml.rels><?xml version="1.0" encoding="UTF-8" standalone="yes"?>
<Relationships xmlns="http://schemas.openxmlformats.org/package/2006/relationships"><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 Id="rId5" Type="http://schemas.openxmlformats.org/officeDocument/2006/relationships/slideLayout" Target="../slideLayouts/slideLayout3.xml"/><Relationship Id="rId4" Type="http://schemas.openxmlformats.org/officeDocument/2006/relationships/tags" Target="../tags/tag156.xml"/></Relationships>
</file>

<file path=ppt/slides/_rels/slide3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ags" Target="../tags/tag159.xml"/><Relationship Id="rId7" Type="http://schemas.openxmlformats.org/officeDocument/2006/relationships/notesSlide" Target="../notesSlides/notesSlide34.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slideLayout" Target="../slideLayouts/slideLayout6.xml"/><Relationship Id="rId5" Type="http://schemas.openxmlformats.org/officeDocument/2006/relationships/tags" Target="../tags/tag161.xml"/><Relationship Id="rId4" Type="http://schemas.openxmlformats.org/officeDocument/2006/relationships/tags" Target="../tags/tag160.xml"/><Relationship Id="rId9" Type="http://schemas.openxmlformats.org/officeDocument/2006/relationships/image" Target="../media/image22.png"/></Relationships>
</file>

<file path=ppt/slides/_rels/slide4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tags" Target="../tags/tag164.xml"/><Relationship Id="rId7" Type="http://schemas.openxmlformats.org/officeDocument/2006/relationships/notesSlide" Target="../notesSlides/notesSlide35.xml"/><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slideLayout" Target="../slideLayouts/slideLayout3.xml"/><Relationship Id="rId5" Type="http://schemas.openxmlformats.org/officeDocument/2006/relationships/tags" Target="../tags/tag166.xml"/><Relationship Id="rId4" Type="http://schemas.openxmlformats.org/officeDocument/2006/relationships/tags" Target="../tags/tag165.xml"/></Relationships>
</file>

<file path=ppt/slides/_rels/slide4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169.xml"/><Relationship Id="rId7" Type="http://schemas.openxmlformats.org/officeDocument/2006/relationships/notesSlide" Target="../notesSlides/notesSlide36.xml"/><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slideLayout" Target="../slideLayouts/slideLayout3.xml"/><Relationship Id="rId5" Type="http://schemas.openxmlformats.org/officeDocument/2006/relationships/tags" Target="../tags/tag171.xml"/><Relationship Id="rId4" Type="http://schemas.openxmlformats.org/officeDocument/2006/relationships/tags" Target="../tags/tag170.xml"/></Relationships>
</file>

<file path=ppt/slides/_rels/slide42.xml.rels><?xml version="1.0" encoding="UTF-8" standalone="yes"?>
<Relationships xmlns="http://schemas.openxmlformats.org/package/2006/relationships"><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 Id="rId6" Type="http://schemas.openxmlformats.org/officeDocument/2006/relationships/notesSlide" Target="../notesSlides/notesSlide37.xml"/><Relationship Id="rId5" Type="http://schemas.openxmlformats.org/officeDocument/2006/relationships/slideLayout" Target="../slideLayouts/slideLayout3.xml"/><Relationship Id="rId4" Type="http://schemas.openxmlformats.org/officeDocument/2006/relationships/tags" Target="../tags/tag175.xml"/></Relationships>
</file>

<file path=ppt/slides/_rels/slide4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178.xml"/><Relationship Id="rId7" Type="http://schemas.openxmlformats.org/officeDocument/2006/relationships/notesSlide" Target="../notesSlides/notesSlide38.xml"/><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slideLayout" Target="../slideLayouts/slideLayout3.xml"/><Relationship Id="rId5" Type="http://schemas.openxmlformats.org/officeDocument/2006/relationships/tags" Target="../tags/tag180.xml"/><Relationship Id="rId4" Type="http://schemas.openxmlformats.org/officeDocument/2006/relationships/tags" Target="../tags/tag179.xml"/></Relationships>
</file>

<file path=ppt/slides/_rels/slide44.xml.rels><?xml version="1.0" encoding="UTF-8" standalone="yes"?>
<Relationships xmlns="http://schemas.openxmlformats.org/package/2006/relationships"><Relationship Id="rId8" Type="http://schemas.openxmlformats.org/officeDocument/2006/relationships/notesSlide" Target="../notesSlides/notesSlide39.xml"/><Relationship Id="rId3" Type="http://schemas.openxmlformats.org/officeDocument/2006/relationships/tags" Target="../tags/tag183.xml"/><Relationship Id="rId7" Type="http://schemas.openxmlformats.org/officeDocument/2006/relationships/slideLayout" Target="../slideLayouts/slideLayout5.xml"/><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tags" Target="../tags/tag186.xml"/><Relationship Id="rId5" Type="http://schemas.openxmlformats.org/officeDocument/2006/relationships/tags" Target="../tags/tag185.xml"/><Relationship Id="rId10" Type="http://schemas.openxmlformats.org/officeDocument/2006/relationships/image" Target="../media/image27.png"/><Relationship Id="rId4" Type="http://schemas.openxmlformats.org/officeDocument/2006/relationships/tags" Target="../tags/tag184.xml"/><Relationship Id="rId9" Type="http://schemas.openxmlformats.org/officeDocument/2006/relationships/image" Target="../media/image26.png"/></Relationships>
</file>

<file path=ppt/slides/_rels/slide45.xml.rels><?xml version="1.0" encoding="UTF-8" standalone="yes"?>
<Relationships xmlns="http://schemas.openxmlformats.org/package/2006/relationships"><Relationship Id="rId3" Type="http://schemas.openxmlformats.org/officeDocument/2006/relationships/tags" Target="../tags/tag189.xml"/><Relationship Id="rId7" Type="http://schemas.openxmlformats.org/officeDocument/2006/relationships/image" Target="../media/image28.png"/><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notesSlide" Target="../notesSlides/notesSlide40.xml"/><Relationship Id="rId5" Type="http://schemas.openxmlformats.org/officeDocument/2006/relationships/slideLayout" Target="../slideLayouts/slideLayout5.xml"/><Relationship Id="rId4" Type="http://schemas.openxmlformats.org/officeDocument/2006/relationships/tags" Target="../tags/tag190.xml"/></Relationships>
</file>

<file path=ppt/slides/_rels/slide46.xml.rels><?xml version="1.0" encoding="UTF-8" standalone="yes"?>
<Relationships xmlns="http://schemas.openxmlformats.org/package/2006/relationships"><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notesSlide" Target="../notesSlides/notesSlide41.xml"/><Relationship Id="rId5" Type="http://schemas.openxmlformats.org/officeDocument/2006/relationships/slideLayout" Target="../slideLayouts/slideLayout3.xml"/><Relationship Id="rId4" Type="http://schemas.openxmlformats.org/officeDocument/2006/relationships/tags" Target="../tags/tag194.xml"/></Relationships>
</file>

<file path=ppt/slides/_rels/slide47.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hyperlink" Target="http://www.scolarius.com/" TargetMode="External"/><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notesSlide" Target="../notesSlides/notesSlide42.xml"/><Relationship Id="rId5" Type="http://schemas.openxmlformats.org/officeDocument/2006/relationships/slideLayout" Target="../slideLayouts/slideLayout5.xml"/><Relationship Id="rId4" Type="http://schemas.openxmlformats.org/officeDocument/2006/relationships/tags" Target="../tags/tag198.xml"/></Relationships>
</file>

<file path=ppt/slides/_rels/slide48.xml.rels><?xml version="1.0" encoding="UTF-8" standalone="yes"?>
<Relationships xmlns="http://schemas.openxmlformats.org/package/2006/relationships"><Relationship Id="rId3" Type="http://schemas.openxmlformats.org/officeDocument/2006/relationships/tags" Target="../tags/tag201.xml"/><Relationship Id="rId7" Type="http://schemas.openxmlformats.org/officeDocument/2006/relationships/image" Target="../media/image29.png"/><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notesSlide" Target="../notesSlides/notesSlide43.xml"/><Relationship Id="rId5" Type="http://schemas.openxmlformats.org/officeDocument/2006/relationships/slideLayout" Target="../slideLayouts/slideLayout5.xml"/><Relationship Id="rId4" Type="http://schemas.openxmlformats.org/officeDocument/2006/relationships/tags" Target="../tags/tag202.xml"/></Relationships>
</file>

<file path=ppt/slides/_rels/slide49.xml.rels><?xml version="1.0" encoding="UTF-8" standalone="yes"?>
<Relationships xmlns="http://schemas.openxmlformats.org/package/2006/relationships"><Relationship Id="rId3" Type="http://schemas.openxmlformats.org/officeDocument/2006/relationships/tags" Target="../tags/tag205.xml"/><Relationship Id="rId7" Type="http://schemas.openxmlformats.org/officeDocument/2006/relationships/image" Target="../media/image30.png"/><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notesSlide" Target="../notesSlides/notesSlide44.xml"/><Relationship Id="rId5" Type="http://schemas.openxmlformats.org/officeDocument/2006/relationships/slideLayout" Target="../slideLayouts/slideLayout5.xml"/><Relationship Id="rId4" Type="http://schemas.openxmlformats.org/officeDocument/2006/relationships/tags" Target="../tags/tag206.xml"/></Relationships>
</file>

<file path=ppt/slides/_rels/slide50.xml.rels><?xml version="1.0" encoding="UTF-8" standalone="yes"?>
<Relationships xmlns="http://schemas.openxmlformats.org/package/2006/relationships"><Relationship Id="rId3" Type="http://schemas.openxmlformats.org/officeDocument/2006/relationships/tags" Target="../tags/tag209.xml"/><Relationship Id="rId7" Type="http://schemas.openxmlformats.org/officeDocument/2006/relationships/image" Target="../media/image31.png"/><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notesSlide" Target="../notesSlides/notesSlide45.xml"/><Relationship Id="rId5" Type="http://schemas.openxmlformats.org/officeDocument/2006/relationships/slideLayout" Target="../slideLayouts/slideLayout5.xml"/><Relationship Id="rId4" Type="http://schemas.openxmlformats.org/officeDocument/2006/relationships/tags" Target="../tags/tag210.xml"/></Relationships>
</file>

<file path=ppt/slides/_rels/slide51.xml.rels><?xml version="1.0" encoding="UTF-8" standalone="yes"?>
<Relationships xmlns="http://schemas.openxmlformats.org/package/2006/relationships"><Relationship Id="rId3" Type="http://schemas.openxmlformats.org/officeDocument/2006/relationships/tags" Target="../tags/tag213.xml"/><Relationship Id="rId2" Type="http://schemas.openxmlformats.org/officeDocument/2006/relationships/tags" Target="../tags/tag212.xml"/><Relationship Id="rId1" Type="http://schemas.openxmlformats.org/officeDocument/2006/relationships/tags" Target="../tags/tag211.xml"/><Relationship Id="rId6" Type="http://schemas.openxmlformats.org/officeDocument/2006/relationships/notesSlide" Target="../notesSlides/notesSlide46.xml"/><Relationship Id="rId5" Type="http://schemas.openxmlformats.org/officeDocument/2006/relationships/slideLayout" Target="../slideLayouts/slideLayout3.xml"/><Relationship Id="rId4" Type="http://schemas.openxmlformats.org/officeDocument/2006/relationships/tags" Target="../tags/tag214.xml"/></Relationships>
</file>

<file path=ppt/slides/_rels/slide52.xml.rels><?xml version="1.0" encoding="UTF-8" standalone="yes"?>
<Relationships xmlns="http://schemas.openxmlformats.org/package/2006/relationships"><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notesSlide" Target="../notesSlides/notesSlide47.xml"/><Relationship Id="rId5" Type="http://schemas.openxmlformats.org/officeDocument/2006/relationships/slideLayout" Target="../slideLayouts/slideLayout3.xml"/><Relationship Id="rId4" Type="http://schemas.openxmlformats.org/officeDocument/2006/relationships/tags" Target="../tags/tag218.xml"/></Relationships>
</file>

<file path=ppt/slides/_rels/slide53.xml.rels><?xml version="1.0" encoding="UTF-8" standalone="yes"?>
<Relationships xmlns="http://schemas.openxmlformats.org/package/2006/relationships"><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 Id="rId5" Type="http://schemas.openxmlformats.org/officeDocument/2006/relationships/notesSlide" Target="../notesSlides/notesSlide48.xml"/><Relationship Id="rId4"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 Id="rId5" Type="http://schemas.openxmlformats.org/officeDocument/2006/relationships/notesSlide" Target="../notesSlides/notesSlide49.xml"/><Relationship Id="rId4"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 Id="rId5" Type="http://schemas.openxmlformats.org/officeDocument/2006/relationships/slideLayout" Target="../slideLayouts/slideLayout3.xml"/><Relationship Id="rId4" Type="http://schemas.openxmlformats.org/officeDocument/2006/relationships/tags" Target="../tags/tag228.xml"/></Relationships>
</file>

<file path=ppt/slides/_rels/slide56.xml.rels><?xml version="1.0" encoding="UTF-8" standalone="yes"?>
<Relationships xmlns="http://schemas.openxmlformats.org/package/2006/relationships"><Relationship Id="rId3" Type="http://schemas.openxmlformats.org/officeDocument/2006/relationships/tags" Target="../tags/tag231.xml"/><Relationship Id="rId2" Type="http://schemas.openxmlformats.org/officeDocument/2006/relationships/tags" Target="../tags/tag230.xml"/><Relationship Id="rId1" Type="http://schemas.openxmlformats.org/officeDocument/2006/relationships/tags" Target="../tags/tag229.xml"/><Relationship Id="rId6" Type="http://schemas.openxmlformats.org/officeDocument/2006/relationships/notesSlide" Target="../notesSlides/notesSlide50.xml"/><Relationship Id="rId5" Type="http://schemas.openxmlformats.org/officeDocument/2006/relationships/slideLayout" Target="../slideLayouts/slideLayout3.xml"/><Relationship Id="rId4" Type="http://schemas.openxmlformats.org/officeDocument/2006/relationships/tags" Target="../tags/tag232.xml"/></Relationships>
</file>

<file path=ppt/slides/_rels/slide57.xml.rels><?xml version="1.0" encoding="UTF-8" standalone="yes"?>
<Relationships xmlns="http://schemas.openxmlformats.org/package/2006/relationships"><Relationship Id="rId3" Type="http://schemas.openxmlformats.org/officeDocument/2006/relationships/tags" Target="../tags/tag235.xml"/><Relationship Id="rId2" Type="http://schemas.openxmlformats.org/officeDocument/2006/relationships/tags" Target="../tags/tag234.xml"/><Relationship Id="rId1" Type="http://schemas.openxmlformats.org/officeDocument/2006/relationships/tags" Target="../tags/tag233.xml"/><Relationship Id="rId6" Type="http://schemas.openxmlformats.org/officeDocument/2006/relationships/notesSlide" Target="../notesSlides/notesSlide51.xml"/><Relationship Id="rId5" Type="http://schemas.openxmlformats.org/officeDocument/2006/relationships/slideLayout" Target="../slideLayouts/slideLayout5.xml"/><Relationship Id="rId4" Type="http://schemas.openxmlformats.org/officeDocument/2006/relationships/tags" Target="../tags/tag236.xml"/></Relationships>
</file>

<file path=ppt/slides/_rels/slide5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239.xml"/><Relationship Id="rId7" Type="http://schemas.openxmlformats.org/officeDocument/2006/relationships/notesSlide" Target="../notesSlides/notesSlide52.xml"/><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slideLayout" Target="../slideLayouts/slideLayout5.xml"/><Relationship Id="rId5" Type="http://schemas.openxmlformats.org/officeDocument/2006/relationships/tags" Target="../tags/tag241.xml"/><Relationship Id="rId4" Type="http://schemas.openxmlformats.org/officeDocument/2006/relationships/tags" Target="../tags/tag240.xml"/></Relationships>
</file>

<file path=ppt/slides/_rels/slide59.xml.rels><?xml version="1.0" encoding="UTF-8" standalone="yes"?>
<Relationships xmlns="http://schemas.openxmlformats.org/package/2006/relationships"><Relationship Id="rId3" Type="http://schemas.openxmlformats.org/officeDocument/2006/relationships/tags" Target="../tags/tag244.xml"/><Relationship Id="rId7" Type="http://schemas.openxmlformats.org/officeDocument/2006/relationships/image" Target="../media/image33.png"/><Relationship Id="rId2" Type="http://schemas.openxmlformats.org/officeDocument/2006/relationships/tags" Target="../tags/tag243.xml"/><Relationship Id="rId1" Type="http://schemas.openxmlformats.org/officeDocument/2006/relationships/tags" Target="../tags/tag242.xml"/><Relationship Id="rId6" Type="http://schemas.openxmlformats.org/officeDocument/2006/relationships/notesSlide" Target="../notesSlides/notesSlide53.xml"/><Relationship Id="rId5" Type="http://schemas.openxmlformats.org/officeDocument/2006/relationships/slideLayout" Target="../slideLayouts/slideLayout5.xml"/><Relationship Id="rId4" Type="http://schemas.openxmlformats.org/officeDocument/2006/relationships/tags" Target="../tags/tag245.xml"/></Relationships>
</file>

<file path=ppt/slides/_rels/slide6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tags" Target="../tags/tag248.xml"/><Relationship Id="rId7" Type="http://schemas.openxmlformats.org/officeDocument/2006/relationships/notesSlide" Target="../notesSlides/notesSlide54.xml"/><Relationship Id="rId2" Type="http://schemas.openxmlformats.org/officeDocument/2006/relationships/tags" Target="../tags/tag247.xml"/><Relationship Id="rId1" Type="http://schemas.openxmlformats.org/officeDocument/2006/relationships/tags" Target="../tags/tag246.xml"/><Relationship Id="rId6" Type="http://schemas.openxmlformats.org/officeDocument/2006/relationships/slideLayout" Target="../slideLayouts/slideLayout5.xml"/><Relationship Id="rId5" Type="http://schemas.openxmlformats.org/officeDocument/2006/relationships/tags" Target="../tags/tag250.xml"/><Relationship Id="rId4" Type="http://schemas.openxmlformats.org/officeDocument/2006/relationships/tags" Target="../tags/tag249.xml"/></Relationships>
</file>

<file path=ppt/slides/_rels/slide6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tags" Target="../tags/tag253.xml"/><Relationship Id="rId7" Type="http://schemas.openxmlformats.org/officeDocument/2006/relationships/notesSlide" Target="../notesSlides/notesSlide55.xml"/><Relationship Id="rId2" Type="http://schemas.openxmlformats.org/officeDocument/2006/relationships/tags" Target="../tags/tag252.xml"/><Relationship Id="rId1" Type="http://schemas.openxmlformats.org/officeDocument/2006/relationships/tags" Target="../tags/tag251.xml"/><Relationship Id="rId6" Type="http://schemas.openxmlformats.org/officeDocument/2006/relationships/slideLayout" Target="../slideLayouts/slideLayout6.xml"/><Relationship Id="rId5" Type="http://schemas.openxmlformats.org/officeDocument/2006/relationships/tags" Target="../tags/tag255.xml"/><Relationship Id="rId4" Type="http://schemas.openxmlformats.org/officeDocument/2006/relationships/tags" Target="../tags/tag254.xml"/></Relationships>
</file>

<file path=ppt/slides/_rels/slide62.xml.rels><?xml version="1.0" encoding="UTF-8" standalone="yes"?>
<Relationships xmlns="http://schemas.openxmlformats.org/package/2006/relationships"><Relationship Id="rId3" Type="http://schemas.openxmlformats.org/officeDocument/2006/relationships/tags" Target="../tags/tag258.xml"/><Relationship Id="rId2" Type="http://schemas.openxmlformats.org/officeDocument/2006/relationships/tags" Target="../tags/tag257.xml"/><Relationship Id="rId1" Type="http://schemas.openxmlformats.org/officeDocument/2006/relationships/tags" Target="../tags/tag256.xml"/><Relationship Id="rId6" Type="http://schemas.openxmlformats.org/officeDocument/2006/relationships/notesSlide" Target="../notesSlides/notesSlide56.xml"/><Relationship Id="rId5" Type="http://schemas.openxmlformats.org/officeDocument/2006/relationships/slideLayout" Target="../slideLayouts/slideLayout5.xml"/><Relationship Id="rId4" Type="http://schemas.openxmlformats.org/officeDocument/2006/relationships/tags" Target="../tags/tag259.xml"/></Relationships>
</file>

<file path=ppt/slides/_rels/slide63.xml.rels><?xml version="1.0" encoding="UTF-8" standalone="yes"?>
<Relationships xmlns="http://schemas.openxmlformats.org/package/2006/relationships"><Relationship Id="rId3" Type="http://schemas.openxmlformats.org/officeDocument/2006/relationships/tags" Target="../tags/tag262.xml"/><Relationship Id="rId7" Type="http://schemas.openxmlformats.org/officeDocument/2006/relationships/chart" Target="../charts/chart1.xml"/><Relationship Id="rId2" Type="http://schemas.openxmlformats.org/officeDocument/2006/relationships/tags" Target="../tags/tag261.xml"/><Relationship Id="rId1" Type="http://schemas.openxmlformats.org/officeDocument/2006/relationships/tags" Target="../tags/tag260.xml"/><Relationship Id="rId6" Type="http://schemas.openxmlformats.org/officeDocument/2006/relationships/notesSlide" Target="../notesSlides/notesSlide57.xml"/><Relationship Id="rId5" Type="http://schemas.openxmlformats.org/officeDocument/2006/relationships/slideLayout" Target="../slideLayouts/slideLayout5.xml"/><Relationship Id="rId4" Type="http://schemas.openxmlformats.org/officeDocument/2006/relationships/tags" Target="../tags/tag263.xml"/></Relationships>
</file>

<file path=ppt/slides/_rels/slide64.xml.rels><?xml version="1.0" encoding="UTF-8" standalone="yes"?>
<Relationships xmlns="http://schemas.openxmlformats.org/package/2006/relationships"><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notesSlide" Target="../notesSlides/notesSlide58.xml"/><Relationship Id="rId5" Type="http://schemas.openxmlformats.org/officeDocument/2006/relationships/slideLayout" Target="../slideLayouts/slideLayout5.xml"/><Relationship Id="rId4" Type="http://schemas.openxmlformats.org/officeDocument/2006/relationships/tags" Target="../tags/tag267.xml"/></Relationships>
</file>

<file path=ppt/slides/_rels/slide65.xml.rels><?xml version="1.0" encoding="UTF-8" standalone="yes"?>
<Relationships xmlns="http://schemas.openxmlformats.org/package/2006/relationships"><Relationship Id="rId3" Type="http://schemas.openxmlformats.org/officeDocument/2006/relationships/tags" Target="../tags/tag270.xml"/><Relationship Id="rId2" Type="http://schemas.openxmlformats.org/officeDocument/2006/relationships/tags" Target="../tags/tag269.xml"/><Relationship Id="rId1" Type="http://schemas.openxmlformats.org/officeDocument/2006/relationships/tags" Target="../tags/tag268.xml"/><Relationship Id="rId6" Type="http://schemas.openxmlformats.org/officeDocument/2006/relationships/notesSlide" Target="../notesSlides/notesSlide59.xml"/><Relationship Id="rId5" Type="http://schemas.openxmlformats.org/officeDocument/2006/relationships/slideLayout" Target="../slideLayouts/slideLayout3.xml"/><Relationship Id="rId4" Type="http://schemas.openxmlformats.org/officeDocument/2006/relationships/tags" Target="../tags/tag271.xml"/></Relationships>
</file>

<file path=ppt/slides/_rels/slide66.xml.rels><?xml version="1.0" encoding="UTF-8" standalone="yes"?>
<Relationships xmlns="http://schemas.openxmlformats.org/package/2006/relationships"><Relationship Id="rId3" Type="http://schemas.openxmlformats.org/officeDocument/2006/relationships/tags" Target="../tags/tag274.xml"/><Relationship Id="rId2" Type="http://schemas.openxmlformats.org/officeDocument/2006/relationships/tags" Target="../tags/tag273.xml"/><Relationship Id="rId1" Type="http://schemas.openxmlformats.org/officeDocument/2006/relationships/tags" Target="../tags/tag272.xml"/><Relationship Id="rId5" Type="http://schemas.openxmlformats.org/officeDocument/2006/relationships/slideLayout" Target="../slideLayouts/slideLayout3.xml"/><Relationship Id="rId4" Type="http://schemas.openxmlformats.org/officeDocument/2006/relationships/tags" Target="../tags/tag275.xml"/></Relationships>
</file>

<file path=ppt/slides/_rels/slide67.xml.rels><?xml version="1.0" encoding="UTF-8" standalone="yes"?>
<Relationships xmlns="http://schemas.openxmlformats.org/package/2006/relationships"><Relationship Id="rId3" Type="http://schemas.openxmlformats.org/officeDocument/2006/relationships/tags" Target="../tags/tag278.xml"/><Relationship Id="rId2" Type="http://schemas.openxmlformats.org/officeDocument/2006/relationships/tags" Target="../tags/tag277.xml"/><Relationship Id="rId1" Type="http://schemas.openxmlformats.org/officeDocument/2006/relationships/tags" Target="../tags/tag276.xml"/><Relationship Id="rId5" Type="http://schemas.openxmlformats.org/officeDocument/2006/relationships/notesSlide" Target="../notesSlides/notesSlide60.xml"/><Relationship Id="rId4"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hyperlink" Target="https://iservice.prv/eng/finance/disclosure/plain_language.shtml" TargetMode="External"/><Relationship Id="rId3" Type="http://schemas.openxmlformats.org/officeDocument/2006/relationships/tags" Target="../tags/tag281.xml"/><Relationship Id="rId7" Type="http://schemas.openxmlformats.org/officeDocument/2006/relationships/hyperlink" Target="http://www.w3.org/TR/WCAG21/" TargetMode="External"/><Relationship Id="rId2" Type="http://schemas.openxmlformats.org/officeDocument/2006/relationships/tags" Target="../tags/tag280.xml"/><Relationship Id="rId1" Type="http://schemas.openxmlformats.org/officeDocument/2006/relationships/tags" Target="../tags/tag279.xml"/><Relationship Id="rId6" Type="http://schemas.openxmlformats.org/officeDocument/2006/relationships/notesSlide" Target="../notesSlides/notesSlide61.xml"/><Relationship Id="rId5" Type="http://schemas.openxmlformats.org/officeDocument/2006/relationships/slideLayout" Target="../slideLayouts/slideLayout3.xml"/><Relationship Id="rId4" Type="http://schemas.openxmlformats.org/officeDocument/2006/relationships/tags" Target="../tags/tag282.xml"/><Relationship Id="rId9" Type="http://schemas.openxmlformats.org/officeDocument/2006/relationships/hyperlink" Target="http://srmis-sigdi-iagent.prv/" TargetMode="External"/></Relationships>
</file>

<file path=ppt/slides/_rels/slide69.xml.rels><?xml version="1.0" encoding="UTF-8" standalone="yes"?>
<Relationships xmlns="http://schemas.openxmlformats.org/package/2006/relationships"><Relationship Id="rId8" Type="http://schemas.openxmlformats.org/officeDocument/2006/relationships/hyperlink" Target="https://bati-itao.github.io/learning/curriculum/index.html" TargetMode="External"/><Relationship Id="rId3" Type="http://schemas.openxmlformats.org/officeDocument/2006/relationships/tags" Target="../tags/tag285.xml"/><Relationship Id="rId7" Type="http://schemas.openxmlformats.org/officeDocument/2006/relationships/hyperlink" Target="https://support.microsoft.com/en-us/office/accessibility-video-training-71572a1d-5656-4e01-8fce-53e35c3caaf4" TargetMode="External"/><Relationship Id="rId2" Type="http://schemas.openxmlformats.org/officeDocument/2006/relationships/tags" Target="../tags/tag284.xml"/><Relationship Id="rId1" Type="http://schemas.openxmlformats.org/officeDocument/2006/relationships/tags" Target="../tags/tag283.xml"/><Relationship Id="rId6" Type="http://schemas.openxmlformats.org/officeDocument/2006/relationships/notesSlide" Target="../notesSlides/notesSlide62.xml"/><Relationship Id="rId5" Type="http://schemas.openxmlformats.org/officeDocument/2006/relationships/slideLayout" Target="../slideLayouts/slideLayout3.xml"/><Relationship Id="rId4" Type="http://schemas.openxmlformats.org/officeDocument/2006/relationships/tags" Target="../tags/tag286.xml"/><Relationship Id="rId9" Type="http://schemas.openxmlformats.org/officeDocument/2006/relationships/hyperlink" Target="https://support.microsoft.com/en-us/office/make-your-content-accessible-to-everyone-ecab0fcf-d143-4fe8-a2ff-6cd596bddc6d?redirectSourcePath=%252fen-US%252farticle%252fAccessibility-in-Office-365-ACA7ACCF-58A0-4467-BE5C-24A7E7933A9D" TargetMode="External"/></Relationships>
</file>

<file path=ppt/slides/_rels/slide70.xml.rels><?xml version="1.0" encoding="UTF-8" standalone="yes"?>
<Relationships xmlns="http://schemas.openxmlformats.org/package/2006/relationships"><Relationship Id="rId8" Type="http://schemas.openxmlformats.org/officeDocument/2006/relationships/hyperlink" Target="https://www.algonquincollege.com/accessibility-resources/resources-for-creating-accessible-documents/" TargetMode="External"/><Relationship Id="rId3" Type="http://schemas.openxmlformats.org/officeDocument/2006/relationships/tags" Target="../tags/tag289.xml"/><Relationship Id="rId7" Type="http://schemas.openxmlformats.org/officeDocument/2006/relationships/hyperlink" Target="https://a11y.canada.ca/en/guides/office365/" TargetMode="External"/><Relationship Id="rId2" Type="http://schemas.openxmlformats.org/officeDocument/2006/relationships/tags" Target="../tags/tag288.xml"/><Relationship Id="rId1" Type="http://schemas.openxmlformats.org/officeDocument/2006/relationships/tags" Target="../tags/tag287.xml"/><Relationship Id="rId6" Type="http://schemas.openxmlformats.org/officeDocument/2006/relationships/notesSlide" Target="../notesSlides/notesSlide63.xml"/><Relationship Id="rId5" Type="http://schemas.openxmlformats.org/officeDocument/2006/relationships/slideLayout" Target="../slideLayouts/slideLayout3.xml"/><Relationship Id="rId10" Type="http://schemas.openxmlformats.org/officeDocument/2006/relationships/hyperlink" Target="https://bati-itao.github.io/resources/ms-doc-compliance-checklist-en.html" TargetMode="External"/><Relationship Id="rId4" Type="http://schemas.openxmlformats.org/officeDocument/2006/relationships/tags" Target="../tags/tag290.xml"/><Relationship Id="rId9" Type="http://schemas.openxmlformats.org/officeDocument/2006/relationships/hyperlink" Target="https://www.btb.termiumplus.gc.ca/tcdnstyl-chap?lang=eng&amp;lettr=chapsect13&amp;info0=13#zz13" TargetMode="External"/></Relationships>
</file>

<file path=ppt/slides/_rels/slide71.xml.rels><?xml version="1.0" encoding="UTF-8" standalone="yes"?>
<Relationships xmlns="http://schemas.openxmlformats.org/package/2006/relationships"><Relationship Id="rId8" Type="http://schemas.openxmlformats.org/officeDocument/2006/relationships/hyperlink" Target="https://014gc.sharepoint.com/sites/BU6206833/Awareness_and_Governance/Forms/AllItems.aspx?id=%2Fsites%2FBU6206833%2FAwareness%5Fand%5FGovernance%2FToolkit%20Presentations&amp;viewid=e9ed301b%2D1d51%2D4051%2D89c2%2D93707274a20e" TargetMode="External"/><Relationship Id="rId3" Type="http://schemas.openxmlformats.org/officeDocument/2006/relationships/tags" Target="../tags/tag293.xml"/><Relationship Id="rId7" Type="http://schemas.openxmlformats.org/officeDocument/2006/relationships/hyperlink" Target="http://iservice.prv/eng/imit/A11Y/index.shtml" TargetMode="External"/><Relationship Id="rId2" Type="http://schemas.openxmlformats.org/officeDocument/2006/relationships/tags" Target="../tags/tag292.xml"/><Relationship Id="rId1" Type="http://schemas.openxmlformats.org/officeDocument/2006/relationships/tags" Target="../tags/tag291.xml"/><Relationship Id="rId6" Type="http://schemas.openxmlformats.org/officeDocument/2006/relationships/notesSlide" Target="../notesSlides/notesSlide64.xml"/><Relationship Id="rId5" Type="http://schemas.openxmlformats.org/officeDocument/2006/relationships/slideLayout" Target="../slideLayouts/slideLayout3.xml"/><Relationship Id="rId4" Type="http://schemas.openxmlformats.org/officeDocument/2006/relationships/tags" Target="../tags/tag294.xml"/><Relationship Id="rId9" Type="http://schemas.openxmlformats.org/officeDocument/2006/relationships/hyperlink" Target="https://bati-itao.github.io/index-en.html" TargetMode="External"/></Relationships>
</file>

<file path=ppt/slides/_rels/slide72.xml.rels><?xml version="1.0" encoding="UTF-8" standalone="yes"?>
<Relationships xmlns="http://schemas.openxmlformats.org/package/2006/relationships"><Relationship Id="rId8" Type="http://schemas.openxmlformats.org/officeDocument/2006/relationships/hyperlink" Target="mailto:edsc.ti-it.a11y.esdc@hrsdc-rhdcc.gc.ca" TargetMode="External"/><Relationship Id="rId3" Type="http://schemas.openxmlformats.org/officeDocument/2006/relationships/tags" Target="../tags/tag297.xml"/><Relationship Id="rId7" Type="http://schemas.openxmlformats.org/officeDocument/2006/relationships/hyperlink" Target="https://itao-rmt.canadacentral.cloudapp.azure.com/openrequest-en.php" TargetMode="External"/><Relationship Id="rId2" Type="http://schemas.openxmlformats.org/officeDocument/2006/relationships/tags" Target="../tags/tag296.xml"/><Relationship Id="rId1" Type="http://schemas.openxmlformats.org/officeDocument/2006/relationships/tags" Target="../tags/tag295.xml"/><Relationship Id="rId6" Type="http://schemas.openxmlformats.org/officeDocument/2006/relationships/notesSlide" Target="../notesSlides/notesSlide65.xml"/><Relationship Id="rId5" Type="http://schemas.openxmlformats.org/officeDocument/2006/relationships/slideLayout" Target="../slideLayouts/slideLayout3.xml"/><Relationship Id="rId4" Type="http://schemas.openxmlformats.org/officeDocument/2006/relationships/tags" Target="../tags/tag298.xml"/></Relationships>
</file>

<file path=ppt/slides/_rels/slide73.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tags" Target="../tags/tag301.xml"/><Relationship Id="rId7" Type="http://schemas.openxmlformats.org/officeDocument/2006/relationships/image" Target="../media/image36.png"/><Relationship Id="rId2" Type="http://schemas.openxmlformats.org/officeDocument/2006/relationships/tags" Target="../tags/tag300.xml"/><Relationship Id="rId1" Type="http://schemas.openxmlformats.org/officeDocument/2006/relationships/tags" Target="../tags/tag299.xml"/><Relationship Id="rId6" Type="http://schemas.openxmlformats.org/officeDocument/2006/relationships/notesSlide" Target="../notesSlides/notesSlide66.xml"/><Relationship Id="rId5" Type="http://schemas.openxmlformats.org/officeDocument/2006/relationships/slideLayout" Target="../slideLayouts/slideLayout2.xml"/><Relationship Id="rId4" Type="http://schemas.openxmlformats.org/officeDocument/2006/relationships/tags" Target="../tags/tag30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4559700" y="941670"/>
            <a:ext cx="6200631" cy="2672018"/>
          </a:xfrm>
        </p:spPr>
        <p:txBody>
          <a:bodyPr/>
          <a:lstStyle/>
          <a:p>
            <a:pPr algn="ctr">
              <a:lnSpc>
                <a:spcPct val="150000"/>
              </a:lnSpc>
            </a:pPr>
            <a:r>
              <a:rPr lang="en-US" sz="4000" dirty="0">
                <a:solidFill>
                  <a:srgbClr val="1D898B"/>
                </a:solidFill>
              </a:rPr>
              <a:t>Creating Accessible </a:t>
            </a:r>
            <a:br>
              <a:rPr lang="en-US" sz="4000" dirty="0">
                <a:solidFill>
                  <a:srgbClr val="1D898B"/>
                </a:solidFill>
              </a:rPr>
            </a:br>
            <a:r>
              <a:rPr lang="en-US" sz="4000" dirty="0">
                <a:solidFill>
                  <a:srgbClr val="1D898B"/>
                </a:solidFill>
              </a:rPr>
              <a:t>content using  Microsoft 365</a:t>
            </a:r>
          </a:p>
        </p:txBody>
      </p:sp>
      <p:sp>
        <p:nvSpPr>
          <p:cNvPr id="4" name="Subtitle 3"/>
          <p:cNvSpPr>
            <a:spLocks noGrp="1"/>
          </p:cNvSpPr>
          <p:nvPr>
            <p:ph type="subTitle" idx="1"/>
            <p:custDataLst>
              <p:tags r:id="rId2"/>
            </p:custDataLst>
          </p:nvPr>
        </p:nvSpPr>
        <p:spPr>
          <a:xfrm>
            <a:off x="4025005" y="5001142"/>
            <a:ext cx="5643651" cy="1150374"/>
          </a:xfrm>
        </p:spPr>
        <p:txBody>
          <a:bodyPr/>
          <a:lstStyle/>
          <a:p>
            <a:r>
              <a:rPr lang="en-CA" dirty="0">
                <a:solidFill>
                  <a:srgbClr val="713B8F"/>
                </a:solidFill>
              </a:rPr>
              <a:t>Presented by the IT Accessibility Office (ITAO)</a:t>
            </a:r>
          </a:p>
        </p:txBody>
      </p:sp>
    </p:spTree>
    <p:extLst>
      <p:ext uri="{BB962C8B-B14F-4D97-AF65-F5344CB8AC3E}">
        <p14:creationId xmlns:p14="http://schemas.microsoft.com/office/powerpoint/2010/main" val="1686951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53142" y="244820"/>
            <a:ext cx="10972800" cy="1143000"/>
          </a:xfrm>
        </p:spPr>
        <p:txBody>
          <a:bodyPr>
            <a:normAutofit/>
          </a:bodyPr>
          <a:lstStyle/>
          <a:p>
            <a:r>
              <a:rPr lang="en-CA" sz="4800" dirty="0">
                <a:solidFill>
                  <a:srgbClr val="1D898B"/>
                </a:solidFill>
                <a:cs typeface="72" panose="020B0503030000000003" pitchFamily="34" charset="0"/>
              </a:rPr>
              <a:t>Land Acknowledgment</a:t>
            </a:r>
            <a:endParaRPr lang="en-CA" sz="4800" dirty="0">
              <a:solidFill>
                <a:srgbClr val="1D898B"/>
              </a:solidFill>
              <a:latin typeface="+mj-lt"/>
              <a:cs typeface="72" panose="020B0503030000000003" pitchFamily="34" charset="0"/>
            </a:endParaRPr>
          </a:p>
        </p:txBody>
      </p:sp>
      <p:sp>
        <p:nvSpPr>
          <p:cNvPr id="3" name="Content Placeholder 2"/>
          <p:cNvSpPr>
            <a:spLocks noGrp="1"/>
          </p:cNvSpPr>
          <p:nvPr>
            <p:ph idx="1"/>
            <p:custDataLst>
              <p:tags r:id="rId2"/>
            </p:custDataLst>
          </p:nvPr>
        </p:nvSpPr>
        <p:spPr>
          <a:xfrm>
            <a:off x="638629" y="1727199"/>
            <a:ext cx="10972800" cy="4455597"/>
          </a:xfrm>
        </p:spPr>
        <p:txBody>
          <a:bodyPr vert="horz" lIns="121920" tIns="60960" rIns="121920" bIns="60960" rtlCol="0" anchor="t">
            <a:noAutofit/>
          </a:bodyPr>
          <a:lstStyle/>
          <a:p>
            <a:pPr marL="0" indent="0">
              <a:lnSpc>
                <a:spcPct val="150000"/>
              </a:lnSpc>
              <a:buNone/>
            </a:pPr>
            <a:r>
              <a:rPr lang="en-CA" dirty="0">
                <a:effectLst/>
                <a:latin typeface="Arial" panose="020B0604020202020204" pitchFamily="34" charset="0"/>
                <a:ea typeface="Calibri" panose="020F0502020204030204" pitchFamily="34" charset="0"/>
                <a:cs typeface="Calibri" panose="020F0502020204030204" pitchFamily="34" charset="0"/>
              </a:rPr>
              <a:t>We begin this course by acknowledging that we all live, work, and play on land and territories that were and are home to many diverse First Nations, Inuit, and Métis peoples and that this land is subject to many treaties and agreements. We wish to recognize the connection to the land that we experience and benefit from.</a:t>
            </a:r>
            <a:endParaRPr lang="en-CA" dirty="0">
              <a:effectLst/>
              <a:latin typeface="Trebuchet MS" panose="020B0603020202020204" pitchFamily="34" charset="0"/>
              <a:ea typeface="Calibri" panose="020F0502020204030204" pitchFamily="34" charset="0"/>
              <a:cs typeface="Calibri" panose="020F0502020204030204" pitchFamily="34" charset="0"/>
            </a:endParaRPr>
          </a:p>
        </p:txBody>
      </p:sp>
      <p:sp>
        <p:nvSpPr>
          <p:cNvPr id="8" name="Footer Placeholder 7">
            <a:extLst>
              <a:ext uri="{FF2B5EF4-FFF2-40B4-BE49-F238E27FC236}">
                <a16:creationId xmlns:a16="http://schemas.microsoft.com/office/drawing/2014/main" id="{BB963FA8-EE92-EFC5-CA88-7250754652A7}"/>
              </a:ext>
            </a:extLst>
          </p:cNvPr>
          <p:cNvSpPr>
            <a:spLocks noGrp="1"/>
          </p:cNvSpPr>
          <p:nvPr>
            <p:ph type="ftr" sz="quarter" idx="11"/>
            <p:custDataLst>
              <p:tags r:id="rId3"/>
            </p:custDataLst>
          </p:nvPr>
        </p:nvSpPr>
        <p:spPr/>
        <p:txBody>
          <a:bodyPr/>
          <a:lstStyle/>
          <a:p>
            <a:r>
              <a:rPr lang="en-US" sz="2400" dirty="0">
                <a:latin typeface="+mn-lt"/>
              </a:rPr>
              <a:t>Making technology work for everyone!</a:t>
            </a:r>
          </a:p>
        </p:txBody>
      </p:sp>
      <p:sp>
        <p:nvSpPr>
          <p:cNvPr id="7" name="Slide Number Placeholder 6">
            <a:extLst>
              <a:ext uri="{FF2B5EF4-FFF2-40B4-BE49-F238E27FC236}">
                <a16:creationId xmlns:a16="http://schemas.microsoft.com/office/drawing/2014/main" id="{8F5C4C18-2ACB-F850-A007-AEF237C0D69B}"/>
              </a:ext>
            </a:extLst>
          </p:cNvPr>
          <p:cNvSpPr>
            <a:spLocks noGrp="1"/>
          </p:cNvSpPr>
          <p:nvPr>
            <p:ph type="sldNum" sz="quarter" idx="12"/>
            <p:custDataLst>
              <p:tags r:id="rId4"/>
            </p:custDataLst>
          </p:nvPr>
        </p:nvSpPr>
        <p:spPr/>
        <p:txBody>
          <a:bodyPr/>
          <a:lstStyle/>
          <a:p>
            <a:fld id="{2E86C063-E22E-2E4C-A523-54089486E38F}" type="slidenum">
              <a:rPr lang="en-US" smtClean="0"/>
              <a:pPr/>
              <a:t>2</a:t>
            </a:fld>
            <a:endParaRPr lang="en-US" dirty="0"/>
          </a:p>
        </p:txBody>
      </p:sp>
    </p:spTree>
    <p:extLst>
      <p:ext uri="{BB962C8B-B14F-4D97-AF65-F5344CB8AC3E}">
        <p14:creationId xmlns:p14="http://schemas.microsoft.com/office/powerpoint/2010/main" val="1594436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9600" y="137726"/>
            <a:ext cx="10972800" cy="1143000"/>
          </a:xfrm>
        </p:spPr>
        <p:txBody>
          <a:bodyPr/>
          <a:lstStyle/>
          <a:p>
            <a:r>
              <a:rPr lang="en-CA" dirty="0">
                <a:solidFill>
                  <a:srgbClr val="1B8A8C"/>
                </a:solidFill>
              </a:rPr>
              <a:t>Administrative Information</a:t>
            </a:r>
          </a:p>
        </p:txBody>
      </p:sp>
      <p:sp>
        <p:nvSpPr>
          <p:cNvPr id="3" name="Content Placeholder 2"/>
          <p:cNvSpPr>
            <a:spLocks noGrp="1"/>
          </p:cNvSpPr>
          <p:nvPr>
            <p:ph idx="1"/>
            <p:custDataLst>
              <p:tags r:id="rId2"/>
            </p:custDataLst>
          </p:nvPr>
        </p:nvSpPr>
        <p:spPr>
          <a:xfrm>
            <a:off x="609600" y="1315977"/>
            <a:ext cx="10972800" cy="5080688"/>
          </a:xfrm>
        </p:spPr>
        <p:txBody>
          <a:bodyPr/>
          <a:lstStyle/>
          <a:p>
            <a:pPr>
              <a:lnSpc>
                <a:spcPct val="150000"/>
              </a:lnSpc>
            </a:pPr>
            <a:r>
              <a:rPr lang="en-CA" dirty="0">
                <a:hlinkClick r:id="rId7"/>
              </a:rPr>
              <a:t>Caption</a:t>
            </a:r>
            <a:r>
              <a:rPr lang="en-CA" dirty="0"/>
              <a:t> and </a:t>
            </a:r>
            <a:r>
              <a:rPr lang="en-CA" dirty="0">
                <a:hlinkClick r:id="rId8"/>
              </a:rPr>
              <a:t>Transcription</a:t>
            </a:r>
            <a:r>
              <a:rPr lang="en-CA" dirty="0"/>
              <a:t> are available in MS Teams. </a:t>
            </a:r>
          </a:p>
          <a:p>
            <a:pPr>
              <a:lnSpc>
                <a:spcPct val="150000"/>
              </a:lnSpc>
            </a:pPr>
            <a:r>
              <a:rPr lang="en-CA" dirty="0"/>
              <a:t>Questions are always welcomed.</a:t>
            </a:r>
          </a:p>
          <a:p>
            <a:pPr>
              <a:lnSpc>
                <a:spcPct val="150000"/>
              </a:lnSpc>
            </a:pPr>
            <a:r>
              <a:rPr lang="en-CA" dirty="0"/>
              <a:t>The presentation contains speaker notes with additional information.</a:t>
            </a:r>
          </a:p>
          <a:p>
            <a:pPr>
              <a:lnSpc>
                <a:spcPct val="150000"/>
              </a:lnSpc>
            </a:pPr>
            <a:r>
              <a:rPr lang="en-CA" dirty="0"/>
              <a:t>A short break will be taken halfway.</a:t>
            </a:r>
          </a:p>
          <a:p>
            <a:pPr>
              <a:lnSpc>
                <a:spcPct val="150000"/>
              </a:lnSpc>
            </a:pPr>
            <a:r>
              <a:rPr lang="en-CA" dirty="0"/>
              <a:t>The session is three hours.</a:t>
            </a:r>
          </a:p>
        </p:txBody>
      </p:sp>
      <p:sp>
        <p:nvSpPr>
          <p:cNvPr id="6" name="Footer Placeholder 3">
            <a:extLst>
              <a:ext uri="{FF2B5EF4-FFF2-40B4-BE49-F238E27FC236}">
                <a16:creationId xmlns:a16="http://schemas.microsoft.com/office/drawing/2014/main" id="{EA1FA792-BDD2-4B3D-9EF3-70BD5E8C46A9}"/>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A6FCF999-CFD8-4E9F-A61F-D2CCB2A8D621}"/>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3</a:t>
            </a:fld>
            <a:endParaRPr lang="en-US" dirty="0"/>
          </a:p>
        </p:txBody>
      </p:sp>
    </p:spTree>
    <p:extLst>
      <p:ext uri="{BB962C8B-B14F-4D97-AF65-F5344CB8AC3E}">
        <p14:creationId xmlns:p14="http://schemas.microsoft.com/office/powerpoint/2010/main" val="3901683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768F1-7FFF-48FC-BBE3-BBCDB1B1693C}"/>
              </a:ext>
            </a:extLst>
          </p:cNvPr>
          <p:cNvSpPr>
            <a:spLocks noGrp="1"/>
          </p:cNvSpPr>
          <p:nvPr>
            <p:ph type="title"/>
          </p:nvPr>
        </p:nvSpPr>
        <p:spPr/>
        <p:txBody>
          <a:bodyPr/>
          <a:lstStyle/>
          <a:p>
            <a:r>
              <a:rPr lang="fr-CA" dirty="0">
                <a:solidFill>
                  <a:srgbClr val="1B8A8C"/>
                </a:solidFill>
              </a:rPr>
              <a:t>Course Objectives</a:t>
            </a:r>
            <a:endParaRPr lang="en-CA" dirty="0">
              <a:solidFill>
                <a:srgbClr val="1B8A8C"/>
              </a:solidFill>
            </a:endParaRPr>
          </a:p>
        </p:txBody>
      </p:sp>
      <p:sp>
        <p:nvSpPr>
          <p:cNvPr id="3" name="Content Placeholder 2">
            <a:extLst>
              <a:ext uri="{FF2B5EF4-FFF2-40B4-BE49-F238E27FC236}">
                <a16:creationId xmlns:a16="http://schemas.microsoft.com/office/drawing/2014/main" id="{BF4895EE-B425-470A-9905-40A82262F2F8}"/>
              </a:ext>
            </a:extLst>
          </p:cNvPr>
          <p:cNvSpPr>
            <a:spLocks noGrp="1"/>
          </p:cNvSpPr>
          <p:nvPr>
            <p:ph sz="quarter" idx="13"/>
          </p:nvPr>
        </p:nvSpPr>
        <p:spPr>
          <a:xfrm>
            <a:off x="728133" y="1415384"/>
            <a:ext cx="10854267" cy="2087238"/>
          </a:xfrm>
        </p:spPr>
        <p:txBody>
          <a:bodyPr/>
          <a:lstStyle/>
          <a:p>
            <a:pPr marL="0" indent="0">
              <a:lnSpc>
                <a:spcPct val="150000"/>
              </a:lnSpc>
              <a:buNone/>
            </a:pPr>
            <a:r>
              <a:rPr lang="en-CA" dirty="0"/>
              <a:t>Learn best practices when using Microsoft 365 (M365) to create accessible content with Outlook emails, Word, and PowerPoint.</a:t>
            </a:r>
          </a:p>
        </p:txBody>
      </p:sp>
      <p:pic>
        <p:nvPicPr>
          <p:cNvPr id="8" name="Picture 7" descr="ITAO Banner&#10;Center: ITAO logo surrounded with four icons: &#10;top-left: represents a barrier&#10;bottom-left: represents settings&#10;top-right: hand-shake&#10;bottom-right: open book">
            <a:extLst>
              <a:ext uri="{FF2B5EF4-FFF2-40B4-BE49-F238E27FC236}">
                <a16:creationId xmlns:a16="http://schemas.microsoft.com/office/drawing/2014/main" id="{43C0BD71-5AAF-AAF2-AA37-1B0304BF813B}"/>
              </a:ext>
            </a:extLst>
          </p:cNvPr>
          <p:cNvPicPr>
            <a:picLocks noChangeAspect="1"/>
          </p:cNvPicPr>
          <p:nvPr/>
        </p:nvPicPr>
        <p:blipFill>
          <a:blip r:embed="rId3"/>
          <a:stretch>
            <a:fillRect/>
          </a:stretch>
        </p:blipFill>
        <p:spPr>
          <a:xfrm>
            <a:off x="2474556" y="3530995"/>
            <a:ext cx="7242889" cy="2588125"/>
          </a:xfrm>
          <a:prstGeom prst="rect">
            <a:avLst/>
          </a:prstGeom>
        </p:spPr>
      </p:pic>
    </p:spTree>
    <p:extLst>
      <p:ext uri="{BB962C8B-B14F-4D97-AF65-F5344CB8AC3E}">
        <p14:creationId xmlns:p14="http://schemas.microsoft.com/office/powerpoint/2010/main" val="3831264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535459" y="244820"/>
            <a:ext cx="11046941" cy="1143000"/>
          </a:xfrm>
        </p:spPr>
        <p:txBody>
          <a:bodyPr/>
          <a:lstStyle/>
          <a:p>
            <a:r>
              <a:rPr lang="en-CA" dirty="0">
                <a:solidFill>
                  <a:srgbClr val="1B8A8C"/>
                </a:solidFill>
              </a:rPr>
              <a:t>Agenda</a:t>
            </a:r>
          </a:p>
        </p:txBody>
      </p:sp>
      <p:sp>
        <p:nvSpPr>
          <p:cNvPr id="3" name="Content"/>
          <p:cNvSpPr>
            <a:spLocks noGrp="1"/>
          </p:cNvSpPr>
          <p:nvPr>
            <p:ph idx="1"/>
            <p:custDataLst>
              <p:tags r:id="rId2"/>
            </p:custDataLst>
          </p:nvPr>
        </p:nvSpPr>
        <p:spPr>
          <a:xfrm>
            <a:off x="609600" y="1321853"/>
            <a:ext cx="10972800" cy="4496786"/>
          </a:xfrm>
          <a:custGeom>
            <a:avLst/>
            <a:gdLst>
              <a:gd name="connsiteX0" fmla="*/ 0 w 10972800"/>
              <a:gd name="connsiteY0" fmla="*/ 0 h 4496786"/>
              <a:gd name="connsiteX1" fmla="*/ 687244 w 10972800"/>
              <a:gd name="connsiteY1" fmla="*/ 0 h 4496786"/>
              <a:gd name="connsiteX2" fmla="*/ 1264760 w 10972800"/>
              <a:gd name="connsiteY2" fmla="*/ 0 h 4496786"/>
              <a:gd name="connsiteX3" fmla="*/ 1842275 w 10972800"/>
              <a:gd name="connsiteY3" fmla="*/ 0 h 4496786"/>
              <a:gd name="connsiteX4" fmla="*/ 2419791 w 10972800"/>
              <a:gd name="connsiteY4" fmla="*/ 0 h 4496786"/>
              <a:gd name="connsiteX5" fmla="*/ 2668123 w 10972800"/>
              <a:gd name="connsiteY5" fmla="*/ 0 h 4496786"/>
              <a:gd name="connsiteX6" fmla="*/ 3355367 w 10972800"/>
              <a:gd name="connsiteY6" fmla="*/ 0 h 4496786"/>
              <a:gd name="connsiteX7" fmla="*/ 3603699 w 10972800"/>
              <a:gd name="connsiteY7" fmla="*/ 0 h 4496786"/>
              <a:gd name="connsiteX8" fmla="*/ 4181214 w 10972800"/>
              <a:gd name="connsiteY8" fmla="*/ 0 h 4496786"/>
              <a:gd name="connsiteX9" fmla="*/ 4978186 w 10972800"/>
              <a:gd name="connsiteY9" fmla="*/ 0 h 4496786"/>
              <a:gd name="connsiteX10" fmla="*/ 5775158 w 10972800"/>
              <a:gd name="connsiteY10" fmla="*/ 0 h 4496786"/>
              <a:gd name="connsiteX11" fmla="*/ 6462402 w 10972800"/>
              <a:gd name="connsiteY11" fmla="*/ 0 h 4496786"/>
              <a:gd name="connsiteX12" fmla="*/ 6930189 w 10972800"/>
              <a:gd name="connsiteY12" fmla="*/ 0 h 4496786"/>
              <a:gd name="connsiteX13" fmla="*/ 7178521 w 10972800"/>
              <a:gd name="connsiteY13" fmla="*/ 0 h 4496786"/>
              <a:gd name="connsiteX14" fmla="*/ 7646309 w 10972800"/>
              <a:gd name="connsiteY14" fmla="*/ 0 h 4496786"/>
              <a:gd name="connsiteX15" fmla="*/ 8333553 w 10972800"/>
              <a:gd name="connsiteY15" fmla="*/ 0 h 4496786"/>
              <a:gd name="connsiteX16" fmla="*/ 9130525 w 10972800"/>
              <a:gd name="connsiteY16" fmla="*/ 0 h 4496786"/>
              <a:gd name="connsiteX17" fmla="*/ 9378856 w 10972800"/>
              <a:gd name="connsiteY17" fmla="*/ 0 h 4496786"/>
              <a:gd name="connsiteX18" fmla="*/ 9627188 w 10972800"/>
              <a:gd name="connsiteY18" fmla="*/ 0 h 4496786"/>
              <a:gd name="connsiteX19" fmla="*/ 10424160 w 10972800"/>
              <a:gd name="connsiteY19" fmla="*/ 0 h 4496786"/>
              <a:gd name="connsiteX20" fmla="*/ 10972800 w 10972800"/>
              <a:gd name="connsiteY20" fmla="*/ 0 h 4496786"/>
              <a:gd name="connsiteX21" fmla="*/ 10972800 w 10972800"/>
              <a:gd name="connsiteY21" fmla="*/ 562098 h 4496786"/>
              <a:gd name="connsiteX22" fmla="*/ 10972800 w 10972800"/>
              <a:gd name="connsiteY22" fmla="*/ 1214132 h 4496786"/>
              <a:gd name="connsiteX23" fmla="*/ 10972800 w 10972800"/>
              <a:gd name="connsiteY23" fmla="*/ 1641327 h 4496786"/>
              <a:gd name="connsiteX24" fmla="*/ 10972800 w 10972800"/>
              <a:gd name="connsiteY24" fmla="*/ 2293361 h 4496786"/>
              <a:gd name="connsiteX25" fmla="*/ 10972800 w 10972800"/>
              <a:gd name="connsiteY25" fmla="*/ 2945395 h 4496786"/>
              <a:gd name="connsiteX26" fmla="*/ 10972800 w 10972800"/>
              <a:gd name="connsiteY26" fmla="*/ 3372590 h 4496786"/>
              <a:gd name="connsiteX27" fmla="*/ 10972800 w 10972800"/>
              <a:gd name="connsiteY27" fmla="*/ 3934688 h 4496786"/>
              <a:gd name="connsiteX28" fmla="*/ 10972800 w 10972800"/>
              <a:gd name="connsiteY28" fmla="*/ 4496786 h 4496786"/>
              <a:gd name="connsiteX29" fmla="*/ 10505012 w 10972800"/>
              <a:gd name="connsiteY29" fmla="*/ 4496786 h 4496786"/>
              <a:gd name="connsiteX30" fmla="*/ 9817768 w 10972800"/>
              <a:gd name="connsiteY30" fmla="*/ 4496786 h 4496786"/>
              <a:gd name="connsiteX31" fmla="*/ 9020797 w 10972800"/>
              <a:gd name="connsiteY31" fmla="*/ 4496786 h 4496786"/>
              <a:gd name="connsiteX32" fmla="*/ 8553009 w 10972800"/>
              <a:gd name="connsiteY32" fmla="*/ 4496786 h 4496786"/>
              <a:gd name="connsiteX33" fmla="*/ 7756037 w 10972800"/>
              <a:gd name="connsiteY33" fmla="*/ 4496786 h 4496786"/>
              <a:gd name="connsiteX34" fmla="*/ 7178521 w 10972800"/>
              <a:gd name="connsiteY34" fmla="*/ 4496786 h 4496786"/>
              <a:gd name="connsiteX35" fmla="*/ 6381549 w 10972800"/>
              <a:gd name="connsiteY35" fmla="*/ 4496786 h 4496786"/>
              <a:gd name="connsiteX36" fmla="*/ 5584578 w 10972800"/>
              <a:gd name="connsiteY36" fmla="*/ 4496786 h 4496786"/>
              <a:gd name="connsiteX37" fmla="*/ 5226518 w 10972800"/>
              <a:gd name="connsiteY37" fmla="*/ 4496786 h 4496786"/>
              <a:gd name="connsiteX38" fmla="*/ 4758730 w 10972800"/>
              <a:gd name="connsiteY38" fmla="*/ 4496786 h 4496786"/>
              <a:gd name="connsiteX39" fmla="*/ 4181214 w 10972800"/>
              <a:gd name="connsiteY39" fmla="*/ 4496786 h 4496786"/>
              <a:gd name="connsiteX40" fmla="*/ 3603699 w 10972800"/>
              <a:gd name="connsiteY40" fmla="*/ 4496786 h 4496786"/>
              <a:gd name="connsiteX41" fmla="*/ 2916455 w 10972800"/>
              <a:gd name="connsiteY41" fmla="*/ 4496786 h 4496786"/>
              <a:gd name="connsiteX42" fmla="*/ 2558395 w 10972800"/>
              <a:gd name="connsiteY42" fmla="*/ 4496786 h 4496786"/>
              <a:gd name="connsiteX43" fmla="*/ 2200335 w 10972800"/>
              <a:gd name="connsiteY43" fmla="*/ 4496786 h 4496786"/>
              <a:gd name="connsiteX44" fmla="*/ 1403363 w 10972800"/>
              <a:gd name="connsiteY44" fmla="*/ 4496786 h 4496786"/>
              <a:gd name="connsiteX45" fmla="*/ 606392 w 10972800"/>
              <a:gd name="connsiteY45" fmla="*/ 4496786 h 4496786"/>
              <a:gd name="connsiteX46" fmla="*/ 0 w 10972800"/>
              <a:gd name="connsiteY46" fmla="*/ 4496786 h 4496786"/>
              <a:gd name="connsiteX47" fmla="*/ 0 w 10972800"/>
              <a:gd name="connsiteY47" fmla="*/ 4069591 h 4496786"/>
              <a:gd name="connsiteX48" fmla="*/ 0 w 10972800"/>
              <a:gd name="connsiteY48" fmla="*/ 3597429 h 4496786"/>
              <a:gd name="connsiteX49" fmla="*/ 0 w 10972800"/>
              <a:gd name="connsiteY49" fmla="*/ 3035331 h 4496786"/>
              <a:gd name="connsiteX50" fmla="*/ 0 w 10972800"/>
              <a:gd name="connsiteY50" fmla="*/ 2473232 h 4496786"/>
              <a:gd name="connsiteX51" fmla="*/ 0 w 10972800"/>
              <a:gd name="connsiteY51" fmla="*/ 1956102 h 4496786"/>
              <a:gd name="connsiteX52" fmla="*/ 0 w 10972800"/>
              <a:gd name="connsiteY52" fmla="*/ 1438972 h 4496786"/>
              <a:gd name="connsiteX53" fmla="*/ 0 w 10972800"/>
              <a:gd name="connsiteY53" fmla="*/ 1011777 h 4496786"/>
              <a:gd name="connsiteX54" fmla="*/ 0 w 10972800"/>
              <a:gd name="connsiteY54" fmla="*/ 584582 h 4496786"/>
              <a:gd name="connsiteX55" fmla="*/ 0 w 10972800"/>
              <a:gd name="connsiteY55" fmla="*/ 0 h 4496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0972800" h="4496786" fill="none" extrusionOk="0">
                <a:moveTo>
                  <a:pt x="0" y="0"/>
                </a:moveTo>
                <a:cubicBezTo>
                  <a:pt x="190113" y="-38061"/>
                  <a:pt x="406258" y="8913"/>
                  <a:pt x="687244" y="0"/>
                </a:cubicBezTo>
                <a:cubicBezTo>
                  <a:pt x="968230" y="-8913"/>
                  <a:pt x="1136725" y="9605"/>
                  <a:pt x="1264760" y="0"/>
                </a:cubicBezTo>
                <a:cubicBezTo>
                  <a:pt x="1392795" y="-9605"/>
                  <a:pt x="1586557" y="64798"/>
                  <a:pt x="1842275" y="0"/>
                </a:cubicBezTo>
                <a:cubicBezTo>
                  <a:pt x="2097994" y="-64798"/>
                  <a:pt x="2210324" y="53120"/>
                  <a:pt x="2419791" y="0"/>
                </a:cubicBezTo>
                <a:cubicBezTo>
                  <a:pt x="2629258" y="-53120"/>
                  <a:pt x="2558862" y="3541"/>
                  <a:pt x="2668123" y="0"/>
                </a:cubicBezTo>
                <a:cubicBezTo>
                  <a:pt x="2777384" y="-3541"/>
                  <a:pt x="3069558" y="34246"/>
                  <a:pt x="3355367" y="0"/>
                </a:cubicBezTo>
                <a:cubicBezTo>
                  <a:pt x="3641176" y="-34246"/>
                  <a:pt x="3486824" y="12458"/>
                  <a:pt x="3603699" y="0"/>
                </a:cubicBezTo>
                <a:cubicBezTo>
                  <a:pt x="3720574" y="-12458"/>
                  <a:pt x="4039336" y="56000"/>
                  <a:pt x="4181214" y="0"/>
                </a:cubicBezTo>
                <a:cubicBezTo>
                  <a:pt x="4323093" y="-56000"/>
                  <a:pt x="4788305" y="25285"/>
                  <a:pt x="4978186" y="0"/>
                </a:cubicBezTo>
                <a:cubicBezTo>
                  <a:pt x="5168067" y="-25285"/>
                  <a:pt x="5553461" y="48414"/>
                  <a:pt x="5775158" y="0"/>
                </a:cubicBezTo>
                <a:cubicBezTo>
                  <a:pt x="5996855" y="-48414"/>
                  <a:pt x="6190901" y="9144"/>
                  <a:pt x="6462402" y="0"/>
                </a:cubicBezTo>
                <a:cubicBezTo>
                  <a:pt x="6733903" y="-9144"/>
                  <a:pt x="6696513" y="13032"/>
                  <a:pt x="6930189" y="0"/>
                </a:cubicBezTo>
                <a:cubicBezTo>
                  <a:pt x="7163865" y="-13032"/>
                  <a:pt x="7113884" y="16039"/>
                  <a:pt x="7178521" y="0"/>
                </a:cubicBezTo>
                <a:cubicBezTo>
                  <a:pt x="7243158" y="-16039"/>
                  <a:pt x="7535940" y="3754"/>
                  <a:pt x="7646309" y="0"/>
                </a:cubicBezTo>
                <a:cubicBezTo>
                  <a:pt x="7756678" y="-3754"/>
                  <a:pt x="7994662" y="2896"/>
                  <a:pt x="8333553" y="0"/>
                </a:cubicBezTo>
                <a:cubicBezTo>
                  <a:pt x="8672444" y="-2896"/>
                  <a:pt x="8877360" y="28545"/>
                  <a:pt x="9130525" y="0"/>
                </a:cubicBezTo>
                <a:cubicBezTo>
                  <a:pt x="9383690" y="-28545"/>
                  <a:pt x="9305024" y="9456"/>
                  <a:pt x="9378856" y="0"/>
                </a:cubicBezTo>
                <a:cubicBezTo>
                  <a:pt x="9452688" y="-9456"/>
                  <a:pt x="9563098" y="14629"/>
                  <a:pt x="9627188" y="0"/>
                </a:cubicBezTo>
                <a:cubicBezTo>
                  <a:pt x="9691278" y="-14629"/>
                  <a:pt x="10259632" y="71671"/>
                  <a:pt x="10424160" y="0"/>
                </a:cubicBezTo>
                <a:cubicBezTo>
                  <a:pt x="10588688" y="-71671"/>
                  <a:pt x="10848594" y="4759"/>
                  <a:pt x="10972800" y="0"/>
                </a:cubicBezTo>
                <a:cubicBezTo>
                  <a:pt x="10991707" y="279830"/>
                  <a:pt x="10937378" y="421089"/>
                  <a:pt x="10972800" y="562098"/>
                </a:cubicBezTo>
                <a:cubicBezTo>
                  <a:pt x="11008222" y="703107"/>
                  <a:pt x="10946350" y="1030393"/>
                  <a:pt x="10972800" y="1214132"/>
                </a:cubicBezTo>
                <a:cubicBezTo>
                  <a:pt x="10999250" y="1397871"/>
                  <a:pt x="10959284" y="1440239"/>
                  <a:pt x="10972800" y="1641327"/>
                </a:cubicBezTo>
                <a:cubicBezTo>
                  <a:pt x="10986316" y="1842415"/>
                  <a:pt x="10969262" y="2065467"/>
                  <a:pt x="10972800" y="2293361"/>
                </a:cubicBezTo>
                <a:cubicBezTo>
                  <a:pt x="10976338" y="2521255"/>
                  <a:pt x="10953430" y="2779889"/>
                  <a:pt x="10972800" y="2945395"/>
                </a:cubicBezTo>
                <a:cubicBezTo>
                  <a:pt x="10992170" y="3110901"/>
                  <a:pt x="10923376" y="3190407"/>
                  <a:pt x="10972800" y="3372590"/>
                </a:cubicBezTo>
                <a:cubicBezTo>
                  <a:pt x="11022224" y="3554774"/>
                  <a:pt x="10958088" y="3711162"/>
                  <a:pt x="10972800" y="3934688"/>
                </a:cubicBezTo>
                <a:cubicBezTo>
                  <a:pt x="10987512" y="4158214"/>
                  <a:pt x="10960155" y="4250858"/>
                  <a:pt x="10972800" y="4496786"/>
                </a:cubicBezTo>
                <a:cubicBezTo>
                  <a:pt x="10795813" y="4548321"/>
                  <a:pt x="10675282" y="4492017"/>
                  <a:pt x="10505012" y="4496786"/>
                </a:cubicBezTo>
                <a:cubicBezTo>
                  <a:pt x="10334742" y="4501555"/>
                  <a:pt x="9976057" y="4466019"/>
                  <a:pt x="9817768" y="4496786"/>
                </a:cubicBezTo>
                <a:cubicBezTo>
                  <a:pt x="9659479" y="4527553"/>
                  <a:pt x="9253965" y="4469451"/>
                  <a:pt x="9020797" y="4496786"/>
                </a:cubicBezTo>
                <a:cubicBezTo>
                  <a:pt x="8787629" y="4524121"/>
                  <a:pt x="8672420" y="4469424"/>
                  <a:pt x="8553009" y="4496786"/>
                </a:cubicBezTo>
                <a:cubicBezTo>
                  <a:pt x="8433598" y="4524148"/>
                  <a:pt x="7936842" y="4444225"/>
                  <a:pt x="7756037" y="4496786"/>
                </a:cubicBezTo>
                <a:cubicBezTo>
                  <a:pt x="7575232" y="4549347"/>
                  <a:pt x="7402474" y="4451458"/>
                  <a:pt x="7178521" y="4496786"/>
                </a:cubicBezTo>
                <a:cubicBezTo>
                  <a:pt x="6954568" y="4542114"/>
                  <a:pt x="6546553" y="4416053"/>
                  <a:pt x="6381549" y="4496786"/>
                </a:cubicBezTo>
                <a:cubicBezTo>
                  <a:pt x="6216545" y="4577519"/>
                  <a:pt x="5754858" y="4438815"/>
                  <a:pt x="5584578" y="4496786"/>
                </a:cubicBezTo>
                <a:cubicBezTo>
                  <a:pt x="5414298" y="4554757"/>
                  <a:pt x="5398880" y="4464751"/>
                  <a:pt x="5226518" y="4496786"/>
                </a:cubicBezTo>
                <a:cubicBezTo>
                  <a:pt x="5054156" y="4528821"/>
                  <a:pt x="4871630" y="4494205"/>
                  <a:pt x="4758730" y="4496786"/>
                </a:cubicBezTo>
                <a:cubicBezTo>
                  <a:pt x="4645830" y="4499367"/>
                  <a:pt x="4411419" y="4438732"/>
                  <a:pt x="4181214" y="4496786"/>
                </a:cubicBezTo>
                <a:cubicBezTo>
                  <a:pt x="3951009" y="4554840"/>
                  <a:pt x="3726697" y="4448945"/>
                  <a:pt x="3603699" y="4496786"/>
                </a:cubicBezTo>
                <a:cubicBezTo>
                  <a:pt x="3480701" y="4544627"/>
                  <a:pt x="3259864" y="4468947"/>
                  <a:pt x="2916455" y="4496786"/>
                </a:cubicBezTo>
                <a:cubicBezTo>
                  <a:pt x="2573046" y="4524625"/>
                  <a:pt x="2631351" y="4491279"/>
                  <a:pt x="2558395" y="4496786"/>
                </a:cubicBezTo>
                <a:cubicBezTo>
                  <a:pt x="2485439" y="4502293"/>
                  <a:pt x="2363136" y="4462131"/>
                  <a:pt x="2200335" y="4496786"/>
                </a:cubicBezTo>
                <a:cubicBezTo>
                  <a:pt x="2037534" y="4531441"/>
                  <a:pt x="1793972" y="4450426"/>
                  <a:pt x="1403363" y="4496786"/>
                </a:cubicBezTo>
                <a:cubicBezTo>
                  <a:pt x="1012754" y="4543146"/>
                  <a:pt x="996742" y="4443893"/>
                  <a:pt x="606392" y="4496786"/>
                </a:cubicBezTo>
                <a:cubicBezTo>
                  <a:pt x="216042" y="4549679"/>
                  <a:pt x="245831" y="4472278"/>
                  <a:pt x="0" y="4496786"/>
                </a:cubicBezTo>
                <a:cubicBezTo>
                  <a:pt x="-38217" y="4386958"/>
                  <a:pt x="23572" y="4166631"/>
                  <a:pt x="0" y="4069591"/>
                </a:cubicBezTo>
                <a:cubicBezTo>
                  <a:pt x="-23572" y="3972551"/>
                  <a:pt x="36573" y="3733451"/>
                  <a:pt x="0" y="3597429"/>
                </a:cubicBezTo>
                <a:cubicBezTo>
                  <a:pt x="-36573" y="3461407"/>
                  <a:pt x="20953" y="3288863"/>
                  <a:pt x="0" y="3035331"/>
                </a:cubicBezTo>
                <a:cubicBezTo>
                  <a:pt x="-20953" y="2781799"/>
                  <a:pt x="25495" y="2733837"/>
                  <a:pt x="0" y="2473232"/>
                </a:cubicBezTo>
                <a:cubicBezTo>
                  <a:pt x="-25495" y="2212627"/>
                  <a:pt x="42591" y="2207298"/>
                  <a:pt x="0" y="1956102"/>
                </a:cubicBezTo>
                <a:cubicBezTo>
                  <a:pt x="-42591" y="1704906"/>
                  <a:pt x="25357" y="1614365"/>
                  <a:pt x="0" y="1438972"/>
                </a:cubicBezTo>
                <a:cubicBezTo>
                  <a:pt x="-25357" y="1263579"/>
                  <a:pt x="27454" y="1218638"/>
                  <a:pt x="0" y="1011777"/>
                </a:cubicBezTo>
                <a:cubicBezTo>
                  <a:pt x="-27454" y="804917"/>
                  <a:pt x="24288" y="753111"/>
                  <a:pt x="0" y="584582"/>
                </a:cubicBezTo>
                <a:cubicBezTo>
                  <a:pt x="-24288" y="416054"/>
                  <a:pt x="66103" y="276662"/>
                  <a:pt x="0" y="0"/>
                </a:cubicBezTo>
                <a:close/>
              </a:path>
              <a:path w="10972800" h="4496786" stroke="0" extrusionOk="0">
                <a:moveTo>
                  <a:pt x="0" y="0"/>
                </a:moveTo>
                <a:cubicBezTo>
                  <a:pt x="102379" y="-51931"/>
                  <a:pt x="349347" y="32831"/>
                  <a:pt x="467788" y="0"/>
                </a:cubicBezTo>
                <a:cubicBezTo>
                  <a:pt x="586229" y="-32831"/>
                  <a:pt x="611719" y="14452"/>
                  <a:pt x="716120" y="0"/>
                </a:cubicBezTo>
                <a:cubicBezTo>
                  <a:pt x="820521" y="-14452"/>
                  <a:pt x="1161101" y="55234"/>
                  <a:pt x="1513091" y="0"/>
                </a:cubicBezTo>
                <a:cubicBezTo>
                  <a:pt x="1865081" y="-55234"/>
                  <a:pt x="1778384" y="24247"/>
                  <a:pt x="1980879" y="0"/>
                </a:cubicBezTo>
                <a:cubicBezTo>
                  <a:pt x="2183374" y="-24247"/>
                  <a:pt x="2216696" y="48281"/>
                  <a:pt x="2448667" y="0"/>
                </a:cubicBezTo>
                <a:cubicBezTo>
                  <a:pt x="2680638" y="-48281"/>
                  <a:pt x="2972009" y="22004"/>
                  <a:pt x="3245639" y="0"/>
                </a:cubicBezTo>
                <a:cubicBezTo>
                  <a:pt x="3519269" y="-22004"/>
                  <a:pt x="3510344" y="18862"/>
                  <a:pt x="3603699" y="0"/>
                </a:cubicBezTo>
                <a:cubicBezTo>
                  <a:pt x="3697054" y="-18862"/>
                  <a:pt x="4177629" y="75625"/>
                  <a:pt x="4400670" y="0"/>
                </a:cubicBezTo>
                <a:cubicBezTo>
                  <a:pt x="4623711" y="-75625"/>
                  <a:pt x="4857216" y="78016"/>
                  <a:pt x="5197642" y="0"/>
                </a:cubicBezTo>
                <a:cubicBezTo>
                  <a:pt x="5538068" y="-78016"/>
                  <a:pt x="5489786" y="19261"/>
                  <a:pt x="5775158" y="0"/>
                </a:cubicBezTo>
                <a:cubicBezTo>
                  <a:pt x="6060530" y="-19261"/>
                  <a:pt x="6208738" y="47797"/>
                  <a:pt x="6572130" y="0"/>
                </a:cubicBezTo>
                <a:cubicBezTo>
                  <a:pt x="6935522" y="-47797"/>
                  <a:pt x="6903289" y="35042"/>
                  <a:pt x="7039917" y="0"/>
                </a:cubicBezTo>
                <a:cubicBezTo>
                  <a:pt x="7176545" y="-35042"/>
                  <a:pt x="7278901" y="6436"/>
                  <a:pt x="7507705" y="0"/>
                </a:cubicBezTo>
                <a:cubicBezTo>
                  <a:pt x="7736509" y="-6436"/>
                  <a:pt x="7979186" y="50296"/>
                  <a:pt x="8194949" y="0"/>
                </a:cubicBezTo>
                <a:cubicBezTo>
                  <a:pt x="8410712" y="-50296"/>
                  <a:pt x="8520676" y="11781"/>
                  <a:pt x="8662737" y="0"/>
                </a:cubicBezTo>
                <a:cubicBezTo>
                  <a:pt x="8804798" y="-11781"/>
                  <a:pt x="9252334" y="56724"/>
                  <a:pt x="9459709" y="0"/>
                </a:cubicBezTo>
                <a:cubicBezTo>
                  <a:pt x="9667084" y="-56724"/>
                  <a:pt x="10011381" y="41375"/>
                  <a:pt x="10256680" y="0"/>
                </a:cubicBezTo>
                <a:cubicBezTo>
                  <a:pt x="10501979" y="-41375"/>
                  <a:pt x="10755052" y="36028"/>
                  <a:pt x="10972800" y="0"/>
                </a:cubicBezTo>
                <a:cubicBezTo>
                  <a:pt x="10979287" y="257115"/>
                  <a:pt x="10934394" y="409095"/>
                  <a:pt x="10972800" y="517130"/>
                </a:cubicBezTo>
                <a:cubicBezTo>
                  <a:pt x="11011206" y="625165"/>
                  <a:pt x="10935249" y="834574"/>
                  <a:pt x="10972800" y="944325"/>
                </a:cubicBezTo>
                <a:cubicBezTo>
                  <a:pt x="11010351" y="1054076"/>
                  <a:pt x="10968499" y="1282908"/>
                  <a:pt x="10972800" y="1416488"/>
                </a:cubicBezTo>
                <a:cubicBezTo>
                  <a:pt x="10977101" y="1550068"/>
                  <a:pt x="10962186" y="1851213"/>
                  <a:pt x="10972800" y="2023554"/>
                </a:cubicBezTo>
                <a:cubicBezTo>
                  <a:pt x="10983414" y="2195895"/>
                  <a:pt x="10971006" y="2326306"/>
                  <a:pt x="10972800" y="2540684"/>
                </a:cubicBezTo>
                <a:cubicBezTo>
                  <a:pt x="10974594" y="2755062"/>
                  <a:pt x="10944990" y="2906835"/>
                  <a:pt x="10972800" y="3012847"/>
                </a:cubicBezTo>
                <a:cubicBezTo>
                  <a:pt x="11000610" y="3118859"/>
                  <a:pt x="10903164" y="3340731"/>
                  <a:pt x="10972800" y="3619913"/>
                </a:cubicBezTo>
                <a:cubicBezTo>
                  <a:pt x="11042436" y="3899095"/>
                  <a:pt x="10918621" y="4310614"/>
                  <a:pt x="10972800" y="4496786"/>
                </a:cubicBezTo>
                <a:cubicBezTo>
                  <a:pt x="10805779" y="4525271"/>
                  <a:pt x="10578745" y="4472130"/>
                  <a:pt x="10395284" y="4496786"/>
                </a:cubicBezTo>
                <a:cubicBezTo>
                  <a:pt x="10211823" y="4521442"/>
                  <a:pt x="10192618" y="4477400"/>
                  <a:pt x="10037224" y="4496786"/>
                </a:cubicBezTo>
                <a:cubicBezTo>
                  <a:pt x="9881830" y="4516172"/>
                  <a:pt x="9599392" y="4425516"/>
                  <a:pt x="9349981" y="4496786"/>
                </a:cubicBezTo>
                <a:cubicBezTo>
                  <a:pt x="9100570" y="4568056"/>
                  <a:pt x="9126639" y="4455342"/>
                  <a:pt x="8991921" y="4496786"/>
                </a:cubicBezTo>
                <a:cubicBezTo>
                  <a:pt x="8857203" y="4538230"/>
                  <a:pt x="8573346" y="4438210"/>
                  <a:pt x="8304677" y="4496786"/>
                </a:cubicBezTo>
                <a:cubicBezTo>
                  <a:pt x="8036008" y="4555362"/>
                  <a:pt x="8125455" y="4467675"/>
                  <a:pt x="8056345" y="4496786"/>
                </a:cubicBezTo>
                <a:cubicBezTo>
                  <a:pt x="7987235" y="4525897"/>
                  <a:pt x="7671415" y="4456436"/>
                  <a:pt x="7369101" y="4496786"/>
                </a:cubicBezTo>
                <a:cubicBezTo>
                  <a:pt x="7066787" y="4537136"/>
                  <a:pt x="7093597" y="4483735"/>
                  <a:pt x="7011042" y="4496786"/>
                </a:cubicBezTo>
                <a:cubicBezTo>
                  <a:pt x="6928487" y="4509837"/>
                  <a:pt x="6837617" y="4494081"/>
                  <a:pt x="6762710" y="4496786"/>
                </a:cubicBezTo>
                <a:cubicBezTo>
                  <a:pt x="6687803" y="4499491"/>
                  <a:pt x="6550411" y="4487243"/>
                  <a:pt x="6404650" y="4496786"/>
                </a:cubicBezTo>
                <a:cubicBezTo>
                  <a:pt x="6258889" y="4506329"/>
                  <a:pt x="6021130" y="4442816"/>
                  <a:pt x="5717406" y="4496786"/>
                </a:cubicBezTo>
                <a:cubicBezTo>
                  <a:pt x="5413682" y="4550756"/>
                  <a:pt x="5434197" y="4460687"/>
                  <a:pt x="5359347" y="4496786"/>
                </a:cubicBezTo>
                <a:cubicBezTo>
                  <a:pt x="5284497" y="4532885"/>
                  <a:pt x="5233165" y="4490280"/>
                  <a:pt x="5111015" y="4496786"/>
                </a:cubicBezTo>
                <a:cubicBezTo>
                  <a:pt x="4988865" y="4503292"/>
                  <a:pt x="4930972" y="4473140"/>
                  <a:pt x="4752955" y="4496786"/>
                </a:cubicBezTo>
                <a:cubicBezTo>
                  <a:pt x="4574938" y="4520432"/>
                  <a:pt x="4447101" y="4483211"/>
                  <a:pt x="4285167" y="4496786"/>
                </a:cubicBezTo>
                <a:cubicBezTo>
                  <a:pt x="4123233" y="4510361"/>
                  <a:pt x="3960936" y="4432420"/>
                  <a:pt x="3707651" y="4496786"/>
                </a:cubicBezTo>
                <a:cubicBezTo>
                  <a:pt x="3454366" y="4561152"/>
                  <a:pt x="3501221" y="4463595"/>
                  <a:pt x="3349592" y="4496786"/>
                </a:cubicBezTo>
                <a:cubicBezTo>
                  <a:pt x="3197963" y="4529977"/>
                  <a:pt x="2930294" y="4416397"/>
                  <a:pt x="2552620" y="4496786"/>
                </a:cubicBezTo>
                <a:cubicBezTo>
                  <a:pt x="2174946" y="4577175"/>
                  <a:pt x="2174026" y="4428130"/>
                  <a:pt x="1975104" y="4496786"/>
                </a:cubicBezTo>
                <a:cubicBezTo>
                  <a:pt x="1776182" y="4565442"/>
                  <a:pt x="1397326" y="4463330"/>
                  <a:pt x="1178132" y="4496786"/>
                </a:cubicBezTo>
                <a:cubicBezTo>
                  <a:pt x="958938" y="4530242"/>
                  <a:pt x="733337" y="4430107"/>
                  <a:pt x="490888" y="4496786"/>
                </a:cubicBezTo>
                <a:cubicBezTo>
                  <a:pt x="248439" y="4563465"/>
                  <a:pt x="169147" y="4461288"/>
                  <a:pt x="0" y="4496786"/>
                </a:cubicBezTo>
                <a:cubicBezTo>
                  <a:pt x="-41569" y="4258094"/>
                  <a:pt x="41297" y="4154429"/>
                  <a:pt x="0" y="3889720"/>
                </a:cubicBezTo>
                <a:cubicBezTo>
                  <a:pt x="-41297" y="3625011"/>
                  <a:pt x="852" y="3461494"/>
                  <a:pt x="0" y="3282654"/>
                </a:cubicBezTo>
                <a:cubicBezTo>
                  <a:pt x="-852" y="3103814"/>
                  <a:pt x="13877" y="2843997"/>
                  <a:pt x="0" y="2720556"/>
                </a:cubicBezTo>
                <a:cubicBezTo>
                  <a:pt x="-13877" y="2597115"/>
                  <a:pt x="52260" y="2304617"/>
                  <a:pt x="0" y="2068522"/>
                </a:cubicBezTo>
                <a:cubicBezTo>
                  <a:pt x="-52260" y="1832427"/>
                  <a:pt x="18743" y="1603340"/>
                  <a:pt x="0" y="1416488"/>
                </a:cubicBezTo>
                <a:cubicBezTo>
                  <a:pt x="-18743" y="1229636"/>
                  <a:pt x="27604" y="969364"/>
                  <a:pt x="0" y="809421"/>
                </a:cubicBezTo>
                <a:cubicBezTo>
                  <a:pt x="-27604" y="649478"/>
                  <a:pt x="37994" y="187515"/>
                  <a:pt x="0" y="0"/>
                </a:cubicBezTo>
                <a:close/>
              </a:path>
            </a:pathLst>
          </a:custGeom>
          <a:ln w="63500">
            <a:solidFill>
              <a:schemeClr val="accent1"/>
            </a:solidFill>
            <a:extLst>
              <a:ext uri="{C807C97D-BFC1-408E-A445-0C87EB9F89A2}">
                <ask:lineSketchStyleProps xmlns:ask="http://schemas.microsoft.com/office/drawing/2018/sketchyshapes" sd="1219033472">
                  <ask:type>
                    <ask:lineSketchScribble/>
                  </ask:type>
                </ask:lineSketchStyleProps>
              </a:ext>
            </a:extLst>
          </a:ln>
        </p:spPr>
        <p:txBody>
          <a:bodyPr lIns="432000" tIns="180000" bIns="180000" numCol="2" spcCol="720000"/>
          <a:lstStyle/>
          <a:p>
            <a:pPr>
              <a:lnSpc>
                <a:spcPct val="150000"/>
              </a:lnSpc>
            </a:pPr>
            <a:r>
              <a:rPr lang="en-CA" dirty="0"/>
              <a:t>Global Accessibility Best Practices</a:t>
            </a:r>
          </a:p>
          <a:p>
            <a:pPr>
              <a:lnSpc>
                <a:spcPct val="150000"/>
              </a:lnSpc>
            </a:pPr>
            <a:r>
              <a:rPr lang="en-CA" dirty="0"/>
              <a:t>Best practices for emails-Outlook</a:t>
            </a:r>
          </a:p>
          <a:p>
            <a:pPr>
              <a:lnSpc>
                <a:spcPct val="150000"/>
              </a:lnSpc>
            </a:pPr>
            <a:r>
              <a:rPr lang="en-CA" dirty="0"/>
              <a:t>Best practices for Word</a:t>
            </a:r>
          </a:p>
          <a:p>
            <a:pPr>
              <a:lnSpc>
                <a:spcPct val="150000"/>
              </a:lnSpc>
            </a:pPr>
            <a:r>
              <a:rPr lang="en-CA" dirty="0"/>
              <a:t>Break </a:t>
            </a:r>
          </a:p>
          <a:p>
            <a:pPr>
              <a:lnSpc>
                <a:spcPct val="150000"/>
              </a:lnSpc>
            </a:pPr>
            <a:r>
              <a:rPr lang="en-CA" dirty="0"/>
              <a:t>Best practices for PowerPoint</a:t>
            </a:r>
          </a:p>
          <a:p>
            <a:pPr>
              <a:lnSpc>
                <a:spcPct val="150000"/>
              </a:lnSpc>
            </a:pPr>
            <a:r>
              <a:rPr lang="en-CA" dirty="0"/>
              <a:t>Resources</a:t>
            </a:r>
          </a:p>
          <a:p>
            <a:pPr>
              <a:lnSpc>
                <a:spcPct val="150000"/>
              </a:lnSpc>
            </a:pPr>
            <a:r>
              <a:rPr lang="en-CA" dirty="0"/>
              <a:t>Contact us</a:t>
            </a:r>
          </a:p>
        </p:txBody>
      </p:sp>
      <p:sp>
        <p:nvSpPr>
          <p:cNvPr id="6" name="Footer Placeholder 3">
            <a:extLst>
              <a:ext uri="{FF2B5EF4-FFF2-40B4-BE49-F238E27FC236}">
                <a16:creationId xmlns:a16="http://schemas.microsoft.com/office/drawing/2014/main" id="{0FDBC550-3733-4DBC-9DE5-6C778EC7CA6E}"/>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7" name="Slide Number Placeholder 4">
            <a:extLst>
              <a:ext uri="{FF2B5EF4-FFF2-40B4-BE49-F238E27FC236}">
                <a16:creationId xmlns:a16="http://schemas.microsoft.com/office/drawing/2014/main" id="{0AAD868B-C7BB-4F3C-AB45-EC6E72DEE970}"/>
              </a:ext>
              <a:ext uri="{C183D7F6-B498-43B3-948B-1728B52AA6E4}">
                <adec:decorative xmlns:adec="http://schemas.microsoft.com/office/drawing/2017/decorative" val="1"/>
              </a:ext>
            </a:extLst>
          </p:cNvPr>
          <p:cNvSpPr>
            <a:spLocks noGrp="1"/>
          </p:cNvSpPr>
          <p:nvPr>
            <p:ph type="sldNum" sz="quarter" idx="12"/>
            <p:custDataLst>
              <p:tags r:id="rId4"/>
            </p:custDataLst>
          </p:nvPr>
        </p:nvSpPr>
        <p:spPr>
          <a:xfrm>
            <a:off x="8737600" y="6356351"/>
            <a:ext cx="2844800" cy="365125"/>
          </a:xfrm>
        </p:spPr>
        <p:txBody>
          <a:bodyPr/>
          <a:lstStyle/>
          <a:p>
            <a:fld id="{2E86C063-E22E-2E4C-A523-54089486E38F}" type="slidenum">
              <a:rPr lang="en-US" smtClean="0"/>
              <a:pPr/>
              <a:t>5</a:t>
            </a:fld>
            <a:endParaRPr lang="en-US" dirty="0"/>
          </a:p>
        </p:txBody>
      </p:sp>
    </p:spTree>
    <p:extLst>
      <p:ext uri="{BB962C8B-B14F-4D97-AF65-F5344CB8AC3E}">
        <p14:creationId xmlns:p14="http://schemas.microsoft.com/office/powerpoint/2010/main" val="3925685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379491" y="1519364"/>
            <a:ext cx="9433018" cy="3819272"/>
          </a:xfrm>
          <a:custGeom>
            <a:avLst/>
            <a:gdLst>
              <a:gd name="connsiteX0" fmla="*/ 0 w 9433018"/>
              <a:gd name="connsiteY0" fmla="*/ 0 h 3819272"/>
              <a:gd name="connsiteX1" fmla="*/ 9433018 w 9433018"/>
              <a:gd name="connsiteY1" fmla="*/ 0 h 3819272"/>
              <a:gd name="connsiteX2" fmla="*/ 9433018 w 9433018"/>
              <a:gd name="connsiteY2" fmla="*/ 3819272 h 3819272"/>
              <a:gd name="connsiteX3" fmla="*/ 0 w 9433018"/>
              <a:gd name="connsiteY3" fmla="*/ 3819272 h 3819272"/>
              <a:gd name="connsiteX4" fmla="*/ 0 w 9433018"/>
              <a:gd name="connsiteY4" fmla="*/ 0 h 3819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3018" h="3819272" fill="none" extrusionOk="0">
                <a:moveTo>
                  <a:pt x="0" y="0"/>
                </a:moveTo>
                <a:cubicBezTo>
                  <a:pt x="2368138" y="-49533"/>
                  <a:pt x="6453006" y="-14809"/>
                  <a:pt x="9433018" y="0"/>
                </a:cubicBezTo>
                <a:cubicBezTo>
                  <a:pt x="9520657" y="488390"/>
                  <a:pt x="9360339" y="2874239"/>
                  <a:pt x="9433018" y="3819272"/>
                </a:cubicBezTo>
                <a:cubicBezTo>
                  <a:pt x="7793505" y="3771041"/>
                  <a:pt x="4504812" y="3903727"/>
                  <a:pt x="0" y="3819272"/>
                </a:cubicBezTo>
                <a:cubicBezTo>
                  <a:pt x="-38581" y="2027004"/>
                  <a:pt x="63341" y="685408"/>
                  <a:pt x="0" y="0"/>
                </a:cubicBezTo>
                <a:close/>
              </a:path>
              <a:path w="9433018" h="3819272" stroke="0" extrusionOk="0">
                <a:moveTo>
                  <a:pt x="0" y="0"/>
                </a:moveTo>
                <a:cubicBezTo>
                  <a:pt x="2590848" y="118645"/>
                  <a:pt x="8261290" y="116012"/>
                  <a:pt x="9433018" y="0"/>
                </a:cubicBezTo>
                <a:cubicBezTo>
                  <a:pt x="9300136" y="1401833"/>
                  <a:pt x="9517969" y="2221148"/>
                  <a:pt x="9433018" y="3819272"/>
                </a:cubicBezTo>
                <a:cubicBezTo>
                  <a:pt x="4853559" y="3953872"/>
                  <a:pt x="1870260" y="3662076"/>
                  <a:pt x="0" y="3819272"/>
                </a:cubicBezTo>
                <a:cubicBezTo>
                  <a:pt x="-20187" y="2273846"/>
                  <a:pt x="-152480" y="1111140"/>
                  <a:pt x="0" y="0"/>
                </a:cubicBezTo>
                <a:close/>
              </a:path>
            </a:pathLst>
          </a:custGeom>
          <a:solidFill>
            <a:srgbClr val="E2EDDF"/>
          </a:solidFill>
          <a:ln w="184150" cmpd="sng">
            <a:solidFill>
              <a:schemeClr val="bg1"/>
            </a:solidFill>
            <a:extLst>
              <a:ext uri="{C807C97D-BFC1-408E-A445-0C87EB9F89A2}">
                <ask:lineSketchStyleProps xmlns:ask="http://schemas.microsoft.com/office/drawing/2018/sketchyshapes" sd="1219033472">
                  <ask:type>
                    <ask:lineSketchCurved/>
                  </ask:type>
                </ask:lineSketchStyleProps>
              </a:ext>
            </a:extLst>
          </a:ln>
          <a:effectLst/>
        </p:spPr>
        <p:txBody>
          <a:bodyPr>
            <a:noAutofit/>
          </a:bodyPr>
          <a:lstStyle/>
          <a:p>
            <a:pPr algn="ctr"/>
            <a:r>
              <a:rPr lang="en-CA" sz="4400" dirty="0">
                <a:solidFill>
                  <a:srgbClr val="1B8A8C"/>
                </a:solidFill>
              </a:rPr>
              <a:t>Global Accessibility Best Practices</a:t>
            </a:r>
            <a:endParaRPr lang="en-US" sz="4400" dirty="0">
              <a:solidFill>
                <a:srgbClr val="1B8A8C"/>
              </a:solidFill>
            </a:endParaRPr>
          </a:p>
        </p:txBody>
      </p:sp>
      <p:sp>
        <p:nvSpPr>
          <p:cNvPr id="3" name="Footer Placeholder 3">
            <a:extLst>
              <a:ext uri="{FF2B5EF4-FFF2-40B4-BE49-F238E27FC236}">
                <a16:creationId xmlns:a16="http://schemas.microsoft.com/office/drawing/2014/main" id="{8DC00A0E-2037-4813-B5E6-685480092FAB}"/>
              </a:ext>
              <a:ext uri="{C183D7F6-B498-43B3-948B-1728B52AA6E4}">
                <adec:decorative xmlns:adec="http://schemas.microsoft.com/office/drawing/2017/decorative" val="1"/>
              </a:ext>
            </a:extLst>
          </p:cNvPr>
          <p:cNvSpPr txBox="1">
            <a:spLocks/>
          </p:cNvSpPr>
          <p:nvPr>
            <p:custDataLst>
              <p:tags r:id="rId2"/>
            </p:custDataLst>
          </p:nvPr>
        </p:nvSpPr>
        <p:spPr>
          <a:xfrm>
            <a:off x="3999933" y="6434219"/>
            <a:ext cx="4192135" cy="34189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CA" dirty="0"/>
              <a:t>Making Technology work for everyone!</a:t>
            </a:r>
            <a:endParaRPr lang="en-US" dirty="0"/>
          </a:p>
        </p:txBody>
      </p:sp>
      <p:sp>
        <p:nvSpPr>
          <p:cNvPr id="4" name="Slide Number Placeholder 4">
            <a:extLst>
              <a:ext uri="{FF2B5EF4-FFF2-40B4-BE49-F238E27FC236}">
                <a16:creationId xmlns:a16="http://schemas.microsoft.com/office/drawing/2014/main" id="{9CCA4589-415B-4BF8-95E9-1F2FBCB903A1}"/>
              </a:ext>
              <a:ext uri="{C183D7F6-B498-43B3-948B-1728B52AA6E4}">
                <adec:decorative xmlns:adec="http://schemas.microsoft.com/office/drawing/2017/decorative" val="1"/>
              </a:ext>
            </a:extLst>
          </p:cNvPr>
          <p:cNvSpPr txBox="1">
            <a:spLocks/>
          </p:cNvSpPr>
          <p:nvPr>
            <p:custDataLst>
              <p:tags r:id="rId3"/>
            </p:custDataLst>
          </p:nvPr>
        </p:nvSpPr>
        <p:spPr>
          <a:xfrm>
            <a:off x="8737600" y="6356351"/>
            <a:ext cx="28448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2E86C063-E22E-2E4C-A523-54089486E38F}" type="slidenum">
              <a:rPr lang="en-US" smtClean="0"/>
              <a:pPr algn="r"/>
              <a:t>6</a:t>
            </a:fld>
            <a:endParaRPr lang="en-US" dirty="0"/>
          </a:p>
        </p:txBody>
      </p:sp>
      <p:pic>
        <p:nvPicPr>
          <p:cNvPr id="5" name="Picture 4" descr="Universal accessibility symbol.">
            <a:extLst>
              <a:ext uri="{FF2B5EF4-FFF2-40B4-BE49-F238E27FC236}">
                <a16:creationId xmlns:a16="http://schemas.microsoft.com/office/drawing/2014/main" id="{12937B09-F3DE-42F1-B4B9-B5A0E680F73B}"/>
              </a:ext>
            </a:extLst>
          </p:cNvPr>
          <p:cNvPicPr>
            <a:picLocks noChangeAspect="1"/>
          </p:cNvPicPr>
          <p:nvPr/>
        </p:nvPicPr>
        <p:blipFill>
          <a:blip r:embed="rId6">
            <a:extLst>
              <a:ext uri="{BEBA8EAE-BF5A-486C-A8C5-ECC9F3942E4B}">
                <a14:imgProps xmlns:a14="http://schemas.microsoft.com/office/drawing/2010/main">
                  <a14:imgLayer r:embed="rId7">
                    <a14:imgEffect>
                      <a14:colorTemperature colorTemp="8800"/>
                    </a14:imgEffect>
                    <a14:imgEffect>
                      <a14:saturation sat="49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bwMode="auto">
          <a:xfrm>
            <a:off x="10226675" y="393865"/>
            <a:ext cx="1355725" cy="1139825"/>
          </a:xfrm>
          <a:prstGeom prst="rect">
            <a:avLst/>
          </a:prstGeom>
          <a:solidFill>
            <a:schemeClr val="bg1">
              <a:alpha val="0"/>
            </a:schemeClr>
          </a:solidFill>
          <a:ln>
            <a:solidFill>
              <a:schemeClr val="bg1">
                <a:alpha val="62000"/>
              </a:schemeClr>
            </a:solidFill>
          </a:ln>
        </p:spPr>
      </p:pic>
    </p:spTree>
    <p:extLst>
      <p:ext uri="{BB962C8B-B14F-4D97-AF65-F5344CB8AC3E}">
        <p14:creationId xmlns:p14="http://schemas.microsoft.com/office/powerpoint/2010/main" val="2003543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Autofit/>
          </a:bodyPr>
          <a:lstStyle/>
          <a:p>
            <a:r>
              <a:rPr lang="en-CA" dirty="0">
                <a:solidFill>
                  <a:srgbClr val="1B8A8C"/>
                </a:solidFill>
              </a:rPr>
              <a:t>Global Best Practices Section Includes</a:t>
            </a:r>
          </a:p>
        </p:txBody>
      </p:sp>
      <p:sp>
        <p:nvSpPr>
          <p:cNvPr id="3" name="Content Placeholder 2"/>
          <p:cNvSpPr>
            <a:spLocks noGrp="1"/>
          </p:cNvSpPr>
          <p:nvPr>
            <p:ph idx="1"/>
            <p:custDataLst>
              <p:tags r:id="rId2"/>
            </p:custDataLst>
          </p:nvPr>
        </p:nvSpPr>
        <p:spPr>
          <a:xfrm>
            <a:off x="796456" y="1839504"/>
            <a:ext cx="10599089" cy="3178993"/>
          </a:xfrm>
        </p:spPr>
        <p:txBody>
          <a:bodyPr numCol="2" spcCol="720000">
            <a:noAutofit/>
          </a:bodyPr>
          <a:lstStyle/>
          <a:p>
            <a:pPr>
              <a:lnSpc>
                <a:spcPct val="150000"/>
              </a:lnSpc>
              <a:buFont typeface="Wingdings" panose="05000000000000000000" pitchFamily="2" charset="2"/>
              <a:buChar char="Ø"/>
            </a:pPr>
            <a:r>
              <a:rPr lang="en-CA" dirty="0"/>
              <a:t>Plain language</a:t>
            </a:r>
          </a:p>
          <a:p>
            <a:pPr>
              <a:lnSpc>
                <a:spcPct val="150000"/>
              </a:lnSpc>
              <a:buFont typeface="Wingdings" panose="05000000000000000000" pitchFamily="2" charset="2"/>
              <a:buChar char="Ø"/>
            </a:pPr>
            <a:r>
              <a:rPr lang="en-CA" dirty="0"/>
              <a:t>Acronym</a:t>
            </a:r>
          </a:p>
          <a:p>
            <a:pPr>
              <a:lnSpc>
                <a:spcPct val="150000"/>
              </a:lnSpc>
              <a:buFont typeface="Wingdings" panose="05000000000000000000" pitchFamily="2" charset="2"/>
              <a:buChar char="Ø"/>
            </a:pPr>
            <a:r>
              <a:rPr lang="en-CA" dirty="0"/>
              <a:t>Appearance of text</a:t>
            </a:r>
          </a:p>
          <a:p>
            <a:pPr>
              <a:lnSpc>
                <a:spcPct val="150000"/>
              </a:lnSpc>
              <a:buFont typeface="Wingdings" panose="05000000000000000000" pitchFamily="2" charset="2"/>
              <a:buChar char="Ø"/>
            </a:pPr>
            <a:r>
              <a:rPr lang="en-CA" dirty="0"/>
              <a:t>Image</a:t>
            </a:r>
          </a:p>
          <a:p>
            <a:pPr>
              <a:lnSpc>
                <a:spcPct val="150000"/>
              </a:lnSpc>
              <a:buFont typeface="Wingdings" panose="05000000000000000000" pitchFamily="2" charset="2"/>
              <a:buChar char="Ø"/>
            </a:pPr>
            <a:r>
              <a:rPr lang="en-CA" dirty="0"/>
              <a:t>Alternative text for Non-text Object</a:t>
            </a:r>
          </a:p>
          <a:p>
            <a:pPr>
              <a:lnSpc>
                <a:spcPct val="150000"/>
              </a:lnSpc>
              <a:buFont typeface="Wingdings" panose="05000000000000000000" pitchFamily="2" charset="2"/>
              <a:buChar char="Ø"/>
            </a:pPr>
            <a:r>
              <a:rPr lang="en-CA" dirty="0"/>
              <a:t>Descriptive Hyperlink</a:t>
            </a:r>
          </a:p>
          <a:p>
            <a:pPr>
              <a:lnSpc>
                <a:spcPct val="150000"/>
              </a:lnSpc>
              <a:buFont typeface="Wingdings" panose="05000000000000000000" pitchFamily="2" charset="2"/>
              <a:buChar char="Ø"/>
            </a:pPr>
            <a:r>
              <a:rPr lang="en-CA" dirty="0"/>
              <a:t>Colour</a:t>
            </a:r>
          </a:p>
        </p:txBody>
      </p:sp>
      <p:sp>
        <p:nvSpPr>
          <p:cNvPr id="6" name="Footer Placeholder 3">
            <a:extLst>
              <a:ext uri="{FF2B5EF4-FFF2-40B4-BE49-F238E27FC236}">
                <a16:creationId xmlns:a16="http://schemas.microsoft.com/office/drawing/2014/main" id="{2136BA56-8405-4A40-9334-566DDDDCC326}"/>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B95D5B98-6793-41A1-AE2D-361D2FB170D8}"/>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7</a:t>
            </a:fld>
            <a:endParaRPr lang="en-US" dirty="0"/>
          </a:p>
        </p:txBody>
      </p:sp>
    </p:spTree>
    <p:extLst>
      <p:ext uri="{BB962C8B-B14F-4D97-AF65-F5344CB8AC3E}">
        <p14:creationId xmlns:p14="http://schemas.microsoft.com/office/powerpoint/2010/main" val="215654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custDataLst>
              <p:tags r:id="rId1"/>
            </p:custDataLst>
          </p:nvPr>
        </p:nvSpPr>
        <p:spPr>
          <a:xfrm>
            <a:off x="640080" y="262409"/>
            <a:ext cx="9448800" cy="859218"/>
          </a:xfrm>
        </p:spPr>
        <p:txBody>
          <a:bodyPr>
            <a:normAutofit/>
          </a:bodyPr>
          <a:lstStyle/>
          <a:p>
            <a:r>
              <a:rPr lang="en-CA" dirty="0">
                <a:solidFill>
                  <a:srgbClr val="1B8A8C"/>
                </a:solidFill>
              </a:rPr>
              <a:t>Plain Language</a:t>
            </a:r>
          </a:p>
        </p:txBody>
      </p:sp>
      <p:sp>
        <p:nvSpPr>
          <p:cNvPr id="7" name="Content Placeholder 6"/>
          <p:cNvSpPr>
            <a:spLocks noGrp="1"/>
          </p:cNvSpPr>
          <p:nvPr>
            <p:ph idx="1"/>
            <p:custDataLst>
              <p:tags r:id="rId2"/>
            </p:custDataLst>
          </p:nvPr>
        </p:nvSpPr>
        <p:spPr>
          <a:xfrm>
            <a:off x="640080" y="1262743"/>
            <a:ext cx="10942320" cy="4704042"/>
          </a:xfrm>
        </p:spPr>
        <p:txBody>
          <a:bodyPr>
            <a:noAutofit/>
          </a:bodyPr>
          <a:lstStyle/>
          <a:p>
            <a:pPr marL="0" indent="0">
              <a:lnSpc>
                <a:spcPct val="150000"/>
              </a:lnSpc>
              <a:buNone/>
            </a:pPr>
            <a:r>
              <a:rPr lang="en-CA" sz="3000" dirty="0"/>
              <a:t>The need to provide relevant information clearly and simply to ensure that everyone understands your message:</a:t>
            </a:r>
          </a:p>
          <a:p>
            <a:pPr>
              <a:lnSpc>
                <a:spcPct val="150000"/>
              </a:lnSpc>
              <a:buFont typeface="Wingdings" panose="05000000000000000000" pitchFamily="2" charset="2"/>
              <a:buChar char="Ø"/>
            </a:pPr>
            <a:r>
              <a:rPr lang="en-CA" sz="3000" dirty="0"/>
              <a:t>It applies within and between departments.</a:t>
            </a:r>
          </a:p>
          <a:p>
            <a:pPr>
              <a:lnSpc>
                <a:spcPct val="150000"/>
              </a:lnSpc>
              <a:buFont typeface="Wingdings" panose="05000000000000000000" pitchFamily="2" charset="2"/>
              <a:buChar char="Ø"/>
            </a:pPr>
            <a:r>
              <a:rPr lang="en-CA" sz="3000" dirty="0"/>
              <a:t>It applies to all types of communications and documents.</a:t>
            </a:r>
          </a:p>
          <a:p>
            <a:pPr>
              <a:lnSpc>
                <a:spcPct val="150000"/>
              </a:lnSpc>
              <a:buFont typeface="Wingdings" panose="05000000000000000000" pitchFamily="2" charset="2"/>
              <a:buChar char="Ø"/>
            </a:pPr>
            <a:r>
              <a:rPr lang="en-CA" sz="3000" dirty="0"/>
              <a:t>Reading level should aim for grade 8, up to 10 is accepted ‘internally’.</a:t>
            </a:r>
            <a:endParaRPr lang="en-CA" sz="2800" dirty="0"/>
          </a:p>
        </p:txBody>
      </p:sp>
      <p:sp>
        <p:nvSpPr>
          <p:cNvPr id="5" name="Footer Placeholder 3">
            <a:extLst>
              <a:ext uri="{FF2B5EF4-FFF2-40B4-BE49-F238E27FC236}">
                <a16:creationId xmlns:a16="http://schemas.microsoft.com/office/drawing/2014/main" id="{9DAA36FD-FAC1-4524-A029-A892FE7CC023}"/>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3" name="Slide Number Placeholder 2">
            <a:extLst>
              <a:ext uri="{FF2B5EF4-FFF2-40B4-BE49-F238E27FC236}">
                <a16:creationId xmlns:a16="http://schemas.microsoft.com/office/drawing/2014/main" id="{E9EDF599-8935-459D-9F3A-5EE3FFBEA01B}"/>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8</a:t>
            </a:fld>
            <a:endParaRPr lang="en-US" dirty="0"/>
          </a:p>
        </p:txBody>
      </p:sp>
    </p:spTree>
    <p:extLst>
      <p:ext uri="{BB962C8B-B14F-4D97-AF65-F5344CB8AC3E}">
        <p14:creationId xmlns:p14="http://schemas.microsoft.com/office/powerpoint/2010/main" val="3243193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586008" y="363126"/>
            <a:ext cx="10981152" cy="975664"/>
          </a:xfrm>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rmAutofit/>
          </a:bodyPr>
          <a:lstStyle/>
          <a:p>
            <a:r>
              <a:rPr lang="en-CA" dirty="0">
                <a:solidFill>
                  <a:srgbClr val="1B8A8C"/>
                </a:solidFill>
              </a:rPr>
              <a:t>To Learn about Plain Language</a:t>
            </a:r>
          </a:p>
        </p:txBody>
      </p:sp>
      <p:sp>
        <p:nvSpPr>
          <p:cNvPr id="5" name="Content"/>
          <p:cNvSpPr>
            <a:spLocks noGrp="1"/>
          </p:cNvSpPr>
          <p:nvPr>
            <p:ph sz="half" idx="1"/>
            <p:custDataLst>
              <p:tags r:id="rId2"/>
            </p:custDataLst>
          </p:nvPr>
        </p:nvSpPr>
        <p:spPr>
          <a:xfrm>
            <a:off x="624840" y="1665513"/>
            <a:ext cx="10942320" cy="4308567"/>
          </a:xfrm>
        </p:spPr>
        <p:txBody>
          <a:bodyPr>
            <a:noAutofit/>
          </a:bodyPr>
          <a:lstStyle/>
          <a:p>
            <a:pPr marL="0" indent="0">
              <a:lnSpc>
                <a:spcPct val="150000"/>
              </a:lnSpc>
              <a:buNone/>
            </a:pPr>
            <a:r>
              <a:rPr lang="en-CA" sz="3000" dirty="0"/>
              <a:t>College@ESDC offers a three-hour session that provides skills to clearly communicate. Details in Saba are :</a:t>
            </a:r>
          </a:p>
          <a:p>
            <a:pPr marL="1314450" lvl="2" indent="-457200">
              <a:lnSpc>
                <a:spcPct val="150000"/>
              </a:lnSpc>
            </a:pPr>
            <a:r>
              <a:rPr lang="en-CA" sz="3000" b="1" dirty="0"/>
              <a:t>Title</a:t>
            </a:r>
            <a:r>
              <a:rPr lang="en-CA" sz="3000" dirty="0"/>
              <a:t>: Writing in Plain Language</a:t>
            </a:r>
          </a:p>
          <a:p>
            <a:pPr marL="1314450" lvl="2" indent="-457200">
              <a:lnSpc>
                <a:spcPct val="150000"/>
              </a:lnSpc>
            </a:pPr>
            <a:r>
              <a:rPr lang="en-CA" sz="3000" b="1" dirty="0"/>
              <a:t>Number</a:t>
            </a:r>
            <a:r>
              <a:rPr lang="en-CA" sz="3000" dirty="0"/>
              <a:t>: 0000077971</a:t>
            </a:r>
          </a:p>
          <a:p>
            <a:pPr marL="1314450" lvl="2" indent="-457200">
              <a:lnSpc>
                <a:spcPct val="150000"/>
              </a:lnSpc>
            </a:pPr>
            <a:r>
              <a:rPr lang="en-CA" sz="3000" b="1" dirty="0"/>
              <a:t>Language</a:t>
            </a:r>
            <a:r>
              <a:rPr lang="en-CA" sz="3000" dirty="0"/>
              <a:t>: English and French</a:t>
            </a:r>
          </a:p>
        </p:txBody>
      </p:sp>
      <p:sp>
        <p:nvSpPr>
          <p:cNvPr id="6" name="Footer Placeholder 3">
            <a:extLst>
              <a:ext uri="{FF2B5EF4-FFF2-40B4-BE49-F238E27FC236}">
                <a16:creationId xmlns:a16="http://schemas.microsoft.com/office/drawing/2014/main" id="{37296643-0547-4DE6-9A4B-3223CB63C702}"/>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4" name="Slide Number Placeholder 3">
            <a:extLst>
              <a:ext uri="{FF2B5EF4-FFF2-40B4-BE49-F238E27FC236}">
                <a16:creationId xmlns:a16="http://schemas.microsoft.com/office/drawing/2014/main" id="{40B5E651-171E-4B9B-AD9D-07B5DEC571CE}"/>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9</a:t>
            </a:fld>
            <a:endParaRPr lang="en-US" dirty="0"/>
          </a:p>
        </p:txBody>
      </p:sp>
    </p:spTree>
    <p:extLst>
      <p:ext uri="{BB962C8B-B14F-4D97-AF65-F5344CB8AC3E}">
        <p14:creationId xmlns:p14="http://schemas.microsoft.com/office/powerpoint/2010/main" val="3933010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rmAutofit/>
          </a:bodyPr>
          <a:lstStyle/>
          <a:p>
            <a:r>
              <a:rPr lang="en-CA" dirty="0">
                <a:solidFill>
                  <a:srgbClr val="1B8A8C"/>
                </a:solidFill>
              </a:rPr>
              <a:t>Acronym</a:t>
            </a:r>
          </a:p>
        </p:txBody>
      </p:sp>
      <p:sp>
        <p:nvSpPr>
          <p:cNvPr id="3" name="Content Placeholder 2"/>
          <p:cNvSpPr>
            <a:spLocks noGrp="1"/>
          </p:cNvSpPr>
          <p:nvPr>
            <p:ph idx="1"/>
            <p:custDataLst>
              <p:tags r:id="rId2"/>
            </p:custDataLst>
          </p:nvPr>
        </p:nvSpPr>
        <p:spPr>
          <a:xfrm>
            <a:off x="609600" y="1545771"/>
            <a:ext cx="10972800" cy="4580393"/>
          </a:xfrm>
        </p:spPr>
        <p:txBody>
          <a:bodyPr>
            <a:noAutofit/>
          </a:bodyPr>
          <a:lstStyle/>
          <a:p>
            <a:pPr>
              <a:lnSpc>
                <a:spcPct val="150000"/>
              </a:lnSpc>
              <a:buFont typeface="Wingdings" panose="05000000000000000000" pitchFamily="2" charset="2"/>
              <a:buChar char="Ø"/>
            </a:pPr>
            <a:r>
              <a:rPr lang="en-CA" sz="3000" dirty="0"/>
              <a:t>Spell it out the first time you use it</a:t>
            </a:r>
          </a:p>
          <a:p>
            <a:pPr>
              <a:lnSpc>
                <a:spcPct val="150000"/>
              </a:lnSpc>
              <a:buFont typeface="Wingdings" panose="05000000000000000000" pitchFamily="2" charset="2"/>
              <a:buChar char="Ø"/>
            </a:pPr>
            <a:r>
              <a:rPr lang="en-CA" sz="3000" dirty="0"/>
              <a:t>Do not add a period</a:t>
            </a:r>
          </a:p>
          <a:p>
            <a:pPr>
              <a:lnSpc>
                <a:spcPct val="150000"/>
              </a:lnSpc>
              <a:buFont typeface="Wingdings" panose="05000000000000000000" pitchFamily="2" charset="2"/>
              <a:buChar char="Ø"/>
            </a:pPr>
            <a:r>
              <a:rPr lang="en-CA" sz="3000" dirty="0"/>
              <a:t>Write them in uppercase</a:t>
            </a:r>
          </a:p>
          <a:p>
            <a:pPr>
              <a:lnSpc>
                <a:spcPct val="150000"/>
              </a:lnSpc>
              <a:buFont typeface="Wingdings" panose="05000000000000000000" pitchFamily="2" charset="2"/>
              <a:buChar char="Ø"/>
            </a:pPr>
            <a:r>
              <a:rPr lang="en-CA" sz="3000" dirty="0"/>
              <a:t>Do not add an apostrophe</a:t>
            </a:r>
          </a:p>
          <a:p>
            <a:pPr marL="0" indent="0">
              <a:lnSpc>
                <a:spcPct val="150000"/>
              </a:lnSpc>
              <a:buNone/>
            </a:pPr>
            <a:r>
              <a:rPr lang="en-CA" sz="3000" dirty="0"/>
              <a:t>Extracted from</a:t>
            </a:r>
            <a:r>
              <a:rPr lang="en-CA" dirty="0"/>
              <a:t> </a:t>
            </a:r>
            <a:r>
              <a:rPr lang="en-CA" sz="3000" dirty="0">
                <a:hlinkClick r:id="rId7"/>
              </a:rPr>
              <a:t>Termium Plus – Canadian Style</a:t>
            </a:r>
            <a:endParaRPr lang="en-CA" sz="3000" dirty="0"/>
          </a:p>
        </p:txBody>
      </p:sp>
      <p:sp>
        <p:nvSpPr>
          <p:cNvPr id="6" name="Footer Placeholder 3">
            <a:extLst>
              <a:ext uri="{FF2B5EF4-FFF2-40B4-BE49-F238E27FC236}">
                <a16:creationId xmlns:a16="http://schemas.microsoft.com/office/drawing/2014/main" id="{BEBB06B2-DA2D-49F3-91BE-F1647C5AA585}"/>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F24F0340-B07D-43A7-B765-2B3E1C8D82A8}"/>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10</a:t>
            </a:fld>
            <a:endParaRPr lang="en-US" dirty="0"/>
          </a:p>
        </p:txBody>
      </p:sp>
    </p:spTree>
    <p:extLst>
      <p:ext uri="{BB962C8B-B14F-4D97-AF65-F5344CB8AC3E}">
        <p14:creationId xmlns:p14="http://schemas.microsoft.com/office/powerpoint/2010/main" val="1248081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26301" y="311459"/>
            <a:ext cx="8229600" cy="976093"/>
          </a:xfrm>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rmAutofit/>
          </a:bodyPr>
          <a:lstStyle/>
          <a:p>
            <a:r>
              <a:rPr lang="en-CA" dirty="0">
                <a:solidFill>
                  <a:srgbClr val="1B8A8C"/>
                </a:solidFill>
              </a:rPr>
              <a:t>Appearance of Text</a:t>
            </a:r>
          </a:p>
        </p:txBody>
      </p:sp>
      <p:grpSp>
        <p:nvGrpSpPr>
          <p:cNvPr id="7" name="Group" descr="grouped image of Sans Serif font example"/>
          <p:cNvGrpSpPr/>
          <p:nvPr>
            <p:custDataLst>
              <p:tags r:id="rId2"/>
            </p:custDataLst>
          </p:nvPr>
        </p:nvGrpSpPr>
        <p:grpSpPr>
          <a:xfrm>
            <a:off x="8860432" y="714239"/>
            <a:ext cx="3127329" cy="2817729"/>
            <a:chOff x="5114991" y="1244158"/>
            <a:chExt cx="2428875" cy="1259416"/>
          </a:xfrm>
        </p:grpSpPr>
        <p:pic>
          <p:nvPicPr>
            <p:cNvPr id="8" name="Image" descr="sans serif font example: shows letters in lowercase l f i"/>
            <p:cNvPicPr>
              <a:picLocks noChangeAspect="1"/>
            </p:cNvPicPr>
            <p:nvPr/>
          </p:nvPicPr>
          <p:blipFill>
            <a:blip r:embed="rId8"/>
            <a:stretch>
              <a:fillRect/>
            </a:stretch>
          </p:blipFill>
          <p:spPr>
            <a:xfrm>
              <a:off x="5114991" y="1427249"/>
              <a:ext cx="2428875" cy="1076325"/>
            </a:xfrm>
            <a:prstGeom prst="rect">
              <a:avLst/>
            </a:prstGeom>
          </p:spPr>
        </p:pic>
        <p:sp>
          <p:nvSpPr>
            <p:cNvPr id="9" name="TextBox" descr="grouped image with text 'Example of sans serif font' and letters l f i."/>
            <p:cNvSpPr txBox="1"/>
            <p:nvPr/>
          </p:nvSpPr>
          <p:spPr>
            <a:xfrm>
              <a:off x="5457890" y="1244158"/>
              <a:ext cx="1866546" cy="288885"/>
            </a:xfrm>
            <a:prstGeom prst="rect">
              <a:avLst/>
            </a:prstGeom>
            <a:noFill/>
          </p:spPr>
          <p:txBody>
            <a:bodyPr wrap="square" rtlCol="0">
              <a:spAutoFit/>
            </a:bodyPr>
            <a:lstStyle/>
            <a:p>
              <a:r>
                <a:rPr lang="en-CA" b="1" dirty="0"/>
                <a:t>Example of sans serif font</a:t>
              </a:r>
            </a:p>
          </p:txBody>
        </p:sp>
      </p:grpSp>
      <p:sp>
        <p:nvSpPr>
          <p:cNvPr id="3" name="Content"/>
          <p:cNvSpPr>
            <a:spLocks noGrp="1"/>
          </p:cNvSpPr>
          <p:nvPr>
            <p:ph idx="1"/>
            <p:custDataLst>
              <p:tags r:id="rId3"/>
            </p:custDataLst>
          </p:nvPr>
        </p:nvSpPr>
        <p:spPr>
          <a:xfrm>
            <a:off x="609601" y="1082735"/>
            <a:ext cx="10860849" cy="5273616"/>
          </a:xfrm>
        </p:spPr>
        <p:txBody>
          <a:bodyPr>
            <a:noAutofit/>
          </a:bodyPr>
          <a:lstStyle/>
          <a:p>
            <a:pPr>
              <a:lnSpc>
                <a:spcPct val="150000"/>
              </a:lnSpc>
              <a:buFont typeface="Wingdings" panose="05000000000000000000" pitchFamily="2" charset="2"/>
              <a:buChar char="Ø"/>
            </a:pPr>
            <a:r>
              <a:rPr lang="en-CA" dirty="0"/>
              <a:t>Avoid a large amount of </a:t>
            </a:r>
            <a:r>
              <a:rPr lang="en-CA" i="1" dirty="0"/>
              <a:t>Italic</a:t>
            </a:r>
            <a:r>
              <a:rPr lang="en-CA" dirty="0"/>
              <a:t>, </a:t>
            </a:r>
            <a:r>
              <a:rPr lang="en-CA" b="1" dirty="0"/>
              <a:t>Bold,</a:t>
            </a:r>
            <a:r>
              <a:rPr lang="en-CA" dirty="0"/>
              <a:t> or </a:t>
            </a:r>
            <a:r>
              <a:rPr lang="en-CA" u="sng" dirty="0"/>
              <a:t>Underline.</a:t>
            </a:r>
          </a:p>
          <a:p>
            <a:pPr>
              <a:lnSpc>
                <a:spcPct val="150000"/>
              </a:lnSpc>
              <a:buFont typeface="Wingdings" panose="05000000000000000000" pitchFamily="2" charset="2"/>
              <a:buChar char="Ø"/>
            </a:pPr>
            <a:r>
              <a:rPr lang="en-CA" dirty="0"/>
              <a:t>Use sans serif fonts like Arial, Verdana, or Calibri.</a:t>
            </a:r>
          </a:p>
          <a:p>
            <a:pPr>
              <a:lnSpc>
                <a:spcPct val="150000"/>
              </a:lnSpc>
              <a:buFont typeface="Wingdings" panose="05000000000000000000" pitchFamily="2" charset="2"/>
              <a:buChar char="Ø"/>
            </a:pPr>
            <a:r>
              <a:rPr lang="en-CA" dirty="0"/>
              <a:t>Use a limited number of font variations (max. 3).</a:t>
            </a:r>
          </a:p>
          <a:p>
            <a:pPr>
              <a:lnSpc>
                <a:spcPct val="150000"/>
              </a:lnSpc>
              <a:buFont typeface="Wingdings" panose="05000000000000000000" pitchFamily="2" charset="2"/>
              <a:buChar char="Ø"/>
            </a:pPr>
            <a:r>
              <a:rPr lang="en-CA" dirty="0"/>
              <a:t>Font size for documents and emails is between 11 and 14 points, for presentations content is minimal 30 points.</a:t>
            </a:r>
          </a:p>
          <a:p>
            <a:pPr>
              <a:lnSpc>
                <a:spcPct val="150000"/>
              </a:lnSpc>
              <a:buFont typeface="Wingdings" panose="05000000000000000000" pitchFamily="2" charset="2"/>
              <a:buChar char="Ø"/>
            </a:pPr>
            <a:r>
              <a:rPr lang="en-CA" kern="1200" dirty="0">
                <a:solidFill>
                  <a:schemeClr val="tx1"/>
                </a:solidFill>
                <a:effectLst/>
                <a:latin typeface="+mn-lt"/>
                <a:cs typeface="+mn-cs"/>
              </a:rPr>
              <a:t>Avoid light versions of fonts</a:t>
            </a:r>
            <a:r>
              <a:rPr lang="en-CA" kern="1200" dirty="0">
                <a:solidFill>
                  <a:schemeClr val="tx1"/>
                </a:solidFill>
                <a:effectLst/>
                <a:latin typeface="+mn-lt"/>
                <a:ea typeface="+mn-ea"/>
                <a:cs typeface="+mn-cs"/>
              </a:rPr>
              <a:t> because they are hard to read.</a:t>
            </a:r>
          </a:p>
        </p:txBody>
      </p:sp>
      <p:sp>
        <p:nvSpPr>
          <p:cNvPr id="10" name="Footer Placeholder 3">
            <a:extLst>
              <a:ext uri="{FF2B5EF4-FFF2-40B4-BE49-F238E27FC236}">
                <a16:creationId xmlns:a16="http://schemas.microsoft.com/office/drawing/2014/main" id="{AFB0F85A-B720-496D-B33F-3B18EDAAB948}"/>
              </a:ext>
              <a:ext uri="{C183D7F6-B498-43B3-948B-1728B52AA6E4}">
                <adec:decorative xmlns:adec="http://schemas.microsoft.com/office/drawing/2017/decorative" val="1"/>
              </a:ext>
            </a:extLst>
          </p:cNvPr>
          <p:cNvSpPr txBox="1">
            <a:spLocks/>
          </p:cNvSpPr>
          <p:nvPr>
            <p:custDataLst>
              <p:tags r:id="rId4"/>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FE112C8B-4E03-46C9-A7B4-BEA9B5440642}"/>
              </a:ext>
              <a:ext uri="{C183D7F6-B498-43B3-948B-1728B52AA6E4}">
                <adec:decorative xmlns:adec="http://schemas.microsoft.com/office/drawing/2017/decorative" val="1"/>
              </a:ext>
            </a:extLst>
          </p:cNvPr>
          <p:cNvSpPr>
            <a:spLocks noGrp="1"/>
          </p:cNvSpPr>
          <p:nvPr>
            <p:ph type="sldNum" sz="quarter" idx="12"/>
            <p:custDataLst>
              <p:tags r:id="rId5"/>
            </p:custDataLst>
          </p:nvPr>
        </p:nvSpPr>
        <p:spPr/>
        <p:txBody>
          <a:bodyPr/>
          <a:lstStyle/>
          <a:p>
            <a:fld id="{2E86C063-E22E-2E4C-A523-54089486E38F}" type="slidenum">
              <a:rPr lang="en-US" smtClean="0"/>
              <a:pPr/>
              <a:t>11</a:t>
            </a:fld>
            <a:endParaRPr lang="en-US" dirty="0"/>
          </a:p>
        </p:txBody>
      </p:sp>
    </p:spTree>
    <p:extLst>
      <p:ext uri="{BB962C8B-B14F-4D97-AF65-F5344CB8AC3E}">
        <p14:creationId xmlns:p14="http://schemas.microsoft.com/office/powerpoint/2010/main" val="3997877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p:txBody>
          <a:bodyPr>
            <a:noAutofit/>
          </a:bodyPr>
          <a:lstStyle/>
          <a:p>
            <a:r>
              <a:rPr lang="en-CA" dirty="0">
                <a:solidFill>
                  <a:srgbClr val="1B8A8C"/>
                </a:solidFill>
              </a:rPr>
              <a:t>Image</a:t>
            </a:r>
          </a:p>
        </p:txBody>
      </p:sp>
      <p:sp>
        <p:nvSpPr>
          <p:cNvPr id="3" name="Content"/>
          <p:cNvSpPr>
            <a:spLocks noGrp="1"/>
          </p:cNvSpPr>
          <p:nvPr>
            <p:ph sz="half" idx="1"/>
            <p:custDataLst>
              <p:tags r:id="rId2"/>
            </p:custDataLst>
          </p:nvPr>
        </p:nvSpPr>
        <p:spPr>
          <a:xfrm>
            <a:off x="609600" y="1221180"/>
            <a:ext cx="4819650" cy="2081680"/>
          </a:xfrm>
        </p:spPr>
        <p:txBody>
          <a:bodyPr>
            <a:noAutofit/>
          </a:bodyPr>
          <a:lstStyle/>
          <a:p>
            <a:pPr>
              <a:lnSpc>
                <a:spcPct val="150000"/>
              </a:lnSpc>
            </a:pPr>
            <a:r>
              <a:rPr lang="en-CA" dirty="0"/>
              <a:t>Avoid images of text because they do not adapt to needs.</a:t>
            </a:r>
          </a:p>
        </p:txBody>
      </p:sp>
      <p:pic>
        <p:nvPicPr>
          <p:cNvPr id="8" name="Picture 7" descr="Example of an image of text that is bad because the text is  pixelated when enlarged.">
            <a:extLst>
              <a:ext uri="{FF2B5EF4-FFF2-40B4-BE49-F238E27FC236}">
                <a16:creationId xmlns:a16="http://schemas.microsoft.com/office/drawing/2014/main" id="{3E5619BB-7905-4FF5-91FF-B88039C974FF}"/>
              </a:ext>
            </a:extLst>
          </p:cNvPr>
          <p:cNvPicPr>
            <a:picLocks noChangeAspect="1"/>
          </p:cNvPicPr>
          <p:nvPr/>
        </p:nvPicPr>
        <p:blipFill>
          <a:blip r:embed="rId7"/>
          <a:stretch>
            <a:fillRect/>
          </a:stretch>
        </p:blipFill>
        <p:spPr>
          <a:xfrm>
            <a:off x="609600" y="3429000"/>
            <a:ext cx="3715322" cy="2566845"/>
          </a:xfrm>
          <a:prstGeom prst="rect">
            <a:avLst/>
          </a:prstGeom>
          <a:ln>
            <a:solidFill>
              <a:srgbClr val="C00000"/>
            </a:solidFill>
          </a:ln>
        </p:spPr>
      </p:pic>
      <p:sp>
        <p:nvSpPr>
          <p:cNvPr id="9" name="Content Placeholder 8">
            <a:extLst>
              <a:ext uri="{FF2B5EF4-FFF2-40B4-BE49-F238E27FC236}">
                <a16:creationId xmlns:a16="http://schemas.microsoft.com/office/drawing/2014/main" id="{206246BF-FACB-4510-A445-4DC043C3916B}"/>
              </a:ext>
            </a:extLst>
          </p:cNvPr>
          <p:cNvSpPr>
            <a:spLocks noGrp="1"/>
          </p:cNvSpPr>
          <p:nvPr>
            <p:ph sz="half" idx="2"/>
          </p:nvPr>
        </p:nvSpPr>
        <p:spPr>
          <a:xfrm>
            <a:off x="5530291" y="1221179"/>
            <a:ext cx="6052109" cy="4962451"/>
          </a:xfrm>
        </p:spPr>
        <p:txBody>
          <a:bodyPr>
            <a:noAutofit/>
          </a:bodyPr>
          <a:lstStyle/>
          <a:p>
            <a:pPr>
              <a:lnSpc>
                <a:spcPct val="150000"/>
              </a:lnSpc>
            </a:pPr>
            <a:r>
              <a:rPr lang="en-CA" dirty="0"/>
              <a:t>Avoid watermarks (background) because </a:t>
            </a:r>
            <a:r>
              <a:rPr lang="en-CA" b="1" dirty="0"/>
              <a:t>screen reader* </a:t>
            </a:r>
            <a:r>
              <a:rPr lang="en-CA" dirty="0"/>
              <a:t>software does not read them. For example, instead of a watermark insert the text ‘</a:t>
            </a:r>
            <a:r>
              <a:rPr lang="en-CA" b="1" dirty="0"/>
              <a:t>Draft</a:t>
            </a:r>
            <a:r>
              <a:rPr lang="en-CA" dirty="0"/>
              <a:t>’ on the title page, in the header, or in the footer. </a:t>
            </a:r>
            <a:endParaRPr lang="en-CA" b="1" dirty="0"/>
          </a:p>
        </p:txBody>
      </p:sp>
      <p:sp>
        <p:nvSpPr>
          <p:cNvPr id="6" name="Footer Placeholder 3">
            <a:extLst>
              <a:ext uri="{FF2B5EF4-FFF2-40B4-BE49-F238E27FC236}">
                <a16:creationId xmlns:a16="http://schemas.microsoft.com/office/drawing/2014/main" id="{F5761092-0CA9-4196-9EAE-3AACEE950323}"/>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034EC105-548B-4389-81E1-70AF175F1CCB}"/>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12</a:t>
            </a:fld>
            <a:endParaRPr lang="en-US" dirty="0"/>
          </a:p>
        </p:txBody>
      </p:sp>
    </p:spTree>
    <p:extLst>
      <p:ext uri="{BB962C8B-B14F-4D97-AF65-F5344CB8AC3E}">
        <p14:creationId xmlns:p14="http://schemas.microsoft.com/office/powerpoint/2010/main" val="2588722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custDataLst>
              <p:tags r:id="rId1"/>
            </p:custDataLst>
          </p:nvPr>
        </p:nvSpPr>
        <p:spPr/>
        <p:txBody>
          <a:bodyPr>
            <a:noAutofit/>
          </a:bodyPr>
          <a:lstStyle/>
          <a:p>
            <a:r>
              <a:rPr lang="en-CA" dirty="0">
                <a:solidFill>
                  <a:srgbClr val="1B8A8C"/>
                </a:solidFill>
              </a:rPr>
              <a:t>Alternative Text for Non-text Object</a:t>
            </a:r>
          </a:p>
        </p:txBody>
      </p:sp>
      <p:sp>
        <p:nvSpPr>
          <p:cNvPr id="7" name="Content Placeholder 6"/>
          <p:cNvSpPr>
            <a:spLocks noGrp="1"/>
          </p:cNvSpPr>
          <p:nvPr>
            <p:ph sz="half" idx="1"/>
            <p:custDataLst>
              <p:tags r:id="rId2"/>
            </p:custDataLst>
          </p:nvPr>
        </p:nvSpPr>
        <p:spPr>
          <a:xfrm>
            <a:off x="609600" y="1189115"/>
            <a:ext cx="4632853" cy="4937049"/>
          </a:xfrm>
        </p:spPr>
        <p:txBody>
          <a:bodyPr>
            <a:noAutofit/>
          </a:bodyPr>
          <a:lstStyle/>
          <a:p>
            <a:pPr marL="0" indent="0">
              <a:lnSpc>
                <a:spcPct val="150000"/>
              </a:lnSpc>
              <a:buNone/>
            </a:pPr>
            <a:r>
              <a:rPr lang="en-CA" sz="3000" dirty="0"/>
              <a:t>All visual elements such as photos, icons, diagrams, and tables must have an alternative text (‘alt text’) that briefly explains the </a:t>
            </a:r>
            <a:r>
              <a:rPr lang="en-CA" sz="3000" b="1" dirty="0">
                <a:latin typeface="+mj-lt"/>
                <a:ea typeface="Verdana" panose="020B0604030504040204" pitchFamily="34" charset="0"/>
              </a:rPr>
              <a:t>function of the image.</a:t>
            </a:r>
          </a:p>
        </p:txBody>
      </p:sp>
      <p:pic>
        <p:nvPicPr>
          <p:cNvPr id="9" name="Picture 8" descr="Group of people sitting in front of a computer.">
            <a:extLst>
              <a:ext uri="{FF2B5EF4-FFF2-40B4-BE49-F238E27FC236}">
                <a16:creationId xmlns:a16="http://schemas.microsoft.com/office/drawing/2014/main" id="{14E7DC95-8656-4FBB-B527-223F434C0BAA}"/>
              </a:ext>
            </a:extLst>
          </p:cNvPr>
          <p:cNvPicPr>
            <a:picLocks noChangeAspect="1"/>
          </p:cNvPicPr>
          <p:nvPr/>
        </p:nvPicPr>
        <p:blipFill>
          <a:blip r:embed="rId7"/>
          <a:stretch>
            <a:fillRect/>
          </a:stretch>
        </p:blipFill>
        <p:spPr>
          <a:xfrm>
            <a:off x="5242453" y="1220278"/>
            <a:ext cx="6337322" cy="3320559"/>
          </a:xfrm>
          <a:prstGeom prst="rect">
            <a:avLst/>
          </a:prstGeom>
        </p:spPr>
      </p:pic>
      <p:sp>
        <p:nvSpPr>
          <p:cNvPr id="10" name="Content Placeholder 9">
            <a:extLst>
              <a:ext uri="{FF2B5EF4-FFF2-40B4-BE49-F238E27FC236}">
                <a16:creationId xmlns:a16="http://schemas.microsoft.com/office/drawing/2014/main" id="{6B262F04-92F8-4BC1-8B16-20AC804BB841}"/>
              </a:ext>
            </a:extLst>
          </p:cNvPr>
          <p:cNvSpPr>
            <a:spLocks noGrp="1"/>
          </p:cNvSpPr>
          <p:nvPr>
            <p:ph sz="half" idx="2"/>
          </p:nvPr>
        </p:nvSpPr>
        <p:spPr>
          <a:xfrm>
            <a:off x="5242453" y="4693920"/>
            <a:ext cx="6337321" cy="1339479"/>
          </a:xfrm>
        </p:spPr>
        <p:txBody>
          <a:bodyPr>
            <a:noAutofit/>
          </a:bodyPr>
          <a:lstStyle/>
          <a:p>
            <a:pPr marL="0" indent="0">
              <a:lnSpc>
                <a:spcPct val="150000"/>
              </a:lnSpc>
              <a:buNone/>
            </a:pPr>
            <a:r>
              <a:rPr lang="en-CA" b="1" dirty="0"/>
              <a:t>Tip</a:t>
            </a:r>
            <a:r>
              <a:rPr lang="en-CA" dirty="0"/>
              <a:t>: Write how you would describe the image over the phone.</a:t>
            </a:r>
          </a:p>
        </p:txBody>
      </p:sp>
      <p:sp>
        <p:nvSpPr>
          <p:cNvPr id="5" name="Footer Placeholder 3">
            <a:extLst>
              <a:ext uri="{FF2B5EF4-FFF2-40B4-BE49-F238E27FC236}">
                <a16:creationId xmlns:a16="http://schemas.microsoft.com/office/drawing/2014/main" id="{BE2A8134-85B3-4EBB-9C4A-C326B5BA57A9}"/>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3" name="Slide Number Placeholder 2">
            <a:extLst>
              <a:ext uri="{FF2B5EF4-FFF2-40B4-BE49-F238E27FC236}">
                <a16:creationId xmlns:a16="http://schemas.microsoft.com/office/drawing/2014/main" id="{F86775A1-ECD0-47F0-9870-AEB956E1B1CF}"/>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13</a:t>
            </a:fld>
            <a:endParaRPr lang="en-US" dirty="0"/>
          </a:p>
        </p:txBody>
      </p:sp>
    </p:spTree>
    <p:extLst>
      <p:ext uri="{BB962C8B-B14F-4D97-AF65-F5344CB8AC3E}">
        <p14:creationId xmlns:p14="http://schemas.microsoft.com/office/powerpoint/2010/main" val="1306531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5790" y="274639"/>
            <a:ext cx="9605010" cy="849827"/>
          </a:xfrm>
        </p:spPr>
        <p:txBody>
          <a:bodyPr>
            <a:normAutofit/>
          </a:bodyPr>
          <a:lstStyle/>
          <a:p>
            <a:r>
              <a:rPr lang="en-CA" dirty="0">
                <a:solidFill>
                  <a:srgbClr val="1B8A8C"/>
                </a:solidFill>
              </a:rPr>
              <a:t>Writing Alternative Text</a:t>
            </a:r>
          </a:p>
        </p:txBody>
      </p:sp>
      <p:sp>
        <p:nvSpPr>
          <p:cNvPr id="3" name="Content Placeholder 2"/>
          <p:cNvSpPr>
            <a:spLocks noGrp="1"/>
          </p:cNvSpPr>
          <p:nvPr>
            <p:ph idx="1"/>
            <p:custDataLst>
              <p:tags r:id="rId2"/>
            </p:custDataLst>
          </p:nvPr>
        </p:nvSpPr>
        <p:spPr>
          <a:xfrm>
            <a:off x="605790" y="929066"/>
            <a:ext cx="10881360" cy="5185487"/>
          </a:xfrm>
        </p:spPr>
        <p:txBody>
          <a:bodyPr>
            <a:noAutofit/>
          </a:bodyPr>
          <a:lstStyle/>
          <a:p>
            <a:pPr>
              <a:lnSpc>
                <a:spcPct val="150000"/>
              </a:lnSpc>
            </a:pPr>
            <a:r>
              <a:rPr lang="en-CA" sz="3000" dirty="0"/>
              <a:t>Maximum length recommended for alt-text is </a:t>
            </a:r>
            <a:r>
              <a:rPr lang="en-CA" sz="3000" b="1" dirty="0"/>
              <a:t>140* characters </a:t>
            </a:r>
            <a:r>
              <a:rPr lang="en-CA" sz="3000" dirty="0"/>
              <a:t>in English (including spaces and punctuation). </a:t>
            </a:r>
            <a:endParaRPr lang="en-CA" dirty="0"/>
          </a:p>
          <a:p>
            <a:pPr>
              <a:lnSpc>
                <a:spcPct val="150000"/>
              </a:lnSpc>
              <a:buFont typeface="Wingdings" panose="05000000000000000000" pitchFamily="2" charset="2"/>
              <a:buChar char="Ø"/>
            </a:pPr>
            <a:r>
              <a:rPr lang="en-CA" sz="3000" dirty="0"/>
              <a:t>Do not repeat details that are already in the document.</a:t>
            </a:r>
          </a:p>
          <a:p>
            <a:pPr>
              <a:lnSpc>
                <a:spcPct val="150000"/>
              </a:lnSpc>
              <a:buFont typeface="Wingdings" panose="05000000000000000000" pitchFamily="2" charset="2"/>
              <a:buChar char="Ø"/>
            </a:pPr>
            <a:r>
              <a:rPr lang="en-CA" sz="3000" dirty="0"/>
              <a:t>Do not write about colors </a:t>
            </a:r>
            <a:r>
              <a:rPr lang="en-CA" sz="3000" b="1" dirty="0"/>
              <a:t>unless</a:t>
            </a:r>
            <a:r>
              <a:rPr lang="en-CA" sz="3000" dirty="0"/>
              <a:t> they serve a purpose.</a:t>
            </a:r>
          </a:p>
          <a:p>
            <a:pPr>
              <a:lnSpc>
                <a:spcPct val="150000"/>
              </a:lnSpc>
              <a:buFont typeface="Wingdings" panose="05000000000000000000" pitchFamily="2" charset="2"/>
              <a:buChar char="Ø"/>
            </a:pPr>
            <a:r>
              <a:rPr lang="en-CA" dirty="0"/>
              <a:t>Do not write the filename or link.</a:t>
            </a:r>
          </a:p>
          <a:p>
            <a:pPr>
              <a:lnSpc>
                <a:spcPct val="150000"/>
              </a:lnSpc>
              <a:buFont typeface="Wingdings" panose="05000000000000000000" pitchFamily="2" charset="2"/>
              <a:buChar char="Ø"/>
            </a:pPr>
            <a:r>
              <a:rPr lang="en-CA" dirty="0"/>
              <a:t>Do not include words such as ‘image of’, or ‘picture of’. </a:t>
            </a:r>
          </a:p>
          <a:p>
            <a:pPr>
              <a:lnSpc>
                <a:spcPct val="150000"/>
              </a:lnSpc>
              <a:buFont typeface="Wingdings" panose="05000000000000000000" pitchFamily="2" charset="2"/>
              <a:buChar char="Ø"/>
            </a:pPr>
            <a:r>
              <a:rPr lang="en-CA" dirty="0"/>
              <a:t>You may write ‘Screen capture’ or ‘Screen shot’.</a:t>
            </a:r>
            <a:endParaRPr lang="en-CA" sz="3000" dirty="0"/>
          </a:p>
        </p:txBody>
      </p:sp>
      <p:sp>
        <p:nvSpPr>
          <p:cNvPr id="6" name="Footer Placeholder 3">
            <a:extLst>
              <a:ext uri="{FF2B5EF4-FFF2-40B4-BE49-F238E27FC236}">
                <a16:creationId xmlns:a16="http://schemas.microsoft.com/office/drawing/2014/main" id="{B3C3597A-D7FE-4554-948D-C139D99AF2FD}"/>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27430647-C0B3-4CDC-A42B-A6DD4526611C}"/>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14</a:t>
            </a:fld>
            <a:endParaRPr lang="en-US" dirty="0"/>
          </a:p>
        </p:txBody>
      </p:sp>
    </p:spTree>
    <p:extLst>
      <p:ext uri="{BB962C8B-B14F-4D97-AF65-F5344CB8AC3E}">
        <p14:creationId xmlns:p14="http://schemas.microsoft.com/office/powerpoint/2010/main" val="3932884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594360" y="248899"/>
            <a:ext cx="9433559" cy="682532"/>
          </a:xfrm>
        </p:spPr>
        <p:txBody>
          <a:bodyPr>
            <a:noAutofit/>
          </a:bodyPr>
          <a:lstStyle/>
          <a:p>
            <a:r>
              <a:rPr lang="en-CA" dirty="0">
                <a:solidFill>
                  <a:srgbClr val="1B8A8C"/>
                </a:solidFill>
              </a:rPr>
              <a:t>Descriptive Hyperlink	</a:t>
            </a:r>
          </a:p>
        </p:txBody>
      </p:sp>
      <p:sp>
        <p:nvSpPr>
          <p:cNvPr id="3" name="Content"/>
          <p:cNvSpPr>
            <a:spLocks noGrp="1"/>
          </p:cNvSpPr>
          <p:nvPr>
            <p:ph idx="1"/>
            <p:custDataLst>
              <p:tags r:id="rId2"/>
            </p:custDataLst>
          </p:nvPr>
        </p:nvSpPr>
        <p:spPr>
          <a:xfrm>
            <a:off x="594360" y="1101589"/>
            <a:ext cx="10988040" cy="4953000"/>
          </a:xfrm>
        </p:spPr>
        <p:txBody>
          <a:bodyPr>
            <a:noAutofit/>
          </a:bodyPr>
          <a:lstStyle/>
          <a:p>
            <a:pPr>
              <a:lnSpc>
                <a:spcPct val="150000"/>
              </a:lnSpc>
            </a:pPr>
            <a:r>
              <a:rPr lang="en-CA" sz="3000" dirty="0"/>
              <a:t>Descriptive hyperlinks should be </a:t>
            </a:r>
            <a:r>
              <a:rPr lang="en-CA" sz="3000" b="1" dirty="0"/>
              <a:t>as brief as possible </a:t>
            </a:r>
            <a:r>
              <a:rPr lang="en-CA" sz="3000" dirty="0"/>
              <a:t>and make sense ‘out of context’. </a:t>
            </a:r>
            <a:r>
              <a:rPr lang="en-CA" dirty="0"/>
              <a:t>Often </a:t>
            </a:r>
            <a:r>
              <a:rPr lang="en-CA" sz="3000" dirty="0"/>
              <a:t>the web page title is use.</a:t>
            </a:r>
          </a:p>
          <a:p>
            <a:pPr>
              <a:lnSpc>
                <a:spcPct val="150000"/>
              </a:lnSpc>
            </a:pPr>
            <a:r>
              <a:rPr lang="en-CA" sz="3000" b="1" dirty="0"/>
              <a:t>Do not </a:t>
            </a:r>
            <a:r>
              <a:rPr lang="en-CA" sz="3000" dirty="0"/>
              <a:t>use generic words like ‘</a:t>
            </a:r>
            <a:r>
              <a:rPr lang="en-CA" sz="3000" b="1" dirty="0"/>
              <a:t>Click here</a:t>
            </a:r>
            <a:r>
              <a:rPr lang="en-CA" sz="3000" dirty="0"/>
              <a:t>’ or ‘</a:t>
            </a:r>
            <a:r>
              <a:rPr lang="en-CA" sz="3000" b="1" dirty="0"/>
              <a:t>Read more</a:t>
            </a:r>
            <a:r>
              <a:rPr lang="en-CA" sz="3000" dirty="0"/>
              <a:t>’.</a:t>
            </a:r>
          </a:p>
          <a:p>
            <a:pPr>
              <a:lnSpc>
                <a:spcPct val="150000"/>
              </a:lnSpc>
            </a:pPr>
            <a:r>
              <a:rPr lang="en-CA" sz="3000" dirty="0"/>
              <a:t>Add the web address (URL*) along with the descriptive hyperlink, </a:t>
            </a:r>
            <a:r>
              <a:rPr lang="en-CA" sz="3000" b="1" dirty="0"/>
              <a:t>only</a:t>
            </a:r>
            <a:r>
              <a:rPr lang="en-CA" sz="3000" dirty="0"/>
              <a:t> if the document is</a:t>
            </a:r>
            <a:r>
              <a:rPr lang="en-CA" sz="3000" b="1" dirty="0"/>
              <a:t> </a:t>
            </a:r>
            <a:r>
              <a:rPr lang="en-CA" sz="3000" dirty="0"/>
              <a:t>to be produced in a print format (such as booklets, or pamphlets).</a:t>
            </a:r>
          </a:p>
        </p:txBody>
      </p:sp>
      <p:sp>
        <p:nvSpPr>
          <p:cNvPr id="5" name="Footer Placeholder 3">
            <a:extLst>
              <a:ext uri="{FF2B5EF4-FFF2-40B4-BE49-F238E27FC236}">
                <a16:creationId xmlns:a16="http://schemas.microsoft.com/office/drawing/2014/main" id="{6451E9E4-F657-4ECA-8FE0-459DFBBB76D1}"/>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6" name="Slide Number">
            <a:extLs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t>15</a:t>
            </a:fld>
            <a:endParaRPr lang="en-US" dirty="0"/>
          </a:p>
        </p:txBody>
      </p:sp>
    </p:spTree>
    <p:extLst>
      <p:ext uri="{BB962C8B-B14F-4D97-AF65-F5344CB8AC3E}">
        <p14:creationId xmlns:p14="http://schemas.microsoft.com/office/powerpoint/2010/main" val="1533619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85799" y="274639"/>
            <a:ext cx="11036643" cy="905933"/>
          </a:xfrm>
        </p:spPr>
        <p:txBody>
          <a:bodyPr>
            <a:noAutofit/>
          </a:bodyPr>
          <a:lstStyle/>
          <a:p>
            <a:r>
              <a:rPr lang="en-CA" dirty="0">
                <a:solidFill>
                  <a:srgbClr val="1B8A8C"/>
                </a:solidFill>
              </a:rPr>
              <a:t>Edit Hyperlink with a Descriptive Text</a:t>
            </a:r>
          </a:p>
        </p:txBody>
      </p:sp>
      <p:sp>
        <p:nvSpPr>
          <p:cNvPr id="3" name="Content"/>
          <p:cNvSpPr>
            <a:spLocks noGrp="1"/>
          </p:cNvSpPr>
          <p:nvPr>
            <p:ph idx="1"/>
            <p:custDataLst>
              <p:tags r:id="rId2"/>
            </p:custDataLst>
          </p:nvPr>
        </p:nvSpPr>
        <p:spPr>
          <a:xfrm>
            <a:off x="628265" y="1256560"/>
            <a:ext cx="7133975" cy="4812936"/>
          </a:xfrm>
        </p:spPr>
        <p:txBody>
          <a:bodyPr>
            <a:noAutofit/>
          </a:bodyPr>
          <a:lstStyle/>
          <a:p>
            <a:pPr marL="228600" indent="-228600">
              <a:lnSpc>
                <a:spcPct val="150000"/>
              </a:lnSpc>
              <a:buFont typeface="+mj-lt"/>
              <a:buAutoNum type="arabicPeriod"/>
            </a:pPr>
            <a:r>
              <a:rPr lang="en-CA" sz="3000" dirty="0"/>
              <a:t>Select or highlight the </a:t>
            </a:r>
            <a:r>
              <a:rPr lang="en-CA" sz="3000" b="1" dirty="0"/>
              <a:t>hyperlink</a:t>
            </a:r>
            <a:endParaRPr lang="en-CA" sz="3000" dirty="0"/>
          </a:p>
          <a:p>
            <a:pPr marL="228600" indent="-228600">
              <a:lnSpc>
                <a:spcPct val="150000"/>
              </a:lnSpc>
              <a:buFont typeface="+mj-lt"/>
              <a:buAutoNum type="arabicPeriod"/>
            </a:pPr>
            <a:r>
              <a:rPr lang="en-CA" sz="3000" dirty="0"/>
              <a:t>Right-click to open the </a:t>
            </a:r>
            <a:r>
              <a:rPr lang="en-CA" sz="3000" b="1" dirty="0"/>
              <a:t>context menu </a:t>
            </a:r>
            <a:r>
              <a:rPr lang="en-CA" sz="3000" dirty="0"/>
              <a:t>Select </a:t>
            </a:r>
            <a:r>
              <a:rPr lang="en-CA" sz="3000" b="1" dirty="0"/>
              <a:t>Edit Hyperlink </a:t>
            </a:r>
          </a:p>
          <a:p>
            <a:pPr marL="228600" indent="-228600">
              <a:lnSpc>
                <a:spcPct val="150000"/>
              </a:lnSpc>
              <a:buFont typeface="+mj-lt"/>
              <a:buAutoNum type="arabicPeriod"/>
            </a:pPr>
            <a:r>
              <a:rPr lang="en-CA" sz="3000" dirty="0"/>
              <a:t>Type the desired descriptive text in the </a:t>
            </a:r>
            <a:r>
              <a:rPr lang="en-CA" sz="3000" b="1" dirty="0"/>
              <a:t>Text to display</a:t>
            </a:r>
            <a:r>
              <a:rPr lang="en-CA" sz="3000" dirty="0"/>
              <a:t> field</a:t>
            </a:r>
          </a:p>
          <a:p>
            <a:pPr marL="228600" indent="-228600">
              <a:lnSpc>
                <a:spcPct val="150000"/>
              </a:lnSpc>
              <a:buFont typeface="+mj-lt"/>
              <a:buAutoNum type="arabicPeriod"/>
            </a:pPr>
            <a:r>
              <a:rPr lang="en-CA" sz="3000" dirty="0"/>
              <a:t>Activate the </a:t>
            </a:r>
            <a:r>
              <a:rPr lang="en-CA" sz="3000" b="1" dirty="0"/>
              <a:t>OK</a:t>
            </a:r>
            <a:r>
              <a:rPr lang="en-CA" sz="3000" dirty="0"/>
              <a:t> button </a:t>
            </a:r>
          </a:p>
        </p:txBody>
      </p:sp>
      <p:pic>
        <p:nvPicPr>
          <p:cNvPr id="8" name="Picture 7" descr="Screen capture of Edit Hyperlink.">
            <a:extLst>
              <a:ext uri="{FF2B5EF4-FFF2-40B4-BE49-F238E27FC236}">
                <a16:creationId xmlns:a16="http://schemas.microsoft.com/office/drawing/2014/main" id="{FC982D54-9AD6-425D-9DE7-7157480632C4}"/>
              </a:ext>
            </a:extLst>
          </p:cNvPr>
          <p:cNvPicPr>
            <a:picLocks noChangeAspect="1"/>
          </p:cNvPicPr>
          <p:nvPr>
            <p:custDataLst>
              <p:tags r:id="rId3"/>
            </p:custDataLst>
          </p:nvPr>
        </p:nvPicPr>
        <p:blipFill>
          <a:blip r:embed="rId8"/>
          <a:stretch>
            <a:fillRect/>
          </a:stretch>
        </p:blipFill>
        <p:spPr>
          <a:xfrm>
            <a:off x="6966177" y="3429000"/>
            <a:ext cx="4616223" cy="2335107"/>
          </a:xfrm>
          <a:prstGeom prst="rect">
            <a:avLst/>
          </a:prstGeom>
        </p:spPr>
      </p:pic>
      <p:sp>
        <p:nvSpPr>
          <p:cNvPr id="6" name="Footer Placeholder 3">
            <a:extLst>
              <a:ext uri="{FF2B5EF4-FFF2-40B4-BE49-F238E27FC236}">
                <a16:creationId xmlns:a16="http://schemas.microsoft.com/office/drawing/2014/main" id="{81ACB8CC-02B4-4964-A76F-B04580B81394}"/>
              </a:ext>
              <a:ext uri="{C183D7F6-B498-43B3-948B-1728B52AA6E4}">
                <adec:decorative xmlns:adec="http://schemas.microsoft.com/office/drawing/2017/decorative" val="1"/>
              </a:ext>
            </a:extLst>
          </p:cNvPr>
          <p:cNvSpPr txBox="1">
            <a:spLocks/>
          </p:cNvSpPr>
          <p:nvPr>
            <p:custDataLst>
              <p:tags r:id="rId4"/>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92FC75A9-C32A-4644-80EB-5CD5F33B2AE9}"/>
              </a:ext>
              <a:ext uri="{C183D7F6-B498-43B3-948B-1728B52AA6E4}">
                <adec:decorative xmlns:adec="http://schemas.microsoft.com/office/drawing/2017/decorative" val="1"/>
              </a:ext>
            </a:extLst>
          </p:cNvPr>
          <p:cNvSpPr>
            <a:spLocks noGrp="1"/>
          </p:cNvSpPr>
          <p:nvPr>
            <p:ph type="sldNum" sz="quarter" idx="12"/>
            <p:custDataLst>
              <p:tags r:id="rId5"/>
            </p:custDataLst>
          </p:nvPr>
        </p:nvSpPr>
        <p:spPr/>
        <p:txBody>
          <a:bodyPr/>
          <a:lstStyle/>
          <a:p>
            <a:fld id="{2E86C063-E22E-2E4C-A523-54089486E38F}" type="slidenum">
              <a:rPr lang="en-US" smtClean="0"/>
              <a:pPr/>
              <a:t>16</a:t>
            </a:fld>
            <a:endParaRPr lang="en-US" dirty="0"/>
          </a:p>
        </p:txBody>
      </p:sp>
    </p:spTree>
    <p:extLst>
      <p:ext uri="{BB962C8B-B14F-4D97-AF65-F5344CB8AC3E}">
        <p14:creationId xmlns:p14="http://schemas.microsoft.com/office/powerpoint/2010/main" val="2360151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594360" y="274638"/>
            <a:ext cx="9616440" cy="792162"/>
          </a:xfrm>
        </p:spPr>
        <p:txBody>
          <a:bodyPr>
            <a:normAutofit/>
          </a:bodyPr>
          <a:lstStyle/>
          <a:p>
            <a:r>
              <a:rPr lang="en-CA" dirty="0">
                <a:solidFill>
                  <a:srgbClr val="1B8A8C"/>
                </a:solidFill>
              </a:rPr>
              <a:t>Colour</a:t>
            </a:r>
          </a:p>
        </p:txBody>
      </p:sp>
      <p:sp>
        <p:nvSpPr>
          <p:cNvPr id="3" name="Content"/>
          <p:cNvSpPr>
            <a:spLocks noGrp="1"/>
          </p:cNvSpPr>
          <p:nvPr>
            <p:ph idx="1"/>
            <p:custDataLst>
              <p:tags r:id="rId2"/>
            </p:custDataLst>
          </p:nvPr>
        </p:nvSpPr>
        <p:spPr>
          <a:xfrm>
            <a:off x="594360" y="1123950"/>
            <a:ext cx="10988040" cy="5059680"/>
          </a:xfrm>
        </p:spPr>
        <p:txBody>
          <a:bodyPr>
            <a:noAutofit/>
          </a:bodyPr>
          <a:lstStyle/>
          <a:p>
            <a:pPr>
              <a:lnSpc>
                <a:spcPct val="150000"/>
              </a:lnSpc>
              <a:buFont typeface="Wingdings" panose="05000000000000000000" pitchFamily="2" charset="2"/>
              <a:buChar char="Ø"/>
            </a:pPr>
            <a:r>
              <a:rPr lang="en-CA" sz="3000" b="1" dirty="0"/>
              <a:t>Do not </a:t>
            </a:r>
            <a:r>
              <a:rPr lang="en-CA" sz="3000" dirty="0"/>
              <a:t>convey information by colour only. </a:t>
            </a:r>
            <a:r>
              <a:rPr lang="en-CA" dirty="0"/>
              <a:t>Instead of writing  ‘Mandatory fields are in </a:t>
            </a:r>
            <a:r>
              <a:rPr lang="en-CA" dirty="0">
                <a:solidFill>
                  <a:srgbClr val="FF0000"/>
                </a:solidFill>
              </a:rPr>
              <a:t>red</a:t>
            </a:r>
            <a:r>
              <a:rPr lang="en-CA" dirty="0"/>
              <a:t>’, w</a:t>
            </a:r>
            <a:r>
              <a:rPr lang="en-CA" sz="3000" dirty="0"/>
              <a:t>rite ‘Mandatory fields are marked with an asterisk</a:t>
            </a:r>
            <a:r>
              <a:rPr lang="en-CA" dirty="0"/>
              <a:t>’.</a:t>
            </a:r>
            <a:endParaRPr lang="en-CA" sz="3000" dirty="0"/>
          </a:p>
          <a:p>
            <a:pPr marL="457200" indent="-457200">
              <a:lnSpc>
                <a:spcPct val="150000"/>
              </a:lnSpc>
              <a:buFont typeface="Wingdings" panose="05000000000000000000" pitchFamily="2" charset="2"/>
              <a:buChar char="Ø"/>
            </a:pPr>
            <a:r>
              <a:rPr lang="en-CA" sz="3000" b="1" dirty="0"/>
              <a:t>Minimum</a:t>
            </a:r>
            <a:r>
              <a:rPr lang="en-CA" sz="3000" dirty="0"/>
              <a:t> colour contrast needs to be at least 4.5:1 for </a:t>
            </a:r>
            <a:r>
              <a:rPr lang="en-CA" sz="3000" b="1" dirty="0"/>
              <a:t>text </a:t>
            </a:r>
            <a:r>
              <a:rPr lang="en-CA" sz="3000" dirty="0"/>
              <a:t>and background; and at least 3:1 for </a:t>
            </a:r>
            <a:r>
              <a:rPr lang="en-CA" sz="3000" b="1" dirty="0"/>
              <a:t>non-text </a:t>
            </a:r>
            <a:r>
              <a:rPr lang="en-CA" sz="3000" dirty="0"/>
              <a:t>and background.</a:t>
            </a:r>
          </a:p>
          <a:p>
            <a:pPr>
              <a:lnSpc>
                <a:spcPct val="150000"/>
              </a:lnSpc>
              <a:buFont typeface="Wingdings" panose="05000000000000000000" pitchFamily="2" charset="2"/>
              <a:buChar char="Ø"/>
            </a:pPr>
            <a:r>
              <a:rPr lang="en-CA" sz="3000" dirty="0"/>
              <a:t>Use the Colour Contrast Analyser (CCA) to validate*.</a:t>
            </a:r>
          </a:p>
        </p:txBody>
      </p:sp>
      <p:sp>
        <p:nvSpPr>
          <p:cNvPr id="6" name="Footer Placeholder 3">
            <a:extLst>
              <a:ext uri="{FF2B5EF4-FFF2-40B4-BE49-F238E27FC236}">
                <a16:creationId xmlns:a16="http://schemas.microsoft.com/office/drawing/2014/main" id="{320E3269-B76D-4C11-A19A-BE3E951E106D}"/>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1DD2FA79-5443-499A-A3AF-0C079DF3BC98}"/>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17</a:t>
            </a:fld>
            <a:endParaRPr lang="en-US" dirty="0"/>
          </a:p>
        </p:txBody>
      </p:sp>
    </p:spTree>
    <p:extLst>
      <p:ext uri="{BB962C8B-B14F-4D97-AF65-F5344CB8AC3E}">
        <p14:creationId xmlns:p14="http://schemas.microsoft.com/office/powerpoint/2010/main" val="4150344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560541" y="924383"/>
            <a:ext cx="9070918" cy="4104817"/>
          </a:xfrm>
          <a:custGeom>
            <a:avLst/>
            <a:gdLst>
              <a:gd name="connsiteX0" fmla="*/ 0 w 9070918"/>
              <a:gd name="connsiteY0" fmla="*/ 0 h 4104817"/>
              <a:gd name="connsiteX1" fmla="*/ 9070918 w 9070918"/>
              <a:gd name="connsiteY1" fmla="*/ 0 h 4104817"/>
              <a:gd name="connsiteX2" fmla="*/ 9070918 w 9070918"/>
              <a:gd name="connsiteY2" fmla="*/ 4104817 h 4104817"/>
              <a:gd name="connsiteX3" fmla="*/ 0 w 9070918"/>
              <a:gd name="connsiteY3" fmla="*/ 4104817 h 4104817"/>
              <a:gd name="connsiteX4" fmla="*/ 0 w 9070918"/>
              <a:gd name="connsiteY4" fmla="*/ 0 h 4104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70918" h="4104817" fill="none" extrusionOk="0">
                <a:moveTo>
                  <a:pt x="0" y="0"/>
                </a:moveTo>
                <a:cubicBezTo>
                  <a:pt x="2415299" y="-49533"/>
                  <a:pt x="6303749" y="-14809"/>
                  <a:pt x="9070918" y="0"/>
                </a:cubicBezTo>
                <a:cubicBezTo>
                  <a:pt x="9158557" y="1964188"/>
                  <a:pt x="8998239" y="2819508"/>
                  <a:pt x="9070918" y="4104817"/>
                </a:cubicBezTo>
                <a:cubicBezTo>
                  <a:pt x="7543821" y="4056586"/>
                  <a:pt x="1790324" y="4189272"/>
                  <a:pt x="0" y="4104817"/>
                </a:cubicBezTo>
                <a:cubicBezTo>
                  <a:pt x="-38581" y="2981950"/>
                  <a:pt x="63341" y="965931"/>
                  <a:pt x="0" y="0"/>
                </a:cubicBezTo>
                <a:close/>
              </a:path>
              <a:path w="9070918" h="4104817" stroke="0" extrusionOk="0">
                <a:moveTo>
                  <a:pt x="0" y="0"/>
                </a:moveTo>
                <a:cubicBezTo>
                  <a:pt x="2807477" y="118645"/>
                  <a:pt x="6658789" y="116012"/>
                  <a:pt x="9070918" y="0"/>
                </a:cubicBezTo>
                <a:cubicBezTo>
                  <a:pt x="8938036" y="793241"/>
                  <a:pt x="9155869" y="2798669"/>
                  <a:pt x="9070918" y="4104817"/>
                </a:cubicBezTo>
                <a:cubicBezTo>
                  <a:pt x="6869738" y="4239417"/>
                  <a:pt x="2099305" y="3947621"/>
                  <a:pt x="0" y="4104817"/>
                </a:cubicBezTo>
                <a:cubicBezTo>
                  <a:pt x="-20187" y="3056232"/>
                  <a:pt x="-152480" y="1478119"/>
                  <a:pt x="0" y="0"/>
                </a:cubicBezTo>
                <a:close/>
              </a:path>
            </a:pathLst>
          </a:custGeom>
          <a:solidFill>
            <a:srgbClr val="E2EDDF"/>
          </a:solidFill>
          <a:ln w="174625" cmpd="sng">
            <a:solidFill>
              <a:schemeClr val="bg1"/>
            </a:solidFill>
            <a:extLst>
              <a:ext uri="{C807C97D-BFC1-408E-A445-0C87EB9F89A2}">
                <ask:lineSketchStyleProps xmlns:ask="http://schemas.microsoft.com/office/drawing/2018/sketchyshapes" sd="1219033472">
                  <ask:type>
                    <ask:lineSketchCurved/>
                  </ask:type>
                </ask:lineSketchStyleProps>
              </a:ext>
            </a:extLst>
          </a:ln>
        </p:spPr>
        <p:txBody>
          <a:bodyPr>
            <a:normAutofit/>
          </a:bodyPr>
          <a:lstStyle/>
          <a:p>
            <a:pPr algn="ctr"/>
            <a:r>
              <a:rPr lang="en-CA" sz="4400" dirty="0">
                <a:solidFill>
                  <a:srgbClr val="713B8F"/>
                </a:solidFill>
              </a:rPr>
              <a:t>Best Practices for emails in Outlook</a:t>
            </a:r>
            <a:endParaRPr lang="en-US" sz="4400" dirty="0">
              <a:solidFill>
                <a:srgbClr val="713B8F"/>
              </a:solidFill>
            </a:endParaRPr>
          </a:p>
        </p:txBody>
      </p:sp>
      <p:sp>
        <p:nvSpPr>
          <p:cNvPr id="3" name="Footer Placeholder 3">
            <a:extLst>
              <a:ext uri="{FF2B5EF4-FFF2-40B4-BE49-F238E27FC236}">
                <a16:creationId xmlns:a16="http://schemas.microsoft.com/office/drawing/2014/main" id="{B6AFD031-5204-4227-A1CC-DDF64E08631F}"/>
              </a:ext>
              <a:ext uri="{C183D7F6-B498-43B3-948B-1728B52AA6E4}">
                <adec:decorative xmlns:adec="http://schemas.microsoft.com/office/drawing/2017/decorative" val="1"/>
              </a:ext>
            </a:extLst>
          </p:cNvPr>
          <p:cNvSpPr txBox="1">
            <a:spLocks/>
          </p:cNvSpPr>
          <p:nvPr>
            <p:custDataLst>
              <p:tags r:id="rId2"/>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4" name="Slide Number Placeholder 4">
            <a:extLst>
              <a:ext uri="{FF2B5EF4-FFF2-40B4-BE49-F238E27FC236}">
                <a16:creationId xmlns:a16="http://schemas.microsoft.com/office/drawing/2014/main" id="{06D7A5BB-90B8-4D78-8FE1-4110B282D7EB}"/>
              </a:ext>
              <a:ext uri="{C183D7F6-B498-43B3-948B-1728B52AA6E4}">
                <adec:decorative xmlns:adec="http://schemas.microsoft.com/office/drawing/2017/decorative" val="1"/>
              </a:ext>
            </a:extLst>
          </p:cNvPr>
          <p:cNvSpPr txBox="1">
            <a:spLocks/>
          </p:cNvSpPr>
          <p:nvPr>
            <p:custDataLst>
              <p:tags r:id="rId3"/>
            </p:custDataLst>
          </p:nvPr>
        </p:nvSpPr>
        <p:spPr>
          <a:xfrm>
            <a:off x="8737600" y="6356351"/>
            <a:ext cx="28448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2E86C063-E22E-2E4C-A523-54089486E38F}" type="slidenum">
              <a:rPr lang="en-US" smtClean="0"/>
              <a:pPr algn="r"/>
              <a:t>18</a:t>
            </a:fld>
            <a:endParaRPr lang="en-US" dirty="0"/>
          </a:p>
        </p:txBody>
      </p:sp>
    </p:spTree>
    <p:extLst>
      <p:ext uri="{BB962C8B-B14F-4D97-AF65-F5344CB8AC3E}">
        <p14:creationId xmlns:p14="http://schemas.microsoft.com/office/powerpoint/2010/main" val="1328960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rmAutofit/>
          </a:bodyPr>
          <a:lstStyle/>
          <a:p>
            <a:r>
              <a:rPr lang="en-CA" dirty="0">
                <a:solidFill>
                  <a:srgbClr val="713B8F"/>
                </a:solidFill>
              </a:rPr>
              <a:t>Outlook Section Includes</a:t>
            </a:r>
          </a:p>
        </p:txBody>
      </p:sp>
      <p:sp>
        <p:nvSpPr>
          <p:cNvPr id="3" name="Content Placeholder 2"/>
          <p:cNvSpPr>
            <a:spLocks noGrp="1"/>
          </p:cNvSpPr>
          <p:nvPr>
            <p:ph idx="1"/>
            <p:custDataLst>
              <p:tags r:id="rId2"/>
            </p:custDataLst>
          </p:nvPr>
        </p:nvSpPr>
        <p:spPr>
          <a:xfrm>
            <a:off x="1405891" y="1417639"/>
            <a:ext cx="9212580" cy="4457381"/>
          </a:xfrm>
        </p:spPr>
        <p:txBody>
          <a:bodyPr>
            <a:normAutofit/>
          </a:bodyPr>
          <a:lstStyle/>
          <a:p>
            <a:pPr>
              <a:lnSpc>
                <a:spcPct val="150000"/>
              </a:lnSpc>
              <a:buFont typeface="Wingdings" panose="05000000000000000000" pitchFamily="2" charset="2"/>
              <a:buChar char="Ø"/>
            </a:pPr>
            <a:r>
              <a:rPr lang="en-CA" sz="3200" dirty="0"/>
              <a:t>Write one language at a time.</a:t>
            </a:r>
          </a:p>
          <a:p>
            <a:pPr>
              <a:lnSpc>
                <a:spcPct val="150000"/>
              </a:lnSpc>
              <a:buFont typeface="Wingdings" panose="05000000000000000000" pitchFamily="2" charset="2"/>
              <a:buChar char="Ø"/>
            </a:pPr>
            <a:r>
              <a:rPr lang="en-CA" sz="3200" dirty="0"/>
              <a:t>Language markup must be done for bilingual emails.</a:t>
            </a:r>
          </a:p>
          <a:p>
            <a:pPr>
              <a:lnSpc>
                <a:spcPct val="150000"/>
              </a:lnSpc>
              <a:buFont typeface="Wingdings" panose="05000000000000000000" pitchFamily="2" charset="2"/>
              <a:buChar char="Ø"/>
            </a:pPr>
            <a:r>
              <a:rPr lang="en-CA" sz="3200" dirty="0"/>
              <a:t>Create a bookmark and a link to English text.</a:t>
            </a:r>
          </a:p>
          <a:p>
            <a:pPr>
              <a:lnSpc>
                <a:spcPct val="150000"/>
              </a:lnSpc>
              <a:buFont typeface="Wingdings" panose="05000000000000000000" pitchFamily="2" charset="2"/>
              <a:buChar char="Ø"/>
            </a:pPr>
            <a:r>
              <a:rPr lang="en-CA" sz="3200" dirty="0"/>
              <a:t>Hands-on exercise.</a:t>
            </a:r>
          </a:p>
        </p:txBody>
      </p:sp>
      <p:sp>
        <p:nvSpPr>
          <p:cNvPr id="6" name="Footer Placeholder 3">
            <a:extLst>
              <a:ext uri="{FF2B5EF4-FFF2-40B4-BE49-F238E27FC236}">
                <a16:creationId xmlns:a16="http://schemas.microsoft.com/office/drawing/2014/main" id="{F4D2D14C-3ADC-485B-8B91-21CB0EE664F2}"/>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C6BC3E36-4193-4B96-85C0-4C80509F4B21}"/>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19</a:t>
            </a:fld>
            <a:endParaRPr lang="en-US" dirty="0"/>
          </a:p>
        </p:txBody>
      </p:sp>
    </p:spTree>
    <p:extLst>
      <p:ext uri="{BB962C8B-B14F-4D97-AF65-F5344CB8AC3E}">
        <p14:creationId xmlns:p14="http://schemas.microsoft.com/office/powerpoint/2010/main" val="19420249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588834" y="49007"/>
            <a:ext cx="10824532" cy="1143000"/>
          </a:xfrm>
        </p:spPr>
        <p:txBody>
          <a:bodyPr>
            <a:normAutofit/>
          </a:bodyPr>
          <a:lstStyle/>
          <a:p>
            <a:r>
              <a:rPr lang="en-CA" dirty="0">
                <a:solidFill>
                  <a:srgbClr val="713B8F"/>
                </a:solidFill>
              </a:rPr>
              <a:t>Write One Language at a Time</a:t>
            </a:r>
          </a:p>
        </p:txBody>
      </p:sp>
      <p:sp>
        <p:nvSpPr>
          <p:cNvPr id="3" name="Content"/>
          <p:cNvSpPr>
            <a:spLocks noGrp="1"/>
          </p:cNvSpPr>
          <p:nvPr>
            <p:ph idx="1"/>
            <p:custDataLst>
              <p:tags r:id="rId2"/>
            </p:custDataLst>
          </p:nvPr>
        </p:nvSpPr>
        <p:spPr>
          <a:xfrm>
            <a:off x="588834" y="1229502"/>
            <a:ext cx="10944379" cy="4884281"/>
          </a:xfrm>
        </p:spPr>
        <p:txBody>
          <a:bodyPr>
            <a:noAutofit/>
          </a:bodyPr>
          <a:lstStyle/>
          <a:p>
            <a:pPr>
              <a:lnSpc>
                <a:spcPct val="150000"/>
              </a:lnSpc>
              <a:buFont typeface="Wingdings" panose="05000000000000000000" pitchFamily="2" charset="2"/>
              <a:buChar char="Ø"/>
            </a:pPr>
            <a:r>
              <a:rPr lang="en-CA" sz="3000" dirty="0"/>
              <a:t>All English text together followed by all the French text (or French followed by English).</a:t>
            </a:r>
          </a:p>
          <a:p>
            <a:pPr>
              <a:lnSpc>
                <a:spcPct val="150000"/>
              </a:lnSpc>
              <a:buFont typeface="Wingdings" panose="05000000000000000000" pitchFamily="2" charset="2"/>
              <a:buChar char="Ø"/>
            </a:pPr>
            <a:r>
              <a:rPr lang="en-CA" sz="3000" dirty="0"/>
              <a:t>Create a </a:t>
            </a:r>
            <a:r>
              <a:rPr lang="en-CA" sz="3000" b="1" dirty="0"/>
              <a:t>link</a:t>
            </a:r>
            <a:r>
              <a:rPr lang="en-CA" sz="3000" dirty="0"/>
              <a:t> like ‘English follows French’ that jumps to a </a:t>
            </a:r>
            <a:r>
              <a:rPr lang="en-CA" sz="3000" b="1" dirty="0"/>
              <a:t>bookmark </a:t>
            </a:r>
            <a:r>
              <a:rPr lang="en-CA" sz="3000" dirty="0"/>
              <a:t>within the email. This link should be the </a:t>
            </a:r>
            <a:r>
              <a:rPr lang="en-CA" sz="3000" b="1" dirty="0"/>
              <a:t>first line </a:t>
            </a:r>
            <a:r>
              <a:rPr lang="en-CA" sz="3000" dirty="0"/>
              <a:t>of the message.</a:t>
            </a:r>
          </a:p>
          <a:p>
            <a:pPr marL="0" indent="0">
              <a:lnSpc>
                <a:spcPct val="150000"/>
              </a:lnSpc>
              <a:buNone/>
            </a:pPr>
            <a:r>
              <a:rPr lang="en-CA" sz="3000" b="1" dirty="0"/>
              <a:t>Tip:</a:t>
            </a:r>
            <a:r>
              <a:rPr lang="en-CA" sz="3000" dirty="0"/>
              <a:t> If your office is in Quebec, </a:t>
            </a:r>
            <a:r>
              <a:rPr lang="en-CA" dirty="0"/>
              <a:t>it </a:t>
            </a:r>
            <a:r>
              <a:rPr lang="en-CA" sz="3000" dirty="0"/>
              <a:t>should start with French text. </a:t>
            </a:r>
          </a:p>
        </p:txBody>
      </p:sp>
      <p:sp>
        <p:nvSpPr>
          <p:cNvPr id="4" name="Footer Placeholder 3">
            <a:extLst>
              <a:ext uri="{FF2B5EF4-FFF2-40B4-BE49-F238E27FC236}">
                <a16:creationId xmlns:a16="http://schemas.microsoft.com/office/drawing/2014/main" id="{8DF17F56-5EF1-4FE3-BD87-CA95714112E3}"/>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3994F00A-7605-47A6-AF51-B37F75F9D159}"/>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20</a:t>
            </a:fld>
            <a:endParaRPr lang="en-US" dirty="0"/>
          </a:p>
        </p:txBody>
      </p:sp>
    </p:spTree>
    <p:extLst>
      <p:ext uri="{BB962C8B-B14F-4D97-AF65-F5344CB8AC3E}">
        <p14:creationId xmlns:p14="http://schemas.microsoft.com/office/powerpoint/2010/main" val="4012267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44266" y="164549"/>
            <a:ext cx="9848473" cy="1272484"/>
          </a:xfrm>
        </p:spPr>
        <p:txBody>
          <a:bodyPr>
            <a:noAutofit/>
          </a:bodyPr>
          <a:lstStyle/>
          <a:p>
            <a:r>
              <a:rPr lang="en-CA" dirty="0">
                <a:solidFill>
                  <a:srgbClr val="713B8F"/>
                </a:solidFill>
              </a:rPr>
              <a:t>First: Create a Bookmark to Jump to</a:t>
            </a:r>
          </a:p>
        </p:txBody>
      </p:sp>
      <p:pic>
        <p:nvPicPr>
          <p:cNvPr id="10" name="Picture 9" descr="bookmark icon">
            <a:extLst>
              <a:ext uri="{FF2B5EF4-FFF2-40B4-BE49-F238E27FC236}">
                <a16:creationId xmlns:a16="http://schemas.microsoft.com/office/drawing/2014/main" id="{1BDE10B0-2D90-446C-A09B-2335A6D06E67}"/>
              </a:ext>
            </a:extLst>
          </p:cNvPr>
          <p:cNvPicPr>
            <a:picLocks noChangeAspect="1"/>
          </p:cNvPicPr>
          <p:nvPr>
            <p:custDataLst>
              <p:tags r:id="rId2"/>
            </p:custDataLst>
          </p:nvPr>
        </p:nvPicPr>
        <p:blipFill>
          <a:blip r:embed="rId9"/>
          <a:stretch>
            <a:fillRect/>
          </a:stretch>
        </p:blipFill>
        <p:spPr>
          <a:xfrm>
            <a:off x="10680958" y="164549"/>
            <a:ext cx="866775" cy="1000125"/>
          </a:xfrm>
          <a:prstGeom prst="rect">
            <a:avLst/>
          </a:prstGeom>
        </p:spPr>
      </p:pic>
      <p:sp>
        <p:nvSpPr>
          <p:cNvPr id="3" name="Content"/>
          <p:cNvSpPr>
            <a:spLocks noGrp="1"/>
          </p:cNvSpPr>
          <p:nvPr>
            <p:ph idx="1"/>
            <p:custDataLst>
              <p:tags r:id="rId3"/>
            </p:custDataLst>
          </p:nvPr>
        </p:nvSpPr>
        <p:spPr>
          <a:xfrm>
            <a:off x="644267" y="1357024"/>
            <a:ext cx="7417316" cy="4678016"/>
          </a:xfrm>
        </p:spPr>
        <p:txBody>
          <a:bodyPr>
            <a:noAutofit/>
          </a:bodyPr>
          <a:lstStyle/>
          <a:p>
            <a:pPr marL="514350" indent="-514350">
              <a:lnSpc>
                <a:spcPct val="160000"/>
              </a:lnSpc>
              <a:buFont typeface="+mj-lt"/>
              <a:buAutoNum type="arabicPeriod"/>
            </a:pPr>
            <a:r>
              <a:rPr lang="en-CA" dirty="0"/>
              <a:t>Place the cursor at the bookmark location</a:t>
            </a:r>
          </a:p>
          <a:p>
            <a:pPr marL="514350" indent="-514350">
              <a:lnSpc>
                <a:spcPct val="160000"/>
              </a:lnSpc>
              <a:buFont typeface="+mj-lt"/>
              <a:buAutoNum type="arabicPeriod"/>
            </a:pPr>
            <a:r>
              <a:rPr lang="en-CA" dirty="0"/>
              <a:t>Select </a:t>
            </a:r>
            <a:r>
              <a:rPr lang="en-CA" b="1" dirty="0"/>
              <a:t>Insert</a:t>
            </a:r>
            <a:r>
              <a:rPr lang="en-CA" dirty="0"/>
              <a:t> ribbon</a:t>
            </a:r>
          </a:p>
          <a:p>
            <a:pPr marL="514350" indent="-514350">
              <a:lnSpc>
                <a:spcPct val="160000"/>
              </a:lnSpc>
              <a:buFont typeface="+mj-lt"/>
              <a:buAutoNum type="arabicPeriod"/>
            </a:pPr>
            <a:r>
              <a:rPr lang="en-CA" dirty="0"/>
              <a:t>Select </a:t>
            </a:r>
            <a:r>
              <a:rPr lang="en-CA" b="1" dirty="0"/>
              <a:t>Bookmark</a:t>
            </a:r>
            <a:endParaRPr lang="en-CA" dirty="0"/>
          </a:p>
          <a:p>
            <a:pPr marL="514350" indent="-514350">
              <a:lnSpc>
                <a:spcPct val="160000"/>
              </a:lnSpc>
              <a:buFont typeface="+mj-lt"/>
              <a:buAutoNum type="arabicPeriod"/>
            </a:pPr>
            <a:r>
              <a:rPr lang="en-CA" dirty="0"/>
              <a:t>Type ‘</a:t>
            </a:r>
            <a:r>
              <a:rPr lang="en-CA" b="1" dirty="0"/>
              <a:t>English</a:t>
            </a:r>
            <a:r>
              <a:rPr lang="en-CA" dirty="0"/>
              <a:t>’ (Bookmark name)</a:t>
            </a:r>
          </a:p>
          <a:p>
            <a:pPr marL="514350" indent="-514350">
              <a:lnSpc>
                <a:spcPct val="160000"/>
              </a:lnSpc>
              <a:buFont typeface="+mj-lt"/>
              <a:buAutoNum type="arabicPeriod"/>
            </a:pPr>
            <a:r>
              <a:rPr lang="en-CA" dirty="0"/>
              <a:t>Select </a:t>
            </a:r>
            <a:r>
              <a:rPr lang="en-CA" b="1" dirty="0"/>
              <a:t>Add</a:t>
            </a:r>
            <a:r>
              <a:rPr lang="en-CA" dirty="0"/>
              <a:t> button</a:t>
            </a:r>
          </a:p>
        </p:txBody>
      </p:sp>
      <p:pic>
        <p:nvPicPr>
          <p:cNvPr id="8" name="Picture 7" descr="Screen capture of Bookmark dialog box">
            <a:extLst>
              <a:ext uri="{FF2B5EF4-FFF2-40B4-BE49-F238E27FC236}">
                <a16:creationId xmlns:a16="http://schemas.microsoft.com/office/drawing/2014/main" id="{1CF82751-BF07-4761-B3CD-7662E3176E02}"/>
              </a:ext>
            </a:extLst>
          </p:cNvPr>
          <p:cNvPicPr>
            <a:picLocks noChangeAspect="1"/>
          </p:cNvPicPr>
          <p:nvPr>
            <p:custDataLst>
              <p:tags r:id="rId4"/>
            </p:custDataLst>
          </p:nvPr>
        </p:nvPicPr>
        <p:blipFill>
          <a:blip r:embed="rId10"/>
          <a:stretch>
            <a:fillRect/>
          </a:stretch>
        </p:blipFill>
        <p:spPr>
          <a:xfrm>
            <a:off x="8061583" y="1732972"/>
            <a:ext cx="3486150" cy="3228975"/>
          </a:xfrm>
          <a:prstGeom prst="rect">
            <a:avLst/>
          </a:prstGeom>
          <a:ln>
            <a:solidFill>
              <a:schemeClr val="accent1"/>
            </a:solidFill>
          </a:ln>
        </p:spPr>
      </p:pic>
      <p:sp>
        <p:nvSpPr>
          <p:cNvPr id="4" name="Footer Placeholder 3">
            <a:extLst>
              <a:ext uri="{FF2B5EF4-FFF2-40B4-BE49-F238E27FC236}">
                <a16:creationId xmlns:a16="http://schemas.microsoft.com/office/drawing/2014/main" id="{B50AF8AF-284E-425F-B876-FCCEBD39C750}"/>
              </a:ext>
              <a:ext uri="{C183D7F6-B498-43B3-948B-1728B52AA6E4}">
                <adec:decorative xmlns:adec="http://schemas.microsoft.com/office/drawing/2017/decorative" val="1"/>
              </a:ext>
            </a:extLst>
          </p:cNvPr>
          <p:cNvSpPr>
            <a:spLocks noGrp="1"/>
          </p:cNvSpPr>
          <p:nvPr>
            <p:ph type="ftr" sz="quarter" idx="11"/>
            <p:custDataLst>
              <p:tags r:id="rId5"/>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1823E46F-9824-4EB7-A94B-E2A3E776E7AA}"/>
              </a:ext>
              <a:ext uri="{C183D7F6-B498-43B3-948B-1728B52AA6E4}">
                <adec:decorative xmlns:adec="http://schemas.microsoft.com/office/drawing/2017/decorative" val="1"/>
              </a:ext>
            </a:extLst>
          </p:cNvPr>
          <p:cNvSpPr>
            <a:spLocks noGrp="1"/>
          </p:cNvSpPr>
          <p:nvPr>
            <p:ph type="sldNum" sz="quarter" idx="12"/>
            <p:custDataLst>
              <p:tags r:id="rId6"/>
            </p:custDataLst>
          </p:nvPr>
        </p:nvSpPr>
        <p:spPr/>
        <p:txBody>
          <a:bodyPr/>
          <a:lstStyle/>
          <a:p>
            <a:fld id="{2E86C063-E22E-2E4C-A523-54089486E38F}" type="slidenum">
              <a:rPr lang="en-US" smtClean="0"/>
              <a:pPr/>
              <a:t>21</a:t>
            </a:fld>
            <a:endParaRPr lang="en-US" dirty="0"/>
          </a:p>
        </p:txBody>
      </p:sp>
    </p:spTree>
    <p:extLst>
      <p:ext uri="{BB962C8B-B14F-4D97-AF65-F5344CB8AC3E}">
        <p14:creationId xmlns:p14="http://schemas.microsoft.com/office/powerpoint/2010/main" val="3220371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582200" y="205497"/>
            <a:ext cx="11302015" cy="1028571"/>
          </a:xfrm>
        </p:spPr>
        <p:txBody>
          <a:bodyPr anchor="t">
            <a:noAutofit/>
          </a:bodyPr>
          <a:lstStyle/>
          <a:p>
            <a:r>
              <a:rPr lang="en-CA" dirty="0">
                <a:solidFill>
                  <a:srgbClr val="713B8F"/>
                </a:solidFill>
              </a:rPr>
              <a:t>Second: Create a Link to the Bookmark</a:t>
            </a:r>
          </a:p>
        </p:txBody>
      </p:sp>
      <p:pic>
        <p:nvPicPr>
          <p:cNvPr id="12" name="Picture 11" descr="Link icon.">
            <a:extLst>
              <a:ext uri="{FF2B5EF4-FFF2-40B4-BE49-F238E27FC236}">
                <a16:creationId xmlns:a16="http://schemas.microsoft.com/office/drawing/2014/main" id="{A4DA7CDE-AC7E-4200-978D-17E06BC61387}"/>
              </a:ext>
            </a:extLst>
          </p:cNvPr>
          <p:cNvPicPr>
            <a:picLocks noChangeAspect="1"/>
          </p:cNvPicPr>
          <p:nvPr>
            <p:custDataLst>
              <p:tags r:id="rId2"/>
            </p:custDataLst>
          </p:nvPr>
        </p:nvPicPr>
        <p:blipFill>
          <a:blip r:embed="rId9"/>
          <a:stretch>
            <a:fillRect/>
          </a:stretch>
        </p:blipFill>
        <p:spPr>
          <a:xfrm>
            <a:off x="10998201" y="205497"/>
            <a:ext cx="677792" cy="917013"/>
          </a:xfrm>
          <a:prstGeom prst="rect">
            <a:avLst/>
          </a:prstGeom>
        </p:spPr>
      </p:pic>
      <p:sp>
        <p:nvSpPr>
          <p:cNvPr id="3" name="Content"/>
          <p:cNvSpPr>
            <a:spLocks noGrp="1"/>
          </p:cNvSpPr>
          <p:nvPr>
            <p:ph idx="1"/>
            <p:custDataLst>
              <p:tags r:id="rId3"/>
            </p:custDataLst>
          </p:nvPr>
        </p:nvSpPr>
        <p:spPr>
          <a:xfrm>
            <a:off x="624840" y="1429737"/>
            <a:ext cx="10957560" cy="4626985"/>
          </a:xfrm>
        </p:spPr>
        <p:txBody>
          <a:bodyPr>
            <a:normAutofit/>
          </a:bodyPr>
          <a:lstStyle/>
          <a:p>
            <a:pPr marL="514350" indent="-514350">
              <a:lnSpc>
                <a:spcPct val="150000"/>
              </a:lnSpc>
              <a:buFont typeface="+mj-lt"/>
              <a:buAutoNum type="arabicPeriod"/>
            </a:pPr>
            <a:r>
              <a:rPr lang="en-CA" sz="3000" dirty="0"/>
              <a:t>Select ‘</a:t>
            </a:r>
            <a:r>
              <a:rPr lang="en-CA" sz="3000" b="1" dirty="0"/>
              <a:t>English follows French</a:t>
            </a:r>
            <a:r>
              <a:rPr lang="en-CA" sz="3000" dirty="0"/>
              <a:t>’</a:t>
            </a:r>
          </a:p>
          <a:p>
            <a:pPr marL="514350" indent="-514350">
              <a:lnSpc>
                <a:spcPct val="150000"/>
              </a:lnSpc>
              <a:buFont typeface="+mj-lt"/>
              <a:buAutoNum type="arabicPeriod"/>
            </a:pPr>
            <a:r>
              <a:rPr lang="en-CA" sz="3000" dirty="0"/>
              <a:t>Select </a:t>
            </a:r>
            <a:r>
              <a:rPr lang="en-CA" sz="3000" b="1" dirty="0"/>
              <a:t>Insert</a:t>
            </a:r>
            <a:r>
              <a:rPr lang="en-CA" sz="3000" dirty="0"/>
              <a:t> ribbon</a:t>
            </a:r>
          </a:p>
          <a:p>
            <a:pPr marL="514350" indent="-514350">
              <a:lnSpc>
                <a:spcPct val="150000"/>
              </a:lnSpc>
              <a:buFont typeface="+mj-lt"/>
              <a:buAutoNum type="arabicPeriod"/>
            </a:pPr>
            <a:r>
              <a:rPr lang="en-CA" sz="3000" dirty="0"/>
              <a:t>Select </a:t>
            </a:r>
            <a:r>
              <a:rPr lang="en-CA" sz="3000" b="1" dirty="0"/>
              <a:t>Link</a:t>
            </a:r>
            <a:endParaRPr lang="en-CA" sz="3000" dirty="0"/>
          </a:p>
          <a:p>
            <a:pPr marL="514350" indent="-514350">
              <a:lnSpc>
                <a:spcPct val="150000"/>
              </a:lnSpc>
              <a:buFont typeface="+mj-lt"/>
              <a:buAutoNum type="arabicPeriod"/>
            </a:pPr>
            <a:r>
              <a:rPr lang="en-CA" sz="3000" dirty="0"/>
              <a:t>Select </a:t>
            </a:r>
            <a:r>
              <a:rPr lang="en-CA" sz="3000" b="1" dirty="0"/>
              <a:t>Place in This Document</a:t>
            </a:r>
            <a:endParaRPr lang="en-CA" sz="3000" dirty="0"/>
          </a:p>
          <a:p>
            <a:pPr marL="514350" indent="-514350">
              <a:lnSpc>
                <a:spcPct val="150000"/>
              </a:lnSpc>
              <a:buFont typeface="+mj-lt"/>
              <a:buAutoNum type="arabicPeriod"/>
            </a:pPr>
            <a:r>
              <a:rPr lang="en-CA" sz="3000" dirty="0"/>
              <a:t>Select </a:t>
            </a:r>
            <a:r>
              <a:rPr lang="en-CA" sz="3000" b="1" dirty="0"/>
              <a:t>English</a:t>
            </a:r>
            <a:r>
              <a:rPr lang="en-CA" sz="3000" dirty="0"/>
              <a:t> (bookmark name)</a:t>
            </a:r>
          </a:p>
          <a:p>
            <a:pPr marL="514350" indent="-514350">
              <a:lnSpc>
                <a:spcPct val="150000"/>
              </a:lnSpc>
              <a:buFont typeface="+mj-lt"/>
              <a:buAutoNum type="arabicPeriod"/>
            </a:pPr>
            <a:r>
              <a:rPr lang="en-CA" sz="3000" dirty="0"/>
              <a:t>Select </a:t>
            </a:r>
            <a:r>
              <a:rPr lang="en-CA" sz="3000" b="1" dirty="0"/>
              <a:t>Ok</a:t>
            </a:r>
            <a:r>
              <a:rPr lang="en-CA" sz="3000" dirty="0"/>
              <a:t> button</a:t>
            </a:r>
          </a:p>
        </p:txBody>
      </p:sp>
      <p:pic>
        <p:nvPicPr>
          <p:cNvPr id="10" name="Picture 9" descr="Screen capture of Insert Hyperlink.">
            <a:extLst>
              <a:ext uri="{FF2B5EF4-FFF2-40B4-BE49-F238E27FC236}">
                <a16:creationId xmlns:a16="http://schemas.microsoft.com/office/drawing/2014/main" id="{74CAA3EB-4B88-4A4B-8A41-14A1A665B635}"/>
              </a:ext>
            </a:extLst>
          </p:cNvPr>
          <p:cNvPicPr>
            <a:picLocks noChangeAspect="1"/>
          </p:cNvPicPr>
          <p:nvPr>
            <p:custDataLst>
              <p:tags r:id="rId4"/>
            </p:custDataLst>
          </p:nvPr>
        </p:nvPicPr>
        <p:blipFill>
          <a:blip r:embed="rId10"/>
          <a:stretch>
            <a:fillRect/>
          </a:stretch>
        </p:blipFill>
        <p:spPr>
          <a:xfrm>
            <a:off x="6923470" y="1313747"/>
            <a:ext cx="4984344" cy="2574590"/>
          </a:xfrm>
          <a:prstGeom prst="rect">
            <a:avLst/>
          </a:prstGeom>
          <a:ln>
            <a:solidFill>
              <a:schemeClr val="accent1"/>
            </a:solidFill>
          </a:ln>
        </p:spPr>
      </p:pic>
      <p:sp>
        <p:nvSpPr>
          <p:cNvPr id="4" name="Footer Placeholder 3">
            <a:extLst>
              <a:ext uri="{FF2B5EF4-FFF2-40B4-BE49-F238E27FC236}">
                <a16:creationId xmlns:a16="http://schemas.microsoft.com/office/drawing/2014/main" id="{15F1EBF9-A19E-43AE-BC38-4DEE14D5D175}"/>
              </a:ext>
              <a:ext uri="{C183D7F6-B498-43B3-948B-1728B52AA6E4}">
                <adec:decorative xmlns:adec="http://schemas.microsoft.com/office/drawing/2017/decorative" val="1"/>
              </a:ext>
            </a:extLst>
          </p:cNvPr>
          <p:cNvSpPr>
            <a:spLocks noGrp="1"/>
          </p:cNvSpPr>
          <p:nvPr>
            <p:ph type="ftr" sz="quarter" idx="11"/>
            <p:custDataLst>
              <p:tags r:id="rId5"/>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F74BBEF7-6E7C-48BA-B6C3-74C292E39130}"/>
              </a:ext>
              <a:ext uri="{C183D7F6-B498-43B3-948B-1728B52AA6E4}">
                <adec:decorative xmlns:adec="http://schemas.microsoft.com/office/drawing/2017/decorative" val="1"/>
              </a:ext>
            </a:extLst>
          </p:cNvPr>
          <p:cNvSpPr>
            <a:spLocks noGrp="1"/>
          </p:cNvSpPr>
          <p:nvPr>
            <p:ph type="sldNum" sz="quarter" idx="12"/>
            <p:custDataLst>
              <p:tags r:id="rId6"/>
            </p:custDataLst>
          </p:nvPr>
        </p:nvSpPr>
        <p:spPr/>
        <p:txBody>
          <a:bodyPr/>
          <a:lstStyle/>
          <a:p>
            <a:fld id="{2E86C063-E22E-2E4C-A523-54089486E38F}" type="slidenum">
              <a:rPr lang="en-US" smtClean="0"/>
              <a:pPr/>
              <a:t>22</a:t>
            </a:fld>
            <a:endParaRPr lang="en-US" dirty="0"/>
          </a:p>
        </p:txBody>
      </p:sp>
    </p:spTree>
    <p:extLst>
      <p:ext uri="{BB962C8B-B14F-4D97-AF65-F5344CB8AC3E}">
        <p14:creationId xmlns:p14="http://schemas.microsoft.com/office/powerpoint/2010/main" val="4128522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573024" y="184149"/>
            <a:ext cx="11157088" cy="1143000"/>
          </a:xfrm>
        </p:spPr>
        <p:txBody>
          <a:bodyPr>
            <a:normAutofit/>
          </a:bodyPr>
          <a:lstStyle/>
          <a:p>
            <a:r>
              <a:rPr lang="en-CA" dirty="0">
                <a:solidFill>
                  <a:srgbClr val="713B8F"/>
                </a:solidFill>
              </a:rPr>
              <a:t>Accessible Signature Block</a:t>
            </a:r>
          </a:p>
        </p:txBody>
      </p:sp>
      <p:sp>
        <p:nvSpPr>
          <p:cNvPr id="3" name="Content Placeholder 2"/>
          <p:cNvSpPr>
            <a:spLocks noGrp="1"/>
          </p:cNvSpPr>
          <p:nvPr>
            <p:ph idx="1"/>
            <p:custDataLst>
              <p:tags r:id="rId2"/>
            </p:custDataLst>
          </p:nvPr>
        </p:nvSpPr>
        <p:spPr>
          <a:xfrm>
            <a:off x="565073" y="1483963"/>
            <a:ext cx="11009376" cy="3890075"/>
          </a:xfrm>
        </p:spPr>
        <p:txBody>
          <a:bodyPr>
            <a:noAutofit/>
          </a:bodyPr>
          <a:lstStyle/>
          <a:p>
            <a:pPr>
              <a:lnSpc>
                <a:spcPct val="150000"/>
              </a:lnSpc>
              <a:buFont typeface="Wingdings" panose="05000000000000000000" pitchFamily="2" charset="2"/>
              <a:buChar char="Ø"/>
            </a:pPr>
            <a:r>
              <a:rPr lang="en-CA" sz="3000" dirty="0"/>
              <a:t>Stacking signature blocks makes the content accessible to a wider range of people with disabilities .</a:t>
            </a:r>
          </a:p>
          <a:p>
            <a:pPr>
              <a:lnSpc>
                <a:spcPct val="150000"/>
              </a:lnSpc>
              <a:buFont typeface="Wingdings" panose="05000000000000000000" pitchFamily="2" charset="2"/>
              <a:buChar char="Ø"/>
            </a:pPr>
            <a:r>
              <a:rPr lang="en-CA" dirty="0"/>
              <a:t>Information provided in French must be the same in English.</a:t>
            </a:r>
          </a:p>
          <a:p>
            <a:pPr>
              <a:lnSpc>
                <a:spcPct val="150000"/>
              </a:lnSpc>
              <a:buFont typeface="Wingdings" panose="05000000000000000000" pitchFamily="2" charset="2"/>
              <a:buChar char="Ø"/>
            </a:pPr>
            <a:r>
              <a:rPr lang="en-CA" sz="3000" dirty="0"/>
              <a:t>Should not include im</a:t>
            </a:r>
            <a:r>
              <a:rPr lang="en-CA" dirty="0"/>
              <a:t>ages except those authorized by the </a:t>
            </a:r>
            <a:r>
              <a:rPr lang="en-CA" dirty="0">
                <a:hlinkClick r:id="rId7"/>
              </a:rPr>
              <a:t>Federal Identity Program</a:t>
            </a:r>
            <a:r>
              <a:rPr lang="en-CA" dirty="0"/>
              <a:t>.</a:t>
            </a:r>
            <a:endParaRPr lang="en-CA" sz="3000" dirty="0"/>
          </a:p>
        </p:txBody>
      </p:sp>
      <p:sp>
        <p:nvSpPr>
          <p:cNvPr id="4" name="Footer Placeholder 3">
            <a:extLst>
              <a:ext uri="{FF2B5EF4-FFF2-40B4-BE49-F238E27FC236}">
                <a16:creationId xmlns:a16="http://schemas.microsoft.com/office/drawing/2014/main" id="{476F9C93-13F0-4981-A409-123F7B419055}"/>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6ECAA8FB-6E13-4EC8-9E8D-0D65707D03C1}"/>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23</a:t>
            </a:fld>
            <a:endParaRPr lang="en-US" dirty="0"/>
          </a:p>
        </p:txBody>
      </p:sp>
    </p:spTree>
    <p:extLst>
      <p:ext uri="{BB962C8B-B14F-4D97-AF65-F5344CB8AC3E}">
        <p14:creationId xmlns:p14="http://schemas.microsoft.com/office/powerpoint/2010/main" val="215635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40080" y="182359"/>
            <a:ext cx="10903294" cy="1143000"/>
          </a:xfrm>
        </p:spPr>
        <p:txBody>
          <a:bodyPr>
            <a:normAutofit fontScale="90000"/>
          </a:bodyPr>
          <a:lstStyle/>
          <a:p>
            <a:r>
              <a:rPr lang="en-CA" dirty="0">
                <a:solidFill>
                  <a:srgbClr val="713B8F"/>
                </a:solidFill>
              </a:rPr>
              <a:t>Example of an Accessible Signature Block*</a:t>
            </a:r>
          </a:p>
        </p:txBody>
      </p:sp>
      <p:sp>
        <p:nvSpPr>
          <p:cNvPr id="3" name="Content Placeholder 2"/>
          <p:cNvSpPr>
            <a:spLocks noGrp="1"/>
          </p:cNvSpPr>
          <p:nvPr>
            <p:ph idx="1"/>
            <p:custDataLst>
              <p:tags r:id="rId2"/>
            </p:custDataLst>
          </p:nvPr>
        </p:nvSpPr>
        <p:spPr>
          <a:xfrm>
            <a:off x="640080" y="1306541"/>
            <a:ext cx="10942320" cy="4736450"/>
          </a:xfrm>
        </p:spPr>
        <p:txBody>
          <a:bodyPr>
            <a:noAutofit/>
          </a:bodyPr>
          <a:lstStyle/>
          <a:p>
            <a:pPr marL="0" indent="0">
              <a:buNone/>
            </a:pPr>
            <a:r>
              <a:rPr lang="fr-FR" dirty="0"/>
              <a:t>Marie Canadienne</a:t>
            </a:r>
          </a:p>
          <a:p>
            <a:pPr marL="0" indent="0">
              <a:buNone/>
            </a:pPr>
            <a:r>
              <a:rPr lang="en-CA" sz="2600" b="1" dirty="0"/>
              <a:t>(</a:t>
            </a:r>
            <a:r>
              <a:rPr lang="fr-CA" sz="2600" dirty="0"/>
              <a:t>Elle</a:t>
            </a:r>
            <a:r>
              <a:rPr lang="en-CA" sz="2600" dirty="0"/>
              <a:t>/she-her)</a:t>
            </a:r>
            <a:r>
              <a:rPr lang="en-CA" sz="2600" b="1" dirty="0"/>
              <a:t>/optional</a:t>
            </a:r>
            <a:br>
              <a:rPr lang="en-CA" sz="2600" dirty="0"/>
            </a:br>
            <a:r>
              <a:rPr lang="fr-FR" sz="2600" dirty="0"/>
              <a:t> </a:t>
            </a:r>
            <a:br>
              <a:rPr lang="fr-FR" sz="2600" dirty="0"/>
            </a:br>
            <a:r>
              <a:rPr lang="fr-CA" sz="2600" dirty="0"/>
              <a:t>Analyste, Direction générale des services d'infotechnologie</a:t>
            </a:r>
            <a:br>
              <a:rPr lang="fr-CA" sz="2600" dirty="0"/>
            </a:br>
            <a:r>
              <a:rPr lang="fr-CA" sz="2600" dirty="0"/>
              <a:t>Emploi et Développement social Canada / Gouvernement du Canada</a:t>
            </a:r>
            <a:br>
              <a:rPr lang="fr-CA" sz="2600" dirty="0"/>
            </a:br>
            <a:r>
              <a:rPr lang="fr-CA" sz="2600" dirty="0"/>
              <a:t>marie.canadienne@hrsdc-rhdcc.gc.ca / Tél. : 819-555-5555 </a:t>
            </a:r>
            <a:br>
              <a:rPr lang="fr-CA" sz="2600" dirty="0"/>
            </a:br>
            <a:br>
              <a:rPr lang="fr-CA" sz="2600" dirty="0"/>
            </a:br>
            <a:r>
              <a:rPr lang="en-CA" sz="2600" dirty="0"/>
              <a:t>Analyst, Information Technology Services Branch</a:t>
            </a:r>
            <a:br>
              <a:rPr lang="en-CA" sz="2600" dirty="0"/>
            </a:br>
            <a:r>
              <a:rPr lang="en-CA" sz="2600" dirty="0"/>
              <a:t>Employment and Social Development Canada / Government of Canada</a:t>
            </a:r>
            <a:br>
              <a:rPr lang="en-CA" sz="2600" dirty="0"/>
            </a:br>
            <a:r>
              <a:rPr lang="en-CA" sz="2600" dirty="0"/>
              <a:t>marie.canadienne@hrsdc-rhdcc.gc.ca / Tel: 819-555-5555</a:t>
            </a:r>
          </a:p>
        </p:txBody>
      </p:sp>
      <p:sp>
        <p:nvSpPr>
          <p:cNvPr id="4" name="Footer Placeholder 3">
            <a:extLst>
              <a:ext uri="{FF2B5EF4-FFF2-40B4-BE49-F238E27FC236}">
                <a16:creationId xmlns:a16="http://schemas.microsoft.com/office/drawing/2014/main" id="{E35D66DC-F07E-4FFD-80A1-B4E6C78A6B37}"/>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58215B34-024B-46A7-A179-DD99414EAD5B}"/>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24</a:t>
            </a:fld>
            <a:endParaRPr lang="en-US" dirty="0"/>
          </a:p>
        </p:txBody>
      </p:sp>
    </p:spTree>
    <p:extLst>
      <p:ext uri="{BB962C8B-B14F-4D97-AF65-F5344CB8AC3E}">
        <p14:creationId xmlns:p14="http://schemas.microsoft.com/office/powerpoint/2010/main" val="2543790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24840" y="274637"/>
            <a:ext cx="10957560" cy="1133057"/>
          </a:xfrm>
        </p:spPr>
        <p:txBody>
          <a:bodyPr>
            <a:normAutofit/>
          </a:bodyPr>
          <a:lstStyle/>
          <a:p>
            <a:r>
              <a:rPr lang="en-CA" dirty="0">
                <a:solidFill>
                  <a:srgbClr val="713B8F"/>
                </a:solidFill>
              </a:rPr>
              <a:t>Language Markup</a:t>
            </a:r>
          </a:p>
        </p:txBody>
      </p:sp>
      <p:sp>
        <p:nvSpPr>
          <p:cNvPr id="3" name="Content Placeholder 2"/>
          <p:cNvSpPr>
            <a:spLocks noGrp="1"/>
          </p:cNvSpPr>
          <p:nvPr>
            <p:ph idx="1"/>
            <p:custDataLst>
              <p:tags r:id="rId2"/>
            </p:custDataLst>
          </p:nvPr>
        </p:nvSpPr>
        <p:spPr>
          <a:xfrm>
            <a:off x="624840" y="1430402"/>
            <a:ext cx="7620258" cy="4276160"/>
          </a:xfrm>
        </p:spPr>
        <p:txBody>
          <a:bodyPr>
            <a:normAutofit/>
          </a:bodyPr>
          <a:lstStyle/>
          <a:p>
            <a:pPr marL="0" indent="0">
              <a:lnSpc>
                <a:spcPct val="150000"/>
              </a:lnSpc>
              <a:buNone/>
            </a:pPr>
            <a:r>
              <a:rPr lang="en-CA" sz="3000" dirty="0"/>
              <a:t>Without proper markup, adaptive technology such as JAWS (Job Access With Speech) which is a screen reader software used by persons that are blind, may try to read French text using the English language!</a:t>
            </a:r>
          </a:p>
        </p:txBody>
      </p:sp>
      <p:pic>
        <p:nvPicPr>
          <p:cNvPr id="6" name="Picture 5" descr="icon that represents JAWS">
            <a:extLst>
              <a:ext uri="{FF2B5EF4-FFF2-40B4-BE49-F238E27FC236}">
                <a16:creationId xmlns:a16="http://schemas.microsoft.com/office/drawing/2014/main" id="{84F0F2F8-F2A3-BCE5-88A0-D38668D886E2}"/>
              </a:ext>
            </a:extLst>
          </p:cNvPr>
          <p:cNvPicPr>
            <a:picLocks noChangeAspect="1"/>
          </p:cNvPicPr>
          <p:nvPr/>
        </p:nvPicPr>
        <p:blipFill>
          <a:blip r:embed="rId7"/>
          <a:stretch>
            <a:fillRect/>
          </a:stretch>
        </p:blipFill>
        <p:spPr>
          <a:xfrm>
            <a:off x="9344723" y="2756972"/>
            <a:ext cx="1198754" cy="1344057"/>
          </a:xfrm>
          <a:prstGeom prst="rect">
            <a:avLst/>
          </a:prstGeom>
        </p:spPr>
      </p:pic>
      <p:sp>
        <p:nvSpPr>
          <p:cNvPr id="4" name="Footer Placeholder 3">
            <a:extLst>
              <a:ext uri="{FF2B5EF4-FFF2-40B4-BE49-F238E27FC236}">
                <a16:creationId xmlns:a16="http://schemas.microsoft.com/office/drawing/2014/main" id="{21258638-4E22-4DD8-8D4C-97273311045F}"/>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544195A8-3ED2-4430-A1D9-AC195D7BAA4B}"/>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25</a:t>
            </a:fld>
            <a:endParaRPr lang="en-US" dirty="0"/>
          </a:p>
        </p:txBody>
      </p:sp>
    </p:spTree>
    <p:extLst>
      <p:ext uri="{BB962C8B-B14F-4D97-AF65-F5344CB8AC3E}">
        <p14:creationId xmlns:p14="http://schemas.microsoft.com/office/powerpoint/2010/main" val="1455085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94831" y="274638"/>
            <a:ext cx="10709769" cy="723902"/>
          </a:xfrm>
        </p:spPr>
        <p:txBody>
          <a:bodyPr>
            <a:normAutofit/>
          </a:bodyPr>
          <a:lstStyle/>
          <a:p>
            <a:r>
              <a:rPr lang="en-CA" sz="4000" dirty="0">
                <a:solidFill>
                  <a:srgbClr val="713B8F"/>
                </a:solidFill>
              </a:rPr>
              <a:t>Steps to Identify Language</a:t>
            </a:r>
          </a:p>
        </p:txBody>
      </p:sp>
      <p:sp>
        <p:nvSpPr>
          <p:cNvPr id="3" name="Content Placeholder 2"/>
          <p:cNvSpPr>
            <a:spLocks noGrp="1"/>
          </p:cNvSpPr>
          <p:nvPr>
            <p:ph idx="1"/>
            <p:custDataLst>
              <p:tags r:id="rId2"/>
            </p:custDataLst>
          </p:nvPr>
        </p:nvSpPr>
        <p:spPr>
          <a:xfrm>
            <a:off x="1364549" y="1122204"/>
            <a:ext cx="9462903" cy="4613592"/>
          </a:xfrm>
        </p:spPr>
        <p:txBody>
          <a:bodyPr>
            <a:normAutofit/>
          </a:bodyPr>
          <a:lstStyle/>
          <a:p>
            <a:pPr marL="514350" indent="-514350">
              <a:lnSpc>
                <a:spcPct val="150000"/>
              </a:lnSpc>
              <a:buFont typeface="+mj-lt"/>
              <a:buAutoNum type="arabicPeriod"/>
            </a:pPr>
            <a:r>
              <a:rPr lang="en-CA" sz="3000" dirty="0"/>
              <a:t>Select &lt;</a:t>
            </a:r>
            <a:r>
              <a:rPr lang="en-CA" sz="3000" b="1" dirty="0"/>
              <a:t>all French text</a:t>
            </a:r>
            <a:r>
              <a:rPr lang="en-CA" sz="3000" dirty="0"/>
              <a:t>&gt; to be marked</a:t>
            </a:r>
          </a:p>
          <a:p>
            <a:pPr marL="514350" indent="-514350">
              <a:lnSpc>
                <a:spcPct val="150000"/>
              </a:lnSpc>
              <a:buFont typeface="+mj-lt"/>
              <a:buAutoNum type="arabicPeriod"/>
            </a:pPr>
            <a:r>
              <a:rPr lang="en-CA" sz="3000" dirty="0"/>
              <a:t>Select </a:t>
            </a:r>
            <a:r>
              <a:rPr lang="en-CA" sz="3000" b="1" dirty="0"/>
              <a:t>Review</a:t>
            </a:r>
            <a:r>
              <a:rPr lang="en-CA" sz="3000" dirty="0"/>
              <a:t>, </a:t>
            </a:r>
            <a:r>
              <a:rPr lang="en-CA" sz="3000" b="1" dirty="0"/>
              <a:t>Language</a:t>
            </a:r>
            <a:r>
              <a:rPr lang="en-CA" b="1" dirty="0"/>
              <a:t> </a:t>
            </a:r>
            <a:endParaRPr lang="en-CA" sz="3000" b="1" dirty="0"/>
          </a:p>
          <a:p>
            <a:pPr marL="514350" indent="-514350">
              <a:lnSpc>
                <a:spcPct val="150000"/>
              </a:lnSpc>
              <a:buFont typeface="+mj-lt"/>
              <a:buAutoNum type="arabicPeriod"/>
            </a:pPr>
            <a:r>
              <a:rPr lang="en-CA" sz="3000" dirty="0"/>
              <a:t>Select </a:t>
            </a:r>
            <a:r>
              <a:rPr lang="en-CA" sz="3000" b="1" dirty="0"/>
              <a:t>Set Proofing Language</a:t>
            </a:r>
          </a:p>
          <a:p>
            <a:pPr marL="514350" indent="-514350">
              <a:lnSpc>
                <a:spcPct val="150000"/>
              </a:lnSpc>
              <a:buFont typeface="+mj-lt"/>
              <a:buAutoNum type="arabicPeriod"/>
            </a:pPr>
            <a:r>
              <a:rPr lang="en-CA" sz="3000" dirty="0"/>
              <a:t>Select </a:t>
            </a:r>
            <a:r>
              <a:rPr lang="en-CA" sz="3000" b="1" dirty="0"/>
              <a:t>French (Canada)</a:t>
            </a:r>
          </a:p>
          <a:p>
            <a:pPr marL="0" indent="0">
              <a:lnSpc>
                <a:spcPct val="150000"/>
              </a:lnSpc>
              <a:buNone/>
            </a:pPr>
            <a:r>
              <a:rPr lang="en-CA" sz="3000" b="1" dirty="0"/>
              <a:t>Repeat</a:t>
            </a:r>
            <a:r>
              <a:rPr lang="en-CA" sz="3000" dirty="0"/>
              <a:t> these steps for the English text (English Canada).</a:t>
            </a:r>
          </a:p>
        </p:txBody>
      </p:sp>
      <p:sp>
        <p:nvSpPr>
          <p:cNvPr id="4" name="Footer Placeholder 3">
            <a:extLst>
              <a:ext uri="{FF2B5EF4-FFF2-40B4-BE49-F238E27FC236}">
                <a16:creationId xmlns:a16="http://schemas.microsoft.com/office/drawing/2014/main" id="{3EA65D7C-95E3-4212-8C04-E4620E389D9F}"/>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E437729B-B00D-48AD-A259-E59BF7F92284}"/>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26</a:t>
            </a:fld>
            <a:endParaRPr lang="en-US" dirty="0"/>
          </a:p>
        </p:txBody>
      </p:sp>
    </p:spTree>
    <p:extLst>
      <p:ext uri="{BB962C8B-B14F-4D97-AF65-F5344CB8AC3E}">
        <p14:creationId xmlns:p14="http://schemas.microsoft.com/office/powerpoint/2010/main" val="18624275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1440102" y="872239"/>
            <a:ext cx="9372600" cy="723902"/>
          </a:xfrm>
        </p:spPr>
        <p:txBody>
          <a:bodyPr>
            <a:normAutofit/>
          </a:bodyPr>
          <a:lstStyle/>
          <a:p>
            <a:r>
              <a:rPr lang="en-CA" dirty="0">
                <a:solidFill>
                  <a:srgbClr val="713B8F"/>
                </a:solidFill>
              </a:rPr>
              <a:t>Also Applies to Outlook</a:t>
            </a:r>
          </a:p>
        </p:txBody>
      </p:sp>
      <p:sp>
        <p:nvSpPr>
          <p:cNvPr id="3" name="Content Placeholder 2"/>
          <p:cNvSpPr>
            <a:spLocks noGrp="1"/>
          </p:cNvSpPr>
          <p:nvPr>
            <p:ph idx="1"/>
            <p:custDataLst>
              <p:tags r:id="rId2"/>
            </p:custDataLst>
          </p:nvPr>
        </p:nvSpPr>
        <p:spPr>
          <a:xfrm>
            <a:off x="1440101" y="2255408"/>
            <a:ext cx="9492941" cy="3509287"/>
          </a:xfrm>
        </p:spPr>
        <p:txBody>
          <a:bodyPr>
            <a:normAutofit/>
          </a:bodyPr>
          <a:lstStyle/>
          <a:p>
            <a:pPr marL="0" indent="0">
              <a:lnSpc>
                <a:spcPct val="150000"/>
              </a:lnSpc>
              <a:buNone/>
            </a:pPr>
            <a:r>
              <a:rPr lang="en-CA" sz="3200" dirty="0"/>
              <a:t>Remember to check for plain language, acronyms, the appearance of text, alternative text for non-text objects, descriptive hyperlinks, the use of colour, and images.</a:t>
            </a:r>
          </a:p>
        </p:txBody>
      </p:sp>
      <p:sp>
        <p:nvSpPr>
          <p:cNvPr id="4" name="Footer Placeholder 3">
            <a:extLst>
              <a:ext uri="{FF2B5EF4-FFF2-40B4-BE49-F238E27FC236}">
                <a16:creationId xmlns:a16="http://schemas.microsoft.com/office/drawing/2014/main" id="{0B4FAD2B-DCB7-40C5-8D25-EBA51DF6E3CF}"/>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B5387C7D-2212-46BD-93A4-E37569E85A14}"/>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27</a:t>
            </a:fld>
            <a:endParaRPr lang="en-US" dirty="0"/>
          </a:p>
        </p:txBody>
      </p:sp>
    </p:spTree>
    <p:extLst>
      <p:ext uri="{BB962C8B-B14F-4D97-AF65-F5344CB8AC3E}">
        <p14:creationId xmlns:p14="http://schemas.microsoft.com/office/powerpoint/2010/main" val="1524217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09600" y="274638"/>
            <a:ext cx="9601201" cy="1193215"/>
          </a:xfrm>
        </p:spPr>
        <p:txBody>
          <a:bodyPr>
            <a:normAutofit/>
          </a:bodyPr>
          <a:lstStyle/>
          <a:p>
            <a:r>
              <a:rPr lang="en-CA" dirty="0">
                <a:solidFill>
                  <a:srgbClr val="713B8F"/>
                </a:solidFill>
              </a:rPr>
              <a:t>Hands-on for Outlook</a:t>
            </a:r>
          </a:p>
        </p:txBody>
      </p:sp>
      <p:sp>
        <p:nvSpPr>
          <p:cNvPr id="3" name="Content"/>
          <p:cNvSpPr>
            <a:spLocks noGrp="1"/>
          </p:cNvSpPr>
          <p:nvPr>
            <p:ph idx="1"/>
            <p:custDataLst>
              <p:tags r:id="rId2"/>
            </p:custDataLst>
          </p:nvPr>
        </p:nvSpPr>
        <p:spPr>
          <a:xfrm>
            <a:off x="1681843" y="1713447"/>
            <a:ext cx="8936996" cy="3949934"/>
          </a:xfrm>
        </p:spPr>
        <p:txBody>
          <a:bodyPr>
            <a:noAutofit/>
          </a:bodyPr>
          <a:lstStyle/>
          <a:p>
            <a:pPr>
              <a:lnSpc>
                <a:spcPct val="150000"/>
              </a:lnSpc>
              <a:buFont typeface="Wingdings" panose="05000000000000000000" pitchFamily="2" charset="2"/>
              <a:buChar char="Ø"/>
            </a:pPr>
            <a:r>
              <a:rPr lang="en-CA" dirty="0"/>
              <a:t>Open ‘M365_Acc_Outlook_V2’.</a:t>
            </a:r>
          </a:p>
          <a:p>
            <a:pPr>
              <a:lnSpc>
                <a:spcPct val="150000"/>
              </a:lnSpc>
              <a:buFont typeface="Wingdings" panose="05000000000000000000" pitchFamily="2" charset="2"/>
              <a:buChar char="Ø"/>
            </a:pPr>
            <a:r>
              <a:rPr lang="en-CA" dirty="0"/>
              <a:t>You have five minutes to find the errors in the email.</a:t>
            </a:r>
          </a:p>
          <a:p>
            <a:pPr>
              <a:lnSpc>
                <a:spcPct val="150000"/>
              </a:lnSpc>
              <a:buFont typeface="Wingdings" panose="05000000000000000000" pitchFamily="2" charset="2"/>
              <a:buChar char="Ø"/>
            </a:pPr>
            <a:r>
              <a:rPr lang="en-CA" dirty="0"/>
              <a:t>You may list them in the chat or discuss them afterward.</a:t>
            </a:r>
          </a:p>
        </p:txBody>
      </p:sp>
      <p:sp>
        <p:nvSpPr>
          <p:cNvPr id="4" name="Footer Placeholder 3">
            <a:extLst>
              <a:ext uri="{FF2B5EF4-FFF2-40B4-BE49-F238E27FC236}">
                <a16:creationId xmlns:a16="http://schemas.microsoft.com/office/drawing/2014/main" id="{5ED4C038-5884-47FA-B743-7D3BE709044D}"/>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BDF559E4-65AA-4567-9A8B-084C4C222E65}"/>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28</a:t>
            </a:fld>
            <a:endParaRPr lang="en-US" dirty="0"/>
          </a:p>
        </p:txBody>
      </p:sp>
    </p:spTree>
    <p:extLst>
      <p:ext uri="{BB962C8B-B14F-4D97-AF65-F5344CB8AC3E}">
        <p14:creationId xmlns:p14="http://schemas.microsoft.com/office/powerpoint/2010/main" val="3408911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483348" y="1127166"/>
            <a:ext cx="9225305" cy="4057972"/>
          </a:xfrm>
          <a:custGeom>
            <a:avLst/>
            <a:gdLst>
              <a:gd name="connsiteX0" fmla="*/ 0 w 9225305"/>
              <a:gd name="connsiteY0" fmla="*/ 0 h 4057972"/>
              <a:gd name="connsiteX1" fmla="*/ 9225305 w 9225305"/>
              <a:gd name="connsiteY1" fmla="*/ 0 h 4057972"/>
              <a:gd name="connsiteX2" fmla="*/ 9225305 w 9225305"/>
              <a:gd name="connsiteY2" fmla="*/ 4057972 h 4057972"/>
              <a:gd name="connsiteX3" fmla="*/ 0 w 9225305"/>
              <a:gd name="connsiteY3" fmla="*/ 4057972 h 4057972"/>
              <a:gd name="connsiteX4" fmla="*/ 0 w 9225305"/>
              <a:gd name="connsiteY4" fmla="*/ 0 h 4057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305" h="4057972" fill="none" extrusionOk="0">
                <a:moveTo>
                  <a:pt x="0" y="0"/>
                </a:moveTo>
                <a:cubicBezTo>
                  <a:pt x="1631210" y="-49533"/>
                  <a:pt x="5412410" y="-14809"/>
                  <a:pt x="9225305" y="0"/>
                </a:cubicBezTo>
                <a:cubicBezTo>
                  <a:pt x="9312944" y="706200"/>
                  <a:pt x="9152626" y="3376879"/>
                  <a:pt x="9225305" y="4057972"/>
                </a:cubicBezTo>
                <a:cubicBezTo>
                  <a:pt x="7941670" y="4009741"/>
                  <a:pt x="4274860" y="4142427"/>
                  <a:pt x="0" y="4057972"/>
                </a:cubicBezTo>
                <a:cubicBezTo>
                  <a:pt x="-38581" y="3291190"/>
                  <a:pt x="63341" y="1565737"/>
                  <a:pt x="0" y="0"/>
                </a:cubicBezTo>
                <a:close/>
              </a:path>
              <a:path w="9225305" h="4057972" stroke="0" extrusionOk="0">
                <a:moveTo>
                  <a:pt x="0" y="0"/>
                </a:moveTo>
                <a:cubicBezTo>
                  <a:pt x="2051529" y="118645"/>
                  <a:pt x="7432640" y="116012"/>
                  <a:pt x="9225305" y="0"/>
                </a:cubicBezTo>
                <a:cubicBezTo>
                  <a:pt x="9092423" y="2001653"/>
                  <a:pt x="9310256" y="3585433"/>
                  <a:pt x="9225305" y="4057972"/>
                </a:cubicBezTo>
                <a:cubicBezTo>
                  <a:pt x="6110505" y="4192572"/>
                  <a:pt x="4565392" y="3900776"/>
                  <a:pt x="0" y="4057972"/>
                </a:cubicBezTo>
                <a:cubicBezTo>
                  <a:pt x="-20187" y="2868957"/>
                  <a:pt x="-152480" y="1705476"/>
                  <a:pt x="0" y="0"/>
                </a:cubicBezTo>
                <a:close/>
              </a:path>
            </a:pathLst>
          </a:custGeom>
          <a:solidFill>
            <a:srgbClr val="E2EDDF"/>
          </a:solidFill>
          <a:ln w="190500" cmpd="sng">
            <a:solidFill>
              <a:schemeClr val="bg1"/>
            </a:solidFill>
            <a:extLst>
              <a:ext uri="{C807C97D-BFC1-408E-A445-0C87EB9F89A2}">
                <ask:lineSketchStyleProps xmlns:ask="http://schemas.microsoft.com/office/drawing/2018/sketchyshapes" sd="1219033472">
                  <ask:type>
                    <ask:lineSketchCurved/>
                  </ask:type>
                </ask:lineSketchStyleProps>
              </a:ext>
            </a:extLst>
          </a:ln>
        </p:spPr>
        <p:txBody>
          <a:bodyPr>
            <a:normAutofit/>
          </a:bodyPr>
          <a:lstStyle/>
          <a:p>
            <a:pPr algn="ctr"/>
            <a:r>
              <a:rPr lang="en-CA" sz="4400" dirty="0"/>
              <a:t>Best Practices for Word</a:t>
            </a:r>
            <a:endParaRPr lang="en-US" sz="4400" dirty="0"/>
          </a:p>
        </p:txBody>
      </p:sp>
      <p:sp>
        <p:nvSpPr>
          <p:cNvPr id="3" name="Footer Placeholder 3">
            <a:extLst>
              <a:ext uri="{FF2B5EF4-FFF2-40B4-BE49-F238E27FC236}">
                <a16:creationId xmlns:a16="http://schemas.microsoft.com/office/drawing/2014/main" id="{C36D4799-6DC9-4E08-8964-2F22A3907444}"/>
              </a:ext>
              <a:ext uri="{C183D7F6-B498-43B3-948B-1728B52AA6E4}">
                <adec:decorative xmlns:adec="http://schemas.microsoft.com/office/drawing/2017/decorative" val="1"/>
              </a:ext>
            </a:extLst>
          </p:cNvPr>
          <p:cNvSpPr txBox="1">
            <a:spLocks/>
          </p:cNvSpPr>
          <p:nvPr>
            <p:custDataLst>
              <p:tags r:id="rId2"/>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4" name="Slide Number Placeholder 4">
            <a:extLst>
              <a:ext uri="{FF2B5EF4-FFF2-40B4-BE49-F238E27FC236}">
                <a16:creationId xmlns:a16="http://schemas.microsoft.com/office/drawing/2014/main" id="{9E313EFF-E383-44E2-8364-489E09B0FD60}"/>
              </a:ext>
              <a:ext uri="{C183D7F6-B498-43B3-948B-1728B52AA6E4}">
                <adec:decorative xmlns:adec="http://schemas.microsoft.com/office/drawing/2017/decorative" val="1"/>
              </a:ext>
            </a:extLst>
          </p:cNvPr>
          <p:cNvSpPr txBox="1">
            <a:spLocks/>
          </p:cNvSpPr>
          <p:nvPr>
            <p:custDataLst>
              <p:tags r:id="rId3"/>
            </p:custDataLst>
          </p:nvPr>
        </p:nvSpPr>
        <p:spPr>
          <a:xfrm>
            <a:off x="8737600" y="6356351"/>
            <a:ext cx="28448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2E86C063-E22E-2E4C-A523-54089486E38F}" type="slidenum">
              <a:rPr lang="en-US" smtClean="0"/>
              <a:pPr algn="r"/>
              <a:t>29</a:t>
            </a:fld>
            <a:endParaRPr lang="en-US" dirty="0"/>
          </a:p>
        </p:txBody>
      </p:sp>
    </p:spTree>
    <p:extLst>
      <p:ext uri="{BB962C8B-B14F-4D97-AF65-F5344CB8AC3E}">
        <p14:creationId xmlns:p14="http://schemas.microsoft.com/office/powerpoint/2010/main" val="36147006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rmAutofit/>
          </a:bodyPr>
          <a:lstStyle/>
          <a:p>
            <a:r>
              <a:rPr lang="en-CA" dirty="0"/>
              <a:t>Word Section Includes</a:t>
            </a:r>
          </a:p>
        </p:txBody>
      </p:sp>
      <p:sp>
        <p:nvSpPr>
          <p:cNvPr id="3" name="Content Placeholder 2"/>
          <p:cNvSpPr>
            <a:spLocks noGrp="1"/>
          </p:cNvSpPr>
          <p:nvPr>
            <p:ph idx="1"/>
            <p:custDataLst>
              <p:tags r:id="rId2"/>
            </p:custDataLst>
          </p:nvPr>
        </p:nvSpPr>
        <p:spPr>
          <a:xfrm>
            <a:off x="609598" y="1815948"/>
            <a:ext cx="10972799" cy="3226104"/>
          </a:xfrm>
        </p:spPr>
        <p:txBody>
          <a:bodyPr numCol="2" spcCol="720000">
            <a:noAutofit/>
          </a:bodyPr>
          <a:lstStyle/>
          <a:p>
            <a:pPr>
              <a:lnSpc>
                <a:spcPct val="150000"/>
              </a:lnSpc>
              <a:buFont typeface="Wingdings" panose="05000000000000000000" pitchFamily="2" charset="2"/>
              <a:buChar char="Ø"/>
            </a:pPr>
            <a:r>
              <a:rPr lang="en-CA" dirty="0"/>
              <a:t>Heading and style</a:t>
            </a:r>
          </a:p>
          <a:p>
            <a:pPr>
              <a:lnSpc>
                <a:spcPct val="150000"/>
              </a:lnSpc>
              <a:buFont typeface="Wingdings" panose="05000000000000000000" pitchFamily="2" charset="2"/>
              <a:buChar char="Ø"/>
            </a:pPr>
            <a:r>
              <a:rPr lang="en-CA" dirty="0"/>
              <a:t>Table	</a:t>
            </a:r>
          </a:p>
          <a:p>
            <a:pPr>
              <a:lnSpc>
                <a:spcPct val="150000"/>
              </a:lnSpc>
              <a:buFont typeface="Wingdings" panose="05000000000000000000" pitchFamily="2" charset="2"/>
              <a:buChar char="Ø"/>
            </a:pPr>
            <a:r>
              <a:rPr lang="en-CA" dirty="0"/>
              <a:t>Alternative text for non-text object</a:t>
            </a:r>
          </a:p>
          <a:p>
            <a:pPr>
              <a:lnSpc>
                <a:spcPct val="150000"/>
              </a:lnSpc>
              <a:buFont typeface="Wingdings" panose="05000000000000000000" pitchFamily="2" charset="2"/>
              <a:buChar char="Ø"/>
            </a:pPr>
            <a:r>
              <a:rPr lang="en-CA" dirty="0"/>
              <a:t>Accessibility checker</a:t>
            </a:r>
          </a:p>
          <a:p>
            <a:pPr>
              <a:lnSpc>
                <a:spcPct val="150000"/>
              </a:lnSpc>
              <a:buFont typeface="Wingdings" panose="05000000000000000000" pitchFamily="2" charset="2"/>
              <a:buChar char="Ø"/>
            </a:pPr>
            <a:r>
              <a:rPr lang="en-CA" dirty="0"/>
              <a:t>Readability statistics</a:t>
            </a:r>
          </a:p>
          <a:p>
            <a:pPr>
              <a:lnSpc>
                <a:spcPct val="150000"/>
              </a:lnSpc>
              <a:buFont typeface="Wingdings" panose="05000000000000000000" pitchFamily="2" charset="2"/>
              <a:buChar char="Ø"/>
            </a:pPr>
            <a:r>
              <a:rPr lang="en-CA" dirty="0"/>
              <a:t>Hands-on exercise</a:t>
            </a:r>
          </a:p>
        </p:txBody>
      </p:sp>
      <p:sp>
        <p:nvSpPr>
          <p:cNvPr id="4" name="Footer Placeholder 3">
            <a:extLst>
              <a:ext uri="{FF2B5EF4-FFF2-40B4-BE49-F238E27FC236}">
                <a16:creationId xmlns:a16="http://schemas.microsoft.com/office/drawing/2014/main" id="{F2203084-8608-42B9-B67E-726214D7CC86}"/>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99F0B555-E060-43B9-AD76-EE18DBFBD475}"/>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30</a:t>
            </a:fld>
            <a:endParaRPr lang="en-US" dirty="0"/>
          </a:p>
        </p:txBody>
      </p:sp>
    </p:spTree>
    <p:extLst>
      <p:ext uri="{BB962C8B-B14F-4D97-AF65-F5344CB8AC3E}">
        <p14:creationId xmlns:p14="http://schemas.microsoft.com/office/powerpoint/2010/main" val="40242994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594360" y="210828"/>
            <a:ext cx="9911071" cy="837685"/>
          </a:xfrm>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rmAutofit/>
          </a:bodyPr>
          <a:lstStyle/>
          <a:p>
            <a:r>
              <a:rPr lang="en-CA" dirty="0"/>
              <a:t>Heading and Style</a:t>
            </a:r>
          </a:p>
        </p:txBody>
      </p:sp>
      <p:sp>
        <p:nvSpPr>
          <p:cNvPr id="3" name="Content"/>
          <p:cNvSpPr>
            <a:spLocks noGrp="1"/>
          </p:cNvSpPr>
          <p:nvPr>
            <p:ph idx="1"/>
            <p:custDataLst>
              <p:tags r:id="rId2"/>
            </p:custDataLst>
          </p:nvPr>
        </p:nvSpPr>
        <p:spPr>
          <a:xfrm>
            <a:off x="594360" y="1048513"/>
            <a:ext cx="10988040" cy="5052255"/>
          </a:xfrm>
        </p:spPr>
        <p:txBody>
          <a:bodyPr anchor="t" anchorCtr="0">
            <a:noAutofit/>
          </a:bodyPr>
          <a:lstStyle/>
          <a:p>
            <a:pPr marL="0" indent="0">
              <a:lnSpc>
                <a:spcPct val="150000"/>
              </a:lnSpc>
              <a:buNone/>
            </a:pPr>
            <a:r>
              <a:rPr lang="en-CA" sz="3000" dirty="0"/>
              <a:t>Using </a:t>
            </a:r>
            <a:r>
              <a:rPr lang="en-CA" dirty="0"/>
              <a:t>heading and style </a:t>
            </a:r>
            <a:r>
              <a:rPr lang="en-CA" sz="3000" dirty="0"/>
              <a:t>creates structure and improves the accessibility and readability of your document. Proper heading order is important for screen readers to help them navigate the document. For example:</a:t>
            </a:r>
          </a:p>
          <a:p>
            <a:pPr marL="800100" lvl="2" indent="0">
              <a:buNone/>
            </a:pPr>
            <a:r>
              <a:rPr lang="en-CA" dirty="0"/>
              <a:t>Heading 1</a:t>
            </a:r>
          </a:p>
          <a:p>
            <a:pPr marL="400050" lvl="1" indent="0">
              <a:buNone/>
            </a:pPr>
            <a:r>
              <a:rPr lang="en-CA" sz="3000" dirty="0"/>
              <a:t>		Heading 2</a:t>
            </a:r>
          </a:p>
          <a:p>
            <a:pPr marL="400050" lvl="1" indent="0">
              <a:buNone/>
            </a:pPr>
            <a:r>
              <a:rPr lang="en-CA" sz="3000" dirty="0"/>
              <a:t>			Heading 3</a:t>
            </a:r>
          </a:p>
          <a:p>
            <a:pPr marL="400050" lvl="1" indent="0">
              <a:buNone/>
            </a:pPr>
            <a:r>
              <a:rPr lang="en-CA" sz="3000" dirty="0"/>
              <a:t>			Heading 3</a:t>
            </a:r>
          </a:p>
        </p:txBody>
      </p:sp>
      <p:sp>
        <p:nvSpPr>
          <p:cNvPr id="4" name="Footer Placeholder 3">
            <a:extLst>
              <a:ext uri="{FF2B5EF4-FFF2-40B4-BE49-F238E27FC236}">
                <a16:creationId xmlns:a16="http://schemas.microsoft.com/office/drawing/2014/main" id="{DD873E01-F1B4-4054-8B74-DA37AD379FFF}"/>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787AF8C4-688A-4BE8-BDD9-EA37C3A015BE}"/>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31</a:t>
            </a:fld>
            <a:endParaRPr lang="en-US" dirty="0"/>
          </a:p>
        </p:txBody>
      </p:sp>
    </p:spTree>
    <p:extLst>
      <p:ext uri="{BB962C8B-B14F-4D97-AF65-F5344CB8AC3E}">
        <p14:creationId xmlns:p14="http://schemas.microsoft.com/office/powerpoint/2010/main" val="18677943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563880" y="289879"/>
            <a:ext cx="10582183" cy="626099"/>
          </a:xfrm>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Autofit/>
          </a:bodyPr>
          <a:lstStyle/>
          <a:p>
            <a:r>
              <a:rPr lang="en-CA" dirty="0"/>
              <a:t>Why Use Heading and Style?</a:t>
            </a:r>
          </a:p>
        </p:txBody>
      </p:sp>
      <p:sp>
        <p:nvSpPr>
          <p:cNvPr id="3" name="Content"/>
          <p:cNvSpPr>
            <a:spLocks noGrp="1"/>
          </p:cNvSpPr>
          <p:nvPr>
            <p:ph type="body" idx="1"/>
            <p:custDataLst>
              <p:tags r:id="rId2"/>
            </p:custDataLst>
          </p:nvPr>
        </p:nvSpPr>
        <p:spPr>
          <a:xfrm>
            <a:off x="563880" y="1087396"/>
            <a:ext cx="10988040" cy="1608407"/>
          </a:xfrm>
        </p:spPr>
        <p:txBody>
          <a:bodyPr anchor="t" anchorCtr="0">
            <a:noAutofit/>
          </a:bodyPr>
          <a:lstStyle/>
          <a:p>
            <a:pPr>
              <a:lnSpc>
                <a:spcPct val="150000"/>
              </a:lnSpc>
            </a:pPr>
            <a:r>
              <a:rPr lang="en-CA" sz="3000" b="0" dirty="0"/>
              <a:t>If someone has difficulties reading text in blue, for example, built-in styles can be changed to better fit their needs.</a:t>
            </a:r>
          </a:p>
        </p:txBody>
      </p:sp>
      <p:grpSp>
        <p:nvGrpSpPr>
          <p:cNvPr id="4" name="Group 1" descr="Screen capture of with text  'original built-in styles' and an image of the heading styles 1,2  and 3."/>
          <p:cNvGrpSpPr/>
          <p:nvPr>
            <p:custDataLst>
              <p:tags r:id="rId3"/>
            </p:custDataLst>
          </p:nvPr>
        </p:nvGrpSpPr>
        <p:grpSpPr>
          <a:xfrm>
            <a:off x="1116227" y="2695803"/>
            <a:ext cx="3834290" cy="3333015"/>
            <a:chOff x="1386507" y="3287706"/>
            <a:chExt cx="2234648" cy="2444181"/>
          </a:xfrm>
        </p:grpSpPr>
        <p:sp>
          <p:nvSpPr>
            <p:cNvPr id="6" name="TextBox 1" descr="original styles"/>
            <p:cNvSpPr txBox="1"/>
            <p:nvPr/>
          </p:nvSpPr>
          <p:spPr>
            <a:xfrm>
              <a:off x="1386507" y="3287706"/>
              <a:ext cx="1946135" cy="705414"/>
            </a:xfrm>
            <a:prstGeom prst="rect">
              <a:avLst/>
            </a:prstGeom>
            <a:noFill/>
          </p:spPr>
          <p:txBody>
            <a:bodyPr wrap="square" rtlCol="0" anchor="ctr">
              <a:spAutoFit/>
            </a:bodyPr>
            <a:lstStyle/>
            <a:p>
              <a:r>
                <a:rPr lang="en-CA" sz="3000" b="1" dirty="0"/>
                <a:t>Original built-in styles</a:t>
              </a:r>
            </a:p>
          </p:txBody>
        </p:sp>
        <p:pic>
          <p:nvPicPr>
            <p:cNvPr id="5" name="Image 1" descr="original styles&#10;Heading 1&#10;Heading 2&#10;Heading 3"/>
            <p:cNvPicPr>
              <a:picLocks noChangeAspect="1"/>
            </p:cNvPicPr>
            <p:nvPr/>
          </p:nvPicPr>
          <p:blipFill>
            <a:blip r:embed="rId9"/>
            <a:stretch>
              <a:fillRect/>
            </a:stretch>
          </p:blipFill>
          <p:spPr>
            <a:xfrm>
              <a:off x="1386507" y="3993120"/>
              <a:ext cx="2234648" cy="1738767"/>
            </a:xfrm>
            <a:prstGeom prst="rect">
              <a:avLst/>
            </a:prstGeom>
          </p:spPr>
        </p:pic>
      </p:grpSp>
      <p:grpSp>
        <p:nvGrpSpPr>
          <p:cNvPr id="7" name="Group 2" descr="Screen capture modified built-in styles' showing styles 1 with yellow text and black background, (font 18 points). the is Style  2 with text in yellow and black background  (font 16 points) and style 3 with text in black and yellow background (font 14 points)"/>
          <p:cNvGrpSpPr/>
          <p:nvPr>
            <p:custDataLst>
              <p:tags r:id="rId4"/>
            </p:custDataLst>
          </p:nvPr>
        </p:nvGrpSpPr>
        <p:grpSpPr>
          <a:xfrm>
            <a:off x="6351592" y="2648568"/>
            <a:ext cx="3808408" cy="3397903"/>
            <a:chOff x="4842044" y="3531663"/>
            <a:chExt cx="2742803" cy="2709831"/>
          </a:xfrm>
        </p:grpSpPr>
        <p:pic>
          <p:nvPicPr>
            <p:cNvPr id="10" name="image 2" descr="Modified styles : yellow and black"/>
            <p:cNvPicPr>
              <a:picLocks noChangeAspect="1"/>
            </p:cNvPicPr>
            <p:nvPr/>
          </p:nvPicPr>
          <p:blipFill>
            <a:blip r:embed="rId10"/>
            <a:stretch>
              <a:fillRect/>
            </a:stretch>
          </p:blipFill>
          <p:spPr>
            <a:xfrm>
              <a:off x="4888345" y="4163288"/>
              <a:ext cx="2650201" cy="2078206"/>
            </a:xfrm>
            <a:prstGeom prst="rect">
              <a:avLst/>
            </a:prstGeom>
          </p:spPr>
        </p:pic>
        <p:sp>
          <p:nvSpPr>
            <p:cNvPr id="20" name="TextBox 2"/>
            <p:cNvSpPr txBox="1"/>
            <p:nvPr/>
          </p:nvSpPr>
          <p:spPr>
            <a:xfrm>
              <a:off x="4842044" y="3531663"/>
              <a:ext cx="2742803" cy="809992"/>
            </a:xfrm>
            <a:prstGeom prst="rect">
              <a:avLst/>
            </a:prstGeom>
            <a:noFill/>
          </p:spPr>
          <p:txBody>
            <a:bodyPr wrap="square" rtlCol="0">
              <a:spAutoFit/>
            </a:bodyPr>
            <a:lstStyle/>
            <a:p>
              <a:r>
                <a:rPr lang="en-CA" sz="3000" b="1" dirty="0"/>
                <a:t>Modified built-in styles</a:t>
              </a:r>
            </a:p>
          </p:txBody>
        </p:sp>
      </p:grpSp>
      <p:sp>
        <p:nvSpPr>
          <p:cNvPr id="8" name="Footer Placeholder 7">
            <a:extLst>
              <a:ext uri="{FF2B5EF4-FFF2-40B4-BE49-F238E27FC236}">
                <a16:creationId xmlns:a16="http://schemas.microsoft.com/office/drawing/2014/main" id="{D160E652-CC43-4131-883C-3EACB71047A8}"/>
              </a:ext>
              <a:ext uri="{C183D7F6-B498-43B3-948B-1728B52AA6E4}">
                <adec:decorative xmlns:adec="http://schemas.microsoft.com/office/drawing/2017/decorative" val="1"/>
              </a:ext>
            </a:extLst>
          </p:cNvPr>
          <p:cNvSpPr>
            <a:spLocks noGrp="1"/>
          </p:cNvSpPr>
          <p:nvPr>
            <p:ph type="ftr" sz="quarter" idx="11"/>
            <p:custDataLst>
              <p:tags r:id="rId5"/>
            </p:custDataLst>
          </p:nvPr>
        </p:nvSpPr>
        <p:spPr>
          <a:xfrm>
            <a:off x="3048000" y="6436297"/>
            <a:ext cx="6096001" cy="287256"/>
          </a:xfrm>
        </p:spPr>
        <p:txBody>
          <a:bodyPr/>
          <a:lstStyle/>
          <a:p>
            <a:r>
              <a:rPr lang="en-CA" dirty="0"/>
              <a:t>Making Technology work for everyone!</a:t>
            </a:r>
            <a:endParaRPr lang="en-US" dirty="0"/>
          </a:p>
        </p:txBody>
      </p:sp>
      <p:sp>
        <p:nvSpPr>
          <p:cNvPr id="9" name="Slide Number Placeholder 8">
            <a:extLst>
              <a:ext uri="{FF2B5EF4-FFF2-40B4-BE49-F238E27FC236}">
                <a16:creationId xmlns:a16="http://schemas.microsoft.com/office/drawing/2014/main" id="{A4AD751D-9754-4ACB-8985-FFD8916C5E99}"/>
              </a:ext>
              <a:ext uri="{C183D7F6-B498-43B3-948B-1728B52AA6E4}">
                <adec:decorative xmlns:adec="http://schemas.microsoft.com/office/drawing/2017/decorative" val="1"/>
              </a:ext>
            </a:extLst>
          </p:cNvPr>
          <p:cNvSpPr>
            <a:spLocks noGrp="1"/>
          </p:cNvSpPr>
          <p:nvPr>
            <p:ph type="sldNum" sz="quarter" idx="12"/>
            <p:custDataLst>
              <p:tags r:id="rId6"/>
            </p:custDataLst>
          </p:nvPr>
        </p:nvSpPr>
        <p:spPr/>
        <p:txBody>
          <a:bodyPr/>
          <a:lstStyle/>
          <a:p>
            <a:fld id="{2E86C063-E22E-2E4C-A523-54089486E38F}" type="slidenum">
              <a:rPr lang="en-US" smtClean="0"/>
              <a:pPr/>
              <a:t>32</a:t>
            </a:fld>
            <a:endParaRPr lang="en-US" dirty="0"/>
          </a:p>
        </p:txBody>
      </p:sp>
    </p:spTree>
    <p:extLst>
      <p:ext uri="{BB962C8B-B14F-4D97-AF65-F5344CB8AC3E}">
        <p14:creationId xmlns:p14="http://schemas.microsoft.com/office/powerpoint/2010/main" val="10313482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9600" y="244820"/>
            <a:ext cx="10972800" cy="1143000"/>
          </a:xfrm>
        </p:spPr>
        <p:txBody>
          <a:bodyPr>
            <a:normAutofit/>
          </a:bodyPr>
          <a:lstStyle/>
          <a:p>
            <a:r>
              <a:rPr lang="en-CA" dirty="0"/>
              <a:t>Avoid Custom Styles</a:t>
            </a:r>
          </a:p>
        </p:txBody>
      </p:sp>
      <p:sp>
        <p:nvSpPr>
          <p:cNvPr id="3" name="Content Placeholder 2"/>
          <p:cNvSpPr>
            <a:spLocks noGrp="1"/>
          </p:cNvSpPr>
          <p:nvPr>
            <p:ph idx="1"/>
            <p:custDataLst>
              <p:tags r:id="rId2"/>
            </p:custDataLst>
          </p:nvPr>
        </p:nvSpPr>
        <p:spPr>
          <a:xfrm>
            <a:off x="609600" y="1880298"/>
            <a:ext cx="10972800" cy="3314381"/>
          </a:xfrm>
        </p:spPr>
        <p:txBody>
          <a:bodyPr>
            <a:normAutofit/>
          </a:bodyPr>
          <a:lstStyle/>
          <a:p>
            <a:pPr>
              <a:lnSpc>
                <a:spcPct val="150000"/>
              </a:lnSpc>
              <a:buFont typeface="Wingdings" panose="05000000000000000000" pitchFamily="2" charset="2"/>
              <a:buChar char="Ø"/>
            </a:pPr>
            <a:r>
              <a:rPr lang="en-CA" dirty="0"/>
              <a:t>‘Created Styles’ (that are </a:t>
            </a:r>
            <a:r>
              <a:rPr lang="en-CA" b="1" dirty="0"/>
              <a:t>not based</a:t>
            </a:r>
            <a:r>
              <a:rPr lang="en-CA" dirty="0"/>
              <a:t> on built-in styles) will not be treated as headings and may not be recognized by adaptive technology.</a:t>
            </a:r>
          </a:p>
          <a:p>
            <a:pPr>
              <a:lnSpc>
                <a:spcPct val="150000"/>
              </a:lnSpc>
              <a:buFont typeface="Wingdings" panose="05000000000000000000" pitchFamily="2" charset="2"/>
              <a:buChar char="Ø"/>
            </a:pPr>
            <a:r>
              <a:rPr lang="en-CA" dirty="0"/>
              <a:t>Instead, modify existing built-in styles to better fit your needs.</a:t>
            </a:r>
          </a:p>
        </p:txBody>
      </p:sp>
      <p:sp>
        <p:nvSpPr>
          <p:cNvPr id="4" name="Footer Placeholder 3">
            <a:extLst>
              <a:ext uri="{FF2B5EF4-FFF2-40B4-BE49-F238E27FC236}">
                <a16:creationId xmlns:a16="http://schemas.microsoft.com/office/drawing/2014/main" id="{2186B172-24C1-4792-B9C1-3E2AF7B66CCB}"/>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AFEB3033-4362-4A44-B92E-4E73A61B52E9}"/>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33</a:t>
            </a:fld>
            <a:endParaRPr lang="en-US" dirty="0"/>
          </a:p>
        </p:txBody>
      </p:sp>
    </p:spTree>
    <p:extLst>
      <p:ext uri="{BB962C8B-B14F-4D97-AF65-F5344CB8AC3E}">
        <p14:creationId xmlns:p14="http://schemas.microsoft.com/office/powerpoint/2010/main" val="31046021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76377" y="350139"/>
            <a:ext cx="10744622" cy="959802"/>
          </a:xfrm>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Autofit/>
          </a:bodyPr>
          <a:lstStyle/>
          <a:p>
            <a:r>
              <a:rPr lang="en-CA" dirty="0"/>
              <a:t>Apply Heading Style</a:t>
            </a:r>
          </a:p>
        </p:txBody>
      </p:sp>
      <p:pic>
        <p:nvPicPr>
          <p:cNvPr id="7" name="Picture 6" descr="Screen capture of Styles group">
            <a:extLst>
              <a:ext uri="{FF2B5EF4-FFF2-40B4-BE49-F238E27FC236}">
                <a16:creationId xmlns:a16="http://schemas.microsoft.com/office/drawing/2014/main" id="{A008CEAC-A7AB-40C9-8B9C-4979408171F5}"/>
              </a:ext>
            </a:extLst>
          </p:cNvPr>
          <p:cNvPicPr>
            <a:picLocks noChangeAspect="1"/>
          </p:cNvPicPr>
          <p:nvPr>
            <p:custDataLst>
              <p:tags r:id="rId2"/>
            </p:custDataLst>
          </p:nvPr>
        </p:nvPicPr>
        <p:blipFill>
          <a:blip r:embed="rId8"/>
          <a:stretch>
            <a:fillRect/>
          </a:stretch>
        </p:blipFill>
        <p:spPr>
          <a:xfrm>
            <a:off x="6557811" y="350139"/>
            <a:ext cx="4943475" cy="962025"/>
          </a:xfrm>
          <a:prstGeom prst="rect">
            <a:avLst/>
          </a:prstGeom>
        </p:spPr>
      </p:pic>
      <p:sp>
        <p:nvSpPr>
          <p:cNvPr id="3" name="Content"/>
          <p:cNvSpPr>
            <a:spLocks noGrp="1"/>
          </p:cNvSpPr>
          <p:nvPr>
            <p:ph type="body" idx="1"/>
            <p:custDataLst>
              <p:tags r:id="rId3"/>
            </p:custDataLst>
          </p:nvPr>
        </p:nvSpPr>
        <p:spPr>
          <a:xfrm>
            <a:off x="676377" y="1509133"/>
            <a:ext cx="10847540" cy="4519960"/>
          </a:xfrm>
        </p:spPr>
        <p:txBody>
          <a:bodyPr anchor="t" anchorCtr="0">
            <a:noAutofit/>
          </a:bodyPr>
          <a:lstStyle/>
          <a:p>
            <a:pPr marL="514350" indent="-514350">
              <a:lnSpc>
                <a:spcPct val="150000"/>
              </a:lnSpc>
              <a:buFont typeface="+mj-lt"/>
              <a:buAutoNum type="arabicPeriod"/>
            </a:pPr>
            <a:r>
              <a:rPr lang="en-CA" b="0" dirty="0">
                <a:latin typeface="Arial" panose="020B0604020202020204" pitchFamily="34" charset="0"/>
                <a:cs typeface="Arial" panose="020B0604020202020204" pitchFamily="34" charset="0"/>
              </a:rPr>
              <a:t>Select ‘</a:t>
            </a:r>
            <a:r>
              <a:rPr lang="en-CA" dirty="0">
                <a:latin typeface="Arial" panose="020B0604020202020204" pitchFamily="34" charset="0"/>
                <a:cs typeface="Arial" panose="020B0604020202020204" pitchFamily="34" charset="0"/>
              </a:rPr>
              <a:t>the text’ </a:t>
            </a:r>
            <a:r>
              <a:rPr lang="en-CA" b="0" dirty="0">
                <a:latin typeface="Arial" panose="020B0604020202020204" pitchFamily="34" charset="0"/>
                <a:cs typeface="Arial" panose="020B0604020202020204" pitchFamily="34" charset="0"/>
              </a:rPr>
              <a:t>to which you want to apply a style</a:t>
            </a:r>
          </a:p>
          <a:p>
            <a:pPr marL="514350" indent="-514350">
              <a:lnSpc>
                <a:spcPct val="150000"/>
              </a:lnSpc>
              <a:buFont typeface="+mj-lt"/>
              <a:buAutoNum type="arabicPeriod"/>
            </a:pPr>
            <a:r>
              <a:rPr lang="en-CA" b="0" dirty="0">
                <a:latin typeface="Arial" panose="020B0604020202020204" pitchFamily="34" charset="0"/>
                <a:cs typeface="Arial" panose="020B0604020202020204" pitchFamily="34" charset="0"/>
              </a:rPr>
              <a:t>Select </a:t>
            </a:r>
            <a:r>
              <a:rPr lang="en-CA" dirty="0">
                <a:latin typeface="Arial" panose="020B0604020202020204" pitchFamily="34" charset="0"/>
                <a:cs typeface="Arial" panose="020B0604020202020204" pitchFamily="34" charset="0"/>
              </a:rPr>
              <a:t>Home</a:t>
            </a:r>
            <a:r>
              <a:rPr lang="en-CA" b="0" dirty="0">
                <a:latin typeface="Arial" panose="020B0604020202020204" pitchFamily="34" charset="0"/>
                <a:cs typeface="Arial" panose="020B0604020202020204" pitchFamily="34" charset="0"/>
              </a:rPr>
              <a:t> ribbon</a:t>
            </a:r>
          </a:p>
          <a:p>
            <a:pPr marL="514350" indent="-514350">
              <a:lnSpc>
                <a:spcPct val="150000"/>
              </a:lnSpc>
              <a:buFont typeface="+mj-lt"/>
              <a:buAutoNum type="arabicPeriod"/>
            </a:pPr>
            <a:r>
              <a:rPr lang="en-CA" b="0" dirty="0">
                <a:latin typeface="Arial" panose="020B0604020202020204" pitchFamily="34" charset="0"/>
                <a:cs typeface="Arial" panose="020B0604020202020204" pitchFamily="34" charset="0"/>
              </a:rPr>
              <a:t>Select a </a:t>
            </a:r>
            <a:r>
              <a:rPr lang="en-CA" dirty="0">
                <a:latin typeface="Arial" panose="020B0604020202020204" pitchFamily="34" charset="0"/>
                <a:cs typeface="Arial" panose="020B0604020202020204" pitchFamily="34" charset="0"/>
              </a:rPr>
              <a:t>Style </a:t>
            </a:r>
            <a:r>
              <a:rPr lang="en-CA" b="0" dirty="0">
                <a:latin typeface="Arial" panose="020B0604020202020204" pitchFamily="34" charset="0"/>
                <a:cs typeface="Arial" panose="020B0604020202020204" pitchFamily="34" charset="0"/>
              </a:rPr>
              <a:t>you want (such as the Heading 1), under the </a:t>
            </a:r>
            <a:r>
              <a:rPr lang="en-CA" dirty="0">
                <a:latin typeface="Arial" panose="020B0604020202020204" pitchFamily="34" charset="0"/>
                <a:cs typeface="Arial" panose="020B0604020202020204" pitchFamily="34" charset="0"/>
              </a:rPr>
              <a:t>Styles </a:t>
            </a:r>
            <a:r>
              <a:rPr lang="en-CA" b="0" dirty="0">
                <a:latin typeface="Arial" panose="020B0604020202020204" pitchFamily="34" charset="0"/>
                <a:cs typeface="Arial" panose="020B0604020202020204" pitchFamily="34" charset="0"/>
              </a:rPr>
              <a:t>section of the ribbon</a:t>
            </a:r>
          </a:p>
          <a:p>
            <a:pPr>
              <a:lnSpc>
                <a:spcPct val="150000"/>
              </a:lnSpc>
            </a:pPr>
            <a:r>
              <a:rPr lang="en-CA" dirty="0">
                <a:latin typeface="Arial" panose="020B0604020202020204" pitchFamily="34" charset="0"/>
                <a:cs typeface="Arial" panose="020B0604020202020204" pitchFamily="34" charset="0"/>
              </a:rPr>
              <a:t>Tip: </a:t>
            </a:r>
            <a:r>
              <a:rPr lang="en-CA" b="0" dirty="0">
                <a:latin typeface="Arial" panose="020B0604020202020204" pitchFamily="34" charset="0"/>
                <a:cs typeface="Arial" panose="020B0604020202020204" pitchFamily="34" charset="0"/>
              </a:rPr>
              <a:t>Avoid skipping headings like </a:t>
            </a:r>
            <a:r>
              <a:rPr lang="en-CA" sz="3000" b="0" dirty="0">
                <a:latin typeface="Arial" panose="020B0604020202020204" pitchFamily="34" charset="0"/>
                <a:cs typeface="Arial" panose="020B0604020202020204" pitchFamily="34" charset="0"/>
              </a:rPr>
              <a:t>H1-H3-H4 → H2 is missing! (H stands for heading)</a:t>
            </a:r>
          </a:p>
        </p:txBody>
      </p:sp>
      <p:sp>
        <p:nvSpPr>
          <p:cNvPr id="4" name="Footer Placeholder 3">
            <a:extLst>
              <a:ext uri="{FF2B5EF4-FFF2-40B4-BE49-F238E27FC236}">
                <a16:creationId xmlns:a16="http://schemas.microsoft.com/office/drawing/2014/main" id="{6CD8508B-88B5-4FEC-B4B3-105D24F01F98}"/>
              </a:ext>
              <a:ext uri="{C183D7F6-B498-43B3-948B-1728B52AA6E4}">
                <adec:decorative xmlns:adec="http://schemas.microsoft.com/office/drawing/2017/decorative" val="1"/>
              </a:ext>
            </a:extLst>
          </p:cNvPr>
          <p:cNvSpPr>
            <a:spLocks noGrp="1"/>
          </p:cNvSpPr>
          <p:nvPr>
            <p:ph type="ftr" sz="quarter" idx="11"/>
            <p:custDataLst>
              <p:tags r:id="rId4"/>
            </p:custDataLst>
          </p:nvPr>
        </p:nvSpPr>
        <p:spPr>
          <a:xfrm>
            <a:off x="3048000" y="6436297"/>
            <a:ext cx="6096001" cy="287256"/>
          </a:xfrm>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F948FF03-3D71-4B13-B9EB-F5F5E68C2BC0}"/>
              </a:ext>
              <a:ext uri="{C183D7F6-B498-43B3-948B-1728B52AA6E4}">
                <adec:decorative xmlns:adec="http://schemas.microsoft.com/office/drawing/2017/decorative" val="1"/>
              </a:ext>
            </a:extLst>
          </p:cNvPr>
          <p:cNvSpPr>
            <a:spLocks noGrp="1"/>
          </p:cNvSpPr>
          <p:nvPr>
            <p:ph type="sldNum" sz="quarter" idx="12"/>
            <p:custDataLst>
              <p:tags r:id="rId5"/>
            </p:custDataLst>
          </p:nvPr>
        </p:nvSpPr>
        <p:spPr/>
        <p:txBody>
          <a:bodyPr/>
          <a:lstStyle/>
          <a:p>
            <a:fld id="{2E86C063-E22E-2E4C-A523-54089486E38F}" type="slidenum">
              <a:rPr lang="en-US" smtClean="0"/>
              <a:pPr/>
              <a:t>34</a:t>
            </a:fld>
            <a:endParaRPr lang="en-US" dirty="0"/>
          </a:p>
        </p:txBody>
      </p:sp>
    </p:spTree>
    <p:extLst>
      <p:ext uri="{BB962C8B-B14F-4D97-AF65-F5344CB8AC3E}">
        <p14:creationId xmlns:p14="http://schemas.microsoft.com/office/powerpoint/2010/main" val="3302581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563671" y="274638"/>
            <a:ext cx="9509342" cy="959802"/>
          </a:xfrm>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Autofit/>
          </a:bodyPr>
          <a:lstStyle/>
          <a:p>
            <a:pPr>
              <a:lnSpc>
                <a:spcPct val="150000"/>
              </a:lnSpc>
            </a:pPr>
            <a:r>
              <a:rPr lang="en-CA" dirty="0">
                <a:cs typeface="Arial" panose="020B0604020202020204" pitchFamily="34" charset="0"/>
              </a:rPr>
              <a:t>Modify a Style</a:t>
            </a:r>
          </a:p>
        </p:txBody>
      </p:sp>
      <p:pic>
        <p:nvPicPr>
          <p:cNvPr id="7" name="Picture 6" descr="Screen capture of Modify Styles.">
            <a:extLst>
              <a:ext uri="{FF2B5EF4-FFF2-40B4-BE49-F238E27FC236}">
                <a16:creationId xmlns:a16="http://schemas.microsoft.com/office/drawing/2014/main" id="{DC1ED32F-9C08-4EB7-8486-7D2086F48EE4}"/>
              </a:ext>
            </a:extLst>
          </p:cNvPr>
          <p:cNvPicPr>
            <a:picLocks noChangeAspect="1"/>
          </p:cNvPicPr>
          <p:nvPr>
            <p:custDataLst>
              <p:tags r:id="rId2"/>
            </p:custDataLst>
          </p:nvPr>
        </p:nvPicPr>
        <p:blipFill>
          <a:blip r:embed="rId9"/>
          <a:stretch>
            <a:fillRect/>
          </a:stretch>
        </p:blipFill>
        <p:spPr>
          <a:xfrm>
            <a:off x="5384246" y="274638"/>
            <a:ext cx="5886450" cy="1228725"/>
          </a:xfrm>
          <a:prstGeom prst="rect">
            <a:avLst/>
          </a:prstGeom>
        </p:spPr>
      </p:pic>
      <p:sp>
        <p:nvSpPr>
          <p:cNvPr id="3" name="Content"/>
          <p:cNvSpPr>
            <a:spLocks noGrp="1"/>
          </p:cNvSpPr>
          <p:nvPr>
            <p:ph type="body" idx="1"/>
            <p:custDataLst>
              <p:tags r:id="rId3"/>
            </p:custDataLst>
          </p:nvPr>
        </p:nvSpPr>
        <p:spPr>
          <a:xfrm>
            <a:off x="563671" y="1471449"/>
            <a:ext cx="10985326" cy="4808857"/>
          </a:xfrm>
        </p:spPr>
        <p:txBody>
          <a:bodyPr anchor="t" anchorCtr="0">
            <a:noAutofit/>
          </a:bodyPr>
          <a:lstStyle/>
          <a:p>
            <a:pPr marL="514350" indent="-514350">
              <a:lnSpc>
                <a:spcPct val="150000"/>
              </a:lnSpc>
              <a:buFont typeface="+mj-lt"/>
              <a:buAutoNum type="arabicPeriod"/>
            </a:pPr>
            <a:r>
              <a:rPr lang="en-CA" sz="3000" b="0" dirty="0">
                <a:latin typeface="Arial" panose="020B0604020202020204" pitchFamily="34" charset="0"/>
                <a:cs typeface="Arial" panose="020B0604020202020204" pitchFamily="34" charset="0"/>
              </a:rPr>
              <a:t>Select ‘</a:t>
            </a:r>
            <a:r>
              <a:rPr lang="en-CA" sz="3000" dirty="0">
                <a:latin typeface="Arial" panose="020B0604020202020204" pitchFamily="34" charset="0"/>
                <a:cs typeface="Arial" panose="020B0604020202020204" pitchFamily="34" charset="0"/>
              </a:rPr>
              <a:t>the text’ </a:t>
            </a:r>
            <a:r>
              <a:rPr lang="en-CA" sz="3000" b="0" dirty="0">
                <a:latin typeface="Arial" panose="020B0604020202020204" pitchFamily="34" charset="0"/>
                <a:cs typeface="Arial" panose="020B0604020202020204" pitchFamily="34" charset="0"/>
              </a:rPr>
              <a:t>for which the style is already applied</a:t>
            </a:r>
          </a:p>
          <a:p>
            <a:pPr marL="514350" indent="-514350">
              <a:lnSpc>
                <a:spcPct val="150000"/>
              </a:lnSpc>
              <a:buFont typeface="+mj-lt"/>
              <a:buAutoNum type="arabicPeriod"/>
            </a:pPr>
            <a:r>
              <a:rPr lang="en-CA" sz="3000" b="0" dirty="0">
                <a:latin typeface="Arial" panose="020B0604020202020204" pitchFamily="34" charset="0"/>
                <a:cs typeface="Arial" panose="020B0604020202020204" pitchFamily="34" charset="0"/>
              </a:rPr>
              <a:t>Select the </a:t>
            </a:r>
            <a:r>
              <a:rPr lang="en-CA" sz="3000" dirty="0">
                <a:latin typeface="Arial" panose="020B0604020202020204" pitchFamily="34" charset="0"/>
                <a:cs typeface="Arial" panose="020B0604020202020204" pitchFamily="34" charset="0"/>
              </a:rPr>
              <a:t>Home</a:t>
            </a:r>
            <a:r>
              <a:rPr lang="en-CA" sz="3000" b="0" dirty="0">
                <a:latin typeface="Arial" panose="020B0604020202020204" pitchFamily="34" charset="0"/>
                <a:cs typeface="Arial" panose="020B0604020202020204" pitchFamily="34" charset="0"/>
              </a:rPr>
              <a:t> ribbon</a:t>
            </a:r>
          </a:p>
          <a:p>
            <a:pPr marL="514350" indent="-514350">
              <a:lnSpc>
                <a:spcPct val="150000"/>
              </a:lnSpc>
              <a:buFont typeface="+mj-lt"/>
              <a:buAutoNum type="arabicPeriod"/>
            </a:pPr>
            <a:r>
              <a:rPr lang="en-CA" sz="3000" b="0" dirty="0">
                <a:latin typeface="Arial" panose="020B0604020202020204" pitchFamily="34" charset="0"/>
                <a:cs typeface="Arial" panose="020B0604020202020204" pitchFamily="34" charset="0"/>
              </a:rPr>
              <a:t>Right-click on the </a:t>
            </a:r>
            <a:r>
              <a:rPr lang="en-CA" sz="3000" dirty="0">
                <a:latin typeface="Arial" panose="020B0604020202020204" pitchFamily="34" charset="0"/>
                <a:cs typeface="Arial" panose="020B0604020202020204" pitchFamily="34" charset="0"/>
              </a:rPr>
              <a:t>Style</a:t>
            </a:r>
            <a:r>
              <a:rPr lang="en-CA" sz="3000" b="0" dirty="0">
                <a:latin typeface="Arial" panose="020B0604020202020204" pitchFamily="34" charset="0"/>
                <a:cs typeface="Arial" panose="020B0604020202020204" pitchFamily="34" charset="0"/>
              </a:rPr>
              <a:t> to be altered</a:t>
            </a:r>
          </a:p>
          <a:p>
            <a:pPr marL="514350" indent="-514350">
              <a:lnSpc>
                <a:spcPct val="150000"/>
              </a:lnSpc>
              <a:buFont typeface="+mj-lt"/>
              <a:buAutoNum type="arabicPeriod"/>
            </a:pPr>
            <a:r>
              <a:rPr lang="en-CA" sz="3000" b="0" dirty="0">
                <a:latin typeface="Arial" panose="020B0604020202020204" pitchFamily="34" charset="0"/>
                <a:cs typeface="Arial" panose="020B0604020202020204" pitchFamily="34" charset="0"/>
              </a:rPr>
              <a:t>Select </a:t>
            </a:r>
            <a:r>
              <a:rPr lang="en-CA" sz="3000" dirty="0">
                <a:latin typeface="Arial" panose="020B0604020202020204" pitchFamily="34" charset="0"/>
                <a:cs typeface="Arial" panose="020B0604020202020204" pitchFamily="34" charset="0"/>
              </a:rPr>
              <a:t>Modify</a:t>
            </a:r>
            <a:endParaRPr lang="en-CA" sz="3000" b="0" dirty="0">
              <a:latin typeface="Arial" panose="020B0604020202020204" pitchFamily="34" charset="0"/>
              <a:cs typeface="Arial" panose="020B0604020202020204" pitchFamily="34" charset="0"/>
            </a:endParaRPr>
          </a:p>
          <a:p>
            <a:pPr marL="514350" indent="-514350">
              <a:lnSpc>
                <a:spcPct val="150000"/>
              </a:lnSpc>
              <a:buFont typeface="+mj-lt"/>
              <a:buAutoNum type="arabicPeriod"/>
            </a:pPr>
            <a:r>
              <a:rPr lang="en-CA" sz="3000" b="0" dirty="0">
                <a:latin typeface="Arial" panose="020B0604020202020204" pitchFamily="34" charset="0"/>
                <a:cs typeface="Arial" panose="020B0604020202020204" pitchFamily="34" charset="0"/>
              </a:rPr>
              <a:t>Change </a:t>
            </a:r>
            <a:r>
              <a:rPr lang="en-CA" sz="3000" dirty="0">
                <a:latin typeface="Arial" panose="020B0604020202020204" pitchFamily="34" charset="0"/>
                <a:cs typeface="Arial" panose="020B0604020202020204" pitchFamily="34" charset="0"/>
              </a:rPr>
              <a:t>font</a:t>
            </a:r>
            <a:r>
              <a:rPr lang="en-CA" sz="3000" b="0" dirty="0">
                <a:latin typeface="Arial" panose="020B0604020202020204" pitchFamily="34" charset="0"/>
                <a:cs typeface="Arial" panose="020B0604020202020204" pitchFamily="34" charset="0"/>
              </a:rPr>
              <a:t>, </a:t>
            </a:r>
            <a:r>
              <a:rPr lang="en-CA" sz="3000" dirty="0">
                <a:latin typeface="Arial" panose="020B0604020202020204" pitchFamily="34" charset="0"/>
                <a:cs typeface="Arial" panose="020B0604020202020204" pitchFamily="34" charset="0"/>
              </a:rPr>
              <a:t>color</a:t>
            </a:r>
            <a:r>
              <a:rPr lang="en-CA" sz="3000" b="0" dirty="0">
                <a:latin typeface="Arial" panose="020B0604020202020204" pitchFamily="34" charset="0"/>
                <a:cs typeface="Arial" panose="020B0604020202020204" pitchFamily="34" charset="0"/>
              </a:rPr>
              <a:t>, </a:t>
            </a:r>
            <a:r>
              <a:rPr lang="en-CA" sz="3000" dirty="0">
                <a:latin typeface="Arial" panose="020B0604020202020204" pitchFamily="34" charset="0"/>
                <a:cs typeface="Arial" panose="020B0604020202020204" pitchFamily="34" charset="0"/>
              </a:rPr>
              <a:t>size</a:t>
            </a:r>
            <a:r>
              <a:rPr lang="en-CA" sz="3000" b="0" dirty="0">
                <a:latin typeface="Arial" panose="020B0604020202020204" pitchFamily="34" charset="0"/>
                <a:cs typeface="Arial" panose="020B0604020202020204" pitchFamily="34" charset="0"/>
              </a:rPr>
              <a:t> (and more in Format)</a:t>
            </a:r>
          </a:p>
          <a:p>
            <a:pPr marL="514350" indent="-514350">
              <a:lnSpc>
                <a:spcPct val="150000"/>
              </a:lnSpc>
              <a:buFont typeface="+mj-lt"/>
              <a:buAutoNum type="arabicPeriod"/>
            </a:pPr>
            <a:r>
              <a:rPr lang="en-CA" sz="3000" b="0" dirty="0">
                <a:latin typeface="Arial" panose="020B0604020202020204" pitchFamily="34" charset="0"/>
                <a:cs typeface="Arial" panose="020B0604020202020204" pitchFamily="34" charset="0"/>
              </a:rPr>
              <a:t>Select </a:t>
            </a:r>
            <a:r>
              <a:rPr lang="en-CA" sz="3000" dirty="0">
                <a:latin typeface="Arial" panose="020B0604020202020204" pitchFamily="34" charset="0"/>
                <a:cs typeface="Arial" panose="020B0604020202020204" pitchFamily="34" charset="0"/>
              </a:rPr>
              <a:t>Ok</a:t>
            </a:r>
            <a:r>
              <a:rPr lang="en-CA" sz="3000" b="0" dirty="0">
                <a:latin typeface="Arial" panose="020B0604020202020204" pitchFamily="34" charset="0"/>
                <a:cs typeface="Arial" panose="020B0604020202020204" pitchFamily="34" charset="0"/>
              </a:rPr>
              <a:t> when done</a:t>
            </a:r>
          </a:p>
        </p:txBody>
      </p:sp>
      <p:graphicFrame>
        <p:nvGraphicFramePr>
          <p:cNvPr id="8" name="Object 7" descr="Screen capture of Modify Style...Format button shows more options to modify.">
            <a:extLst>
              <a:ext uri="{FF2B5EF4-FFF2-40B4-BE49-F238E27FC236}">
                <a16:creationId xmlns:a16="http://schemas.microsoft.com/office/drawing/2014/main" id="{2EAECB18-797B-4992-BCD9-D1831705D994}"/>
              </a:ext>
            </a:extLst>
          </p:cNvPr>
          <p:cNvGraphicFramePr>
            <a:graphicFrameLocks noChangeAspect="1"/>
          </p:cNvGraphicFramePr>
          <p:nvPr>
            <p:custDataLst>
              <p:tags r:id="rId4"/>
            </p:custDataLst>
            <p:extLst>
              <p:ext uri="{D42A27DB-BD31-4B8C-83A1-F6EECF244321}">
                <p14:modId xmlns:p14="http://schemas.microsoft.com/office/powerpoint/2010/main" val="1354565021"/>
              </p:ext>
            </p:extLst>
          </p:nvPr>
        </p:nvGraphicFramePr>
        <p:xfrm>
          <a:off x="10844225" y="1658596"/>
          <a:ext cx="1040801" cy="4224427"/>
        </p:xfrm>
        <a:graphic>
          <a:graphicData uri="http://schemas.openxmlformats.org/presentationml/2006/ole">
            <mc:AlternateContent xmlns:mc="http://schemas.openxmlformats.org/markup-compatibility/2006">
              <mc:Choice xmlns:v="urn:schemas-microsoft-com:vml" Requires="v">
                <p:oleObj name="Bitmap Image" r:id="rId10" imgW="1457280" imgH="5915160" progId="Paint.Picture">
                  <p:embed/>
                </p:oleObj>
              </mc:Choice>
              <mc:Fallback>
                <p:oleObj name="Bitmap Image" r:id="rId10" imgW="1457280" imgH="5915160" progId="Paint.Picture">
                  <p:embed/>
                  <p:pic>
                    <p:nvPicPr>
                      <p:cNvPr id="8" name="Object 7" descr="Screen capture of Modify Style...Format button shows more options to modify.">
                        <a:extLst>
                          <a:ext uri="{FF2B5EF4-FFF2-40B4-BE49-F238E27FC236}">
                            <a16:creationId xmlns:a16="http://schemas.microsoft.com/office/drawing/2014/main" id="{2EAECB18-797B-4992-BCD9-D1831705D994}"/>
                          </a:ext>
                        </a:extLst>
                      </p:cNvPr>
                      <p:cNvPicPr/>
                      <p:nvPr/>
                    </p:nvPicPr>
                    <p:blipFill>
                      <a:blip r:embed="rId11"/>
                      <a:stretch>
                        <a:fillRect/>
                      </a:stretch>
                    </p:blipFill>
                    <p:spPr>
                      <a:xfrm>
                        <a:off x="10844225" y="1658596"/>
                        <a:ext cx="1040801" cy="4224427"/>
                      </a:xfrm>
                      <a:prstGeom prst="rect">
                        <a:avLst/>
                      </a:prstGeom>
                    </p:spPr>
                  </p:pic>
                </p:oleObj>
              </mc:Fallback>
            </mc:AlternateContent>
          </a:graphicData>
        </a:graphic>
      </p:graphicFrame>
      <p:sp>
        <p:nvSpPr>
          <p:cNvPr id="4" name="Footer Placeholder 3">
            <a:extLst>
              <a:ext uri="{FF2B5EF4-FFF2-40B4-BE49-F238E27FC236}">
                <a16:creationId xmlns:a16="http://schemas.microsoft.com/office/drawing/2014/main" id="{9F39B0E0-8647-47A3-A4A8-57E769B0BFC9}"/>
              </a:ext>
              <a:ext uri="{C183D7F6-B498-43B3-948B-1728B52AA6E4}">
                <adec:decorative xmlns:adec="http://schemas.microsoft.com/office/drawing/2017/decorative" val="1"/>
              </a:ext>
            </a:extLst>
          </p:cNvPr>
          <p:cNvSpPr>
            <a:spLocks noGrp="1"/>
          </p:cNvSpPr>
          <p:nvPr>
            <p:ph type="ftr" sz="quarter" idx="11"/>
            <p:custDataLst>
              <p:tags r:id="rId5"/>
            </p:custDataLst>
          </p:nvPr>
        </p:nvSpPr>
        <p:spPr>
          <a:xfrm>
            <a:off x="3048000" y="6436297"/>
            <a:ext cx="6096001" cy="287256"/>
          </a:xfrm>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20B34649-7795-4298-BE37-82234C05E305}"/>
              </a:ext>
              <a:ext uri="{C183D7F6-B498-43B3-948B-1728B52AA6E4}">
                <adec:decorative xmlns:adec="http://schemas.microsoft.com/office/drawing/2017/decorative" val="1"/>
              </a:ext>
            </a:extLst>
          </p:cNvPr>
          <p:cNvSpPr>
            <a:spLocks noGrp="1"/>
          </p:cNvSpPr>
          <p:nvPr>
            <p:ph type="sldNum" sz="quarter" idx="12"/>
            <p:custDataLst>
              <p:tags r:id="rId6"/>
            </p:custDataLst>
          </p:nvPr>
        </p:nvSpPr>
        <p:spPr/>
        <p:txBody>
          <a:bodyPr/>
          <a:lstStyle/>
          <a:p>
            <a:fld id="{2E86C063-E22E-2E4C-A523-54089486E38F}" type="slidenum">
              <a:rPr lang="en-US" smtClean="0"/>
              <a:pPr/>
              <a:t>35</a:t>
            </a:fld>
            <a:endParaRPr lang="en-US" dirty="0"/>
          </a:p>
        </p:txBody>
      </p:sp>
    </p:spTree>
    <p:extLst>
      <p:ext uri="{BB962C8B-B14F-4D97-AF65-F5344CB8AC3E}">
        <p14:creationId xmlns:p14="http://schemas.microsoft.com/office/powerpoint/2010/main" val="28783709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38827" y="274638"/>
            <a:ext cx="9571971" cy="715066"/>
          </a:xfrm>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Autofit/>
          </a:bodyPr>
          <a:lstStyle/>
          <a:p>
            <a:r>
              <a:rPr lang="en-CA" dirty="0">
                <a:cs typeface="Arial" panose="020B0604020202020204" pitchFamily="34" charset="0"/>
              </a:rPr>
              <a:t>Use the Navigation Pane</a:t>
            </a:r>
          </a:p>
        </p:txBody>
      </p:sp>
      <p:sp>
        <p:nvSpPr>
          <p:cNvPr id="3" name="Content"/>
          <p:cNvSpPr>
            <a:spLocks noGrp="1"/>
          </p:cNvSpPr>
          <p:nvPr>
            <p:ph type="body" idx="1"/>
            <p:custDataLst>
              <p:tags r:id="rId2"/>
            </p:custDataLst>
          </p:nvPr>
        </p:nvSpPr>
        <p:spPr>
          <a:xfrm>
            <a:off x="638828" y="989705"/>
            <a:ext cx="7014957" cy="5076158"/>
          </a:xfrm>
        </p:spPr>
        <p:txBody>
          <a:bodyPr anchor="t" anchorCtr="0">
            <a:noAutofit/>
          </a:bodyPr>
          <a:lstStyle/>
          <a:p>
            <a:pPr>
              <a:lnSpc>
                <a:spcPct val="150000"/>
              </a:lnSpc>
            </a:pPr>
            <a:r>
              <a:rPr lang="en-CA" sz="3000" b="0" dirty="0">
                <a:latin typeface="Arial" panose="020B0604020202020204" pitchFamily="34" charset="0"/>
                <a:cs typeface="Arial" panose="020B0604020202020204" pitchFamily="34" charset="0"/>
              </a:rPr>
              <a:t>To quickly review and validate levels of headings in your document:</a:t>
            </a:r>
          </a:p>
          <a:p>
            <a:pPr marL="514350" indent="-514350">
              <a:lnSpc>
                <a:spcPct val="150000"/>
              </a:lnSpc>
              <a:buFont typeface="+mj-lt"/>
              <a:buAutoNum type="arabicPeriod"/>
            </a:pPr>
            <a:r>
              <a:rPr lang="en-CA" sz="3000" b="0" dirty="0">
                <a:latin typeface="Arial" panose="020B0604020202020204" pitchFamily="34" charset="0"/>
                <a:cs typeface="Arial" panose="020B0604020202020204" pitchFamily="34" charset="0"/>
              </a:rPr>
              <a:t>From the </a:t>
            </a:r>
            <a:r>
              <a:rPr lang="en-CA" sz="3000" dirty="0">
                <a:latin typeface="Arial" panose="020B0604020202020204" pitchFamily="34" charset="0"/>
                <a:cs typeface="Arial" panose="020B0604020202020204" pitchFamily="34" charset="0"/>
              </a:rPr>
              <a:t>View</a:t>
            </a:r>
            <a:r>
              <a:rPr lang="en-CA" sz="3000" b="0" dirty="0">
                <a:latin typeface="Arial" panose="020B0604020202020204" pitchFamily="34" charset="0"/>
                <a:cs typeface="Arial" panose="020B0604020202020204" pitchFamily="34" charset="0"/>
              </a:rPr>
              <a:t> ribbon</a:t>
            </a:r>
          </a:p>
          <a:p>
            <a:pPr marL="514350" indent="-514350">
              <a:buFont typeface="+mj-lt"/>
              <a:buAutoNum type="arabicPeriod"/>
            </a:pPr>
            <a:r>
              <a:rPr lang="en-CA" sz="3000" b="0" dirty="0">
                <a:latin typeface="Arial" panose="020B0604020202020204" pitchFamily="34" charset="0"/>
                <a:cs typeface="Arial" panose="020B0604020202020204" pitchFamily="34" charset="0"/>
              </a:rPr>
              <a:t>Select </a:t>
            </a:r>
            <a:r>
              <a:rPr lang="en-CA" sz="3000" dirty="0">
                <a:latin typeface="Arial" panose="020B0604020202020204" pitchFamily="34" charset="0"/>
                <a:cs typeface="Arial" panose="020B0604020202020204" pitchFamily="34" charset="0"/>
              </a:rPr>
              <a:t>Navigation</a:t>
            </a:r>
            <a:r>
              <a:rPr lang="en-CA" sz="3000" b="0" dirty="0">
                <a:latin typeface="Arial" panose="020B0604020202020204" pitchFamily="34" charset="0"/>
                <a:cs typeface="Arial" panose="020B0604020202020204" pitchFamily="34" charset="0"/>
              </a:rPr>
              <a:t> </a:t>
            </a:r>
            <a:r>
              <a:rPr lang="en-CA" sz="3000" dirty="0">
                <a:latin typeface="Arial" panose="020B0604020202020204" pitchFamily="34" charset="0"/>
                <a:cs typeface="Arial" panose="020B0604020202020204" pitchFamily="34" charset="0"/>
              </a:rPr>
              <a:t>Pane</a:t>
            </a:r>
          </a:p>
          <a:p>
            <a:endParaRPr lang="en-CA" sz="3000" b="0" dirty="0">
              <a:latin typeface="Arial" panose="020B0604020202020204" pitchFamily="34" charset="0"/>
              <a:cs typeface="Arial" panose="020B0604020202020204" pitchFamily="34" charset="0"/>
            </a:endParaRPr>
          </a:p>
          <a:p>
            <a:pPr>
              <a:lnSpc>
                <a:spcPct val="150000"/>
              </a:lnSpc>
            </a:pPr>
            <a:r>
              <a:rPr lang="en-CA" sz="3000" dirty="0">
                <a:latin typeface="Arial" panose="020B0604020202020204" pitchFamily="34" charset="0"/>
                <a:cs typeface="Arial" panose="020B0604020202020204" pitchFamily="34" charset="0"/>
              </a:rPr>
              <a:t>Tip</a:t>
            </a:r>
            <a:r>
              <a:rPr lang="en-CA" sz="3000" b="0" dirty="0">
                <a:latin typeface="Arial" panose="020B0604020202020204" pitchFamily="34" charset="0"/>
                <a:cs typeface="Arial" panose="020B0604020202020204" pitchFamily="34" charset="0"/>
              </a:rPr>
              <a:t>: Lets you jump to a specific location in a document.</a:t>
            </a:r>
          </a:p>
        </p:txBody>
      </p:sp>
      <p:pic>
        <p:nvPicPr>
          <p:cNvPr id="6" name="Picture 5" descr="Screen capture of Navigation Pane displaying heading styles. Link to document in speaker notes&#10;">
            <a:extLst>
              <a:ext uri="{FF2B5EF4-FFF2-40B4-BE49-F238E27FC236}">
                <a16:creationId xmlns:a16="http://schemas.microsoft.com/office/drawing/2014/main" id="{67995A07-8547-4192-B2EC-B04B2D3D270D}"/>
              </a:ext>
            </a:extLst>
          </p:cNvPr>
          <p:cNvPicPr>
            <a:picLocks noChangeAspect="1"/>
          </p:cNvPicPr>
          <p:nvPr>
            <p:custDataLst>
              <p:tags r:id="rId3"/>
            </p:custDataLst>
          </p:nvPr>
        </p:nvPicPr>
        <p:blipFill>
          <a:blip r:embed="rId8"/>
          <a:stretch>
            <a:fillRect/>
          </a:stretch>
        </p:blipFill>
        <p:spPr>
          <a:xfrm>
            <a:off x="7653785" y="851770"/>
            <a:ext cx="3988263" cy="5247661"/>
          </a:xfrm>
          <a:prstGeom prst="rect">
            <a:avLst/>
          </a:prstGeom>
        </p:spPr>
      </p:pic>
      <p:sp>
        <p:nvSpPr>
          <p:cNvPr id="4" name="Footer Placeholder 3">
            <a:extLst>
              <a:ext uri="{FF2B5EF4-FFF2-40B4-BE49-F238E27FC236}">
                <a16:creationId xmlns:a16="http://schemas.microsoft.com/office/drawing/2014/main" id="{2D8DB8FC-1C46-4EE1-B53E-CDC4DD7390A1}"/>
              </a:ext>
              <a:ext uri="{C183D7F6-B498-43B3-948B-1728B52AA6E4}">
                <adec:decorative xmlns:adec="http://schemas.microsoft.com/office/drawing/2017/decorative" val="1"/>
              </a:ext>
            </a:extLst>
          </p:cNvPr>
          <p:cNvSpPr>
            <a:spLocks noGrp="1"/>
          </p:cNvSpPr>
          <p:nvPr>
            <p:ph type="ftr" sz="quarter" idx="11"/>
            <p:custDataLst>
              <p:tags r:id="rId4"/>
            </p:custDataLst>
          </p:nvPr>
        </p:nvSpPr>
        <p:spPr>
          <a:xfrm>
            <a:off x="3048000" y="6436297"/>
            <a:ext cx="6096001" cy="287256"/>
          </a:xfrm>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4C57FE6C-3E56-4ABD-AFF7-3891C595AE15}"/>
              </a:ext>
              <a:ext uri="{C183D7F6-B498-43B3-948B-1728B52AA6E4}">
                <adec:decorative xmlns:adec="http://schemas.microsoft.com/office/drawing/2017/decorative" val="1"/>
              </a:ext>
            </a:extLst>
          </p:cNvPr>
          <p:cNvSpPr>
            <a:spLocks noGrp="1"/>
          </p:cNvSpPr>
          <p:nvPr>
            <p:ph type="sldNum" sz="quarter" idx="12"/>
            <p:custDataLst>
              <p:tags r:id="rId5"/>
            </p:custDataLst>
          </p:nvPr>
        </p:nvSpPr>
        <p:spPr/>
        <p:txBody>
          <a:bodyPr/>
          <a:lstStyle/>
          <a:p>
            <a:fld id="{2E86C063-E22E-2E4C-A523-54089486E38F}" type="slidenum">
              <a:rPr lang="en-US" smtClean="0"/>
              <a:pPr/>
              <a:t>36</a:t>
            </a:fld>
            <a:endParaRPr lang="en-US" dirty="0"/>
          </a:p>
        </p:txBody>
      </p:sp>
    </p:spTree>
    <p:extLst>
      <p:ext uri="{BB962C8B-B14F-4D97-AF65-F5344CB8AC3E}">
        <p14:creationId xmlns:p14="http://schemas.microsoft.com/office/powerpoint/2010/main" val="3975307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custDataLst>
              <p:tags r:id="rId1"/>
            </p:custDataLst>
          </p:nvPr>
        </p:nvSpPr>
        <p:spPr>
          <a:xfrm>
            <a:off x="626300" y="143858"/>
            <a:ext cx="10956099" cy="973743"/>
          </a:xfrm>
        </p:spPr>
        <p:txBody>
          <a:bodyPr>
            <a:noAutofit/>
          </a:bodyPr>
          <a:lstStyle/>
          <a:p>
            <a:r>
              <a:rPr lang="en-CA" dirty="0"/>
              <a:t>Table</a:t>
            </a:r>
          </a:p>
        </p:txBody>
      </p:sp>
      <p:sp>
        <p:nvSpPr>
          <p:cNvPr id="7" name="Content Placeholder 6"/>
          <p:cNvSpPr>
            <a:spLocks noGrp="1"/>
          </p:cNvSpPr>
          <p:nvPr>
            <p:ph idx="1"/>
            <p:custDataLst>
              <p:tags r:id="rId2"/>
            </p:custDataLst>
          </p:nvPr>
        </p:nvSpPr>
        <p:spPr>
          <a:xfrm>
            <a:off x="1680740" y="1117600"/>
            <a:ext cx="8830520" cy="4368800"/>
          </a:xfrm>
        </p:spPr>
        <p:txBody>
          <a:bodyPr>
            <a:noAutofit/>
          </a:bodyPr>
          <a:lstStyle/>
          <a:p>
            <a:pPr marL="0" indent="0">
              <a:lnSpc>
                <a:spcPct val="150000"/>
              </a:lnSpc>
              <a:buNone/>
            </a:pPr>
            <a:r>
              <a:rPr lang="en-CA" sz="3000" dirty="0"/>
              <a:t>Screen reader software keeps track of their location in a table by counting table cells. As a result, if a table is nested within another table, or if a cell is merged or split, the screen reader software loses count and cannot provide helpful information about the table after that point. </a:t>
            </a:r>
          </a:p>
        </p:txBody>
      </p:sp>
      <p:sp>
        <p:nvSpPr>
          <p:cNvPr id="2" name="Footer Placeholder 1">
            <a:extLst>
              <a:ext uri="{FF2B5EF4-FFF2-40B4-BE49-F238E27FC236}">
                <a16:creationId xmlns:a16="http://schemas.microsoft.com/office/drawing/2014/main" id="{673D2CB8-1C12-43E0-83B8-CD53A5C7C3AC}"/>
              </a:ext>
              <a:ext uri="{C183D7F6-B498-43B3-948B-1728B52AA6E4}">
                <adec:decorative xmlns:adec="http://schemas.microsoft.com/office/drawing/2017/decorative" val="1"/>
              </a:ext>
            </a:extLst>
          </p:cNvPr>
          <p:cNvSpPr>
            <a:spLocks noGrp="1"/>
          </p:cNvSpPr>
          <p:nvPr>
            <p:ph type="ftr" sz="quarter" idx="11"/>
            <p:custDataLst>
              <p:tags r:id="rId3"/>
            </p:custDataLst>
          </p:nvPr>
        </p:nvSpPr>
        <p:spPr>
          <a:xfrm>
            <a:off x="3048000" y="6434220"/>
            <a:ext cx="6096001" cy="287256"/>
          </a:xfrm>
        </p:spPr>
        <p:txBody>
          <a:bodyPr/>
          <a:lstStyle/>
          <a:p>
            <a:r>
              <a:rPr lang="en-CA" dirty="0"/>
              <a:t>Making Technology work for everyone!</a:t>
            </a:r>
            <a:endParaRPr lang="en-US" dirty="0"/>
          </a:p>
        </p:txBody>
      </p:sp>
      <p:sp>
        <p:nvSpPr>
          <p:cNvPr id="3" name="Slide Number Placeholder 2">
            <a:extLst>
              <a:ext uri="{FF2B5EF4-FFF2-40B4-BE49-F238E27FC236}">
                <a16:creationId xmlns:a16="http://schemas.microsoft.com/office/drawing/2014/main" id="{4013DA6B-0D04-46B6-953E-DE36A54E979A}"/>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37</a:t>
            </a:fld>
            <a:endParaRPr lang="en-US" dirty="0"/>
          </a:p>
        </p:txBody>
      </p:sp>
    </p:spTree>
    <p:extLst>
      <p:ext uri="{BB962C8B-B14F-4D97-AF65-F5344CB8AC3E}">
        <p14:creationId xmlns:p14="http://schemas.microsoft.com/office/powerpoint/2010/main" val="33991979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34310" y="274639"/>
            <a:ext cx="10330251" cy="905233"/>
          </a:xfrm>
        </p:spPr>
        <p:txBody>
          <a:bodyPr>
            <a:normAutofit/>
          </a:bodyPr>
          <a:lstStyle/>
          <a:p>
            <a:r>
              <a:rPr lang="en-CA" dirty="0"/>
              <a:t>Table Tips</a:t>
            </a:r>
          </a:p>
        </p:txBody>
      </p:sp>
      <p:sp>
        <p:nvSpPr>
          <p:cNvPr id="9" name="Content Placeholder 8"/>
          <p:cNvSpPr>
            <a:spLocks noGrp="1"/>
          </p:cNvSpPr>
          <p:nvPr>
            <p:ph idx="1"/>
            <p:custDataLst>
              <p:tags r:id="rId2"/>
            </p:custDataLst>
          </p:nvPr>
        </p:nvSpPr>
        <p:spPr>
          <a:xfrm>
            <a:off x="1519255" y="1075712"/>
            <a:ext cx="9153491" cy="4706577"/>
          </a:xfrm>
        </p:spPr>
        <p:txBody>
          <a:bodyPr>
            <a:noAutofit/>
          </a:bodyPr>
          <a:lstStyle/>
          <a:p>
            <a:pPr>
              <a:lnSpc>
                <a:spcPct val="150000"/>
              </a:lnSpc>
            </a:pPr>
            <a:r>
              <a:rPr lang="en-CA" dirty="0"/>
              <a:t>Tables are used for the collection of data, not for text layout.</a:t>
            </a:r>
          </a:p>
          <a:p>
            <a:pPr>
              <a:lnSpc>
                <a:spcPct val="150000"/>
              </a:lnSpc>
              <a:buFont typeface="Wingdings" panose="05000000000000000000" pitchFamily="2" charset="2"/>
              <a:buChar char="Ø"/>
            </a:pPr>
            <a:r>
              <a:rPr lang="en-CA" dirty="0"/>
              <a:t>There should be no blank cells. Replaced them with text such as ‘0’ (zero) or ‘Not Applicable’ (NA). </a:t>
            </a:r>
          </a:p>
          <a:p>
            <a:pPr>
              <a:lnSpc>
                <a:spcPct val="150000"/>
              </a:lnSpc>
              <a:buFont typeface="Wingdings" panose="05000000000000000000" pitchFamily="2" charset="2"/>
              <a:buChar char="Ø"/>
            </a:pPr>
            <a:r>
              <a:rPr lang="en-CA" dirty="0"/>
              <a:t>Use simple table structures (no merged or split cells). </a:t>
            </a:r>
          </a:p>
        </p:txBody>
      </p:sp>
      <p:sp>
        <p:nvSpPr>
          <p:cNvPr id="3" name="Footer Placeholder 2">
            <a:extLst>
              <a:ext uri="{FF2B5EF4-FFF2-40B4-BE49-F238E27FC236}">
                <a16:creationId xmlns:a16="http://schemas.microsoft.com/office/drawing/2014/main" id="{32DD498C-017C-4795-8C29-48914E591937}"/>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4" name="Slide Number Placeholder 3">
            <a:extLst>
              <a:ext uri="{FF2B5EF4-FFF2-40B4-BE49-F238E27FC236}">
                <a16:creationId xmlns:a16="http://schemas.microsoft.com/office/drawing/2014/main" id="{39B641AE-26B1-436C-B92D-28871AE3BF5A}"/>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38</a:t>
            </a:fld>
            <a:endParaRPr lang="en-US" dirty="0"/>
          </a:p>
        </p:txBody>
      </p:sp>
    </p:spTree>
    <p:extLst>
      <p:ext uri="{BB962C8B-B14F-4D97-AF65-F5344CB8AC3E}">
        <p14:creationId xmlns:p14="http://schemas.microsoft.com/office/powerpoint/2010/main" val="4487634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rmAutofit/>
          </a:bodyPr>
          <a:lstStyle/>
          <a:p>
            <a:r>
              <a:rPr lang="en-CA" dirty="0"/>
              <a:t>Example of Tables</a:t>
            </a:r>
          </a:p>
        </p:txBody>
      </p:sp>
      <p:sp>
        <p:nvSpPr>
          <p:cNvPr id="12" name="Text Placeholder 11">
            <a:extLst>
              <a:ext uri="{FF2B5EF4-FFF2-40B4-BE49-F238E27FC236}">
                <a16:creationId xmlns:a16="http://schemas.microsoft.com/office/drawing/2014/main" id="{50D254FA-5419-436F-BA4D-47483CE49D9F}"/>
              </a:ext>
            </a:extLst>
          </p:cNvPr>
          <p:cNvSpPr>
            <a:spLocks noGrp="1"/>
          </p:cNvSpPr>
          <p:nvPr>
            <p:ph type="body" idx="1"/>
            <p:custDataLst>
              <p:tags r:id="rId2"/>
            </p:custDataLst>
          </p:nvPr>
        </p:nvSpPr>
        <p:spPr>
          <a:xfrm>
            <a:off x="796549" y="1169886"/>
            <a:ext cx="4463154" cy="2951488"/>
          </a:xfrm>
        </p:spPr>
        <p:txBody>
          <a:bodyPr anchor="t"/>
          <a:lstStyle/>
          <a:p>
            <a:r>
              <a:rPr lang="fr-CA" dirty="0"/>
              <a:t>Accessible</a:t>
            </a:r>
            <a:r>
              <a:rPr lang="fr-CA" b="0" dirty="0"/>
              <a:t>: </a:t>
            </a:r>
            <a:r>
              <a:rPr lang="en-CA" b="0" dirty="0"/>
              <a:t>Instead of merged cells, consider creating a separate table with a title above it (using a heading style).</a:t>
            </a:r>
          </a:p>
        </p:txBody>
      </p:sp>
      <p:sp>
        <p:nvSpPr>
          <p:cNvPr id="8" name="Content Placeholder 8" descr="screen capture of 2 tables that are accessible">
            <a:extLst>
              <a:ext uri="{FF2B5EF4-FFF2-40B4-BE49-F238E27FC236}">
                <a16:creationId xmlns:a16="http://schemas.microsoft.com/office/drawing/2014/main" id="{6077590D-FEB6-417B-A302-CB84D87005AA}"/>
              </a:ext>
            </a:extLst>
          </p:cNvPr>
          <p:cNvSpPr txBox="1">
            <a:spLocks/>
          </p:cNvSpPr>
          <p:nvPr>
            <p:custDataLst>
              <p:tags r:id="rId3"/>
            </p:custDataLst>
          </p:nvPr>
        </p:nvSpPr>
        <p:spPr>
          <a:xfrm>
            <a:off x="610063" y="4055114"/>
            <a:ext cx="4649639" cy="2234977"/>
          </a:xfrm>
          <a:prstGeom prst="rect">
            <a:avLst/>
          </a:prstGeom>
        </p:spPr>
        <p:txBody>
          <a:bodyPr vert="horz" lIns="91440" tIns="45720" rIns="91440" bIns="45720" rtlCol="0" anchor="t">
            <a:noAutofit/>
          </a:bodyPr>
          <a:lstStyle>
            <a:lvl1pPr marL="342891" indent="-342891" algn="l" defTabSz="457189" rtl="0" eaLnBrk="1" latinLnBrk="0" hangingPunct="1">
              <a:spcBef>
                <a:spcPct val="20000"/>
              </a:spcBef>
              <a:buFont typeface="Wingdings" panose="05000000000000000000" pitchFamily="2" charset="2"/>
              <a:buChar char="Ø"/>
              <a:defRPr sz="3000" kern="1200">
                <a:solidFill>
                  <a:schemeClr val="tx1"/>
                </a:solidFill>
                <a:latin typeface="Arial"/>
                <a:ea typeface="+mn-ea"/>
                <a:cs typeface="Verdana"/>
              </a:defRPr>
            </a:lvl1pPr>
            <a:lvl2pPr marL="742932" indent="-285744" algn="l" defTabSz="457189" rtl="0" eaLnBrk="1" latinLnBrk="0" hangingPunct="1">
              <a:spcBef>
                <a:spcPct val="20000"/>
              </a:spcBef>
              <a:buFont typeface="Wingdings" panose="05000000000000000000" pitchFamily="2" charset="2"/>
              <a:buChar char="Ø"/>
              <a:defRPr sz="3000" kern="1200">
                <a:solidFill>
                  <a:schemeClr val="tx1"/>
                </a:solidFill>
                <a:latin typeface="Arial"/>
                <a:ea typeface="+mn-ea"/>
                <a:cs typeface="Verdana"/>
              </a:defRPr>
            </a:lvl2pPr>
            <a:lvl3pPr marL="1142971" indent="-228594" algn="l" defTabSz="457189" rtl="0" eaLnBrk="1" latinLnBrk="0" hangingPunct="1">
              <a:spcBef>
                <a:spcPct val="20000"/>
              </a:spcBef>
              <a:buFont typeface="Wingdings" panose="05000000000000000000" pitchFamily="2" charset="2"/>
              <a:buChar char="Ø"/>
              <a:defRPr sz="3000" kern="1200">
                <a:solidFill>
                  <a:schemeClr val="tx1"/>
                </a:solidFill>
                <a:latin typeface="Arial"/>
                <a:ea typeface="+mn-ea"/>
                <a:cs typeface="Verdana"/>
              </a:defRPr>
            </a:lvl3pPr>
            <a:lvl4pPr marL="1600160" indent="-228594" algn="l" defTabSz="457189" rtl="0" eaLnBrk="1" latinLnBrk="0" hangingPunct="1">
              <a:spcBef>
                <a:spcPct val="20000"/>
              </a:spcBef>
              <a:buFont typeface="Wingdings" panose="05000000000000000000" pitchFamily="2" charset="2"/>
              <a:buChar char="Ø"/>
              <a:defRPr sz="3000" kern="1200">
                <a:solidFill>
                  <a:schemeClr val="tx1"/>
                </a:solidFill>
                <a:latin typeface="Arial"/>
                <a:ea typeface="+mn-ea"/>
                <a:cs typeface="Verdana"/>
              </a:defRPr>
            </a:lvl4pPr>
            <a:lvl5pPr marL="2057349" indent="-228594" algn="l" defTabSz="457189" rtl="0" eaLnBrk="1" latinLnBrk="0" hangingPunct="1">
              <a:spcBef>
                <a:spcPct val="20000"/>
              </a:spcBef>
              <a:buFont typeface="Wingdings" panose="05000000000000000000" pitchFamily="2" charset="2"/>
              <a:buChar char="Ø"/>
              <a:defRPr sz="3000" kern="1200">
                <a:solidFill>
                  <a:schemeClr val="tx1"/>
                </a:solidFill>
                <a:latin typeface="Arial"/>
                <a:ea typeface="+mn-ea"/>
                <a:cs typeface="Verdana"/>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50000"/>
              </a:lnSpc>
              <a:buFont typeface="Wingdings" panose="05000000000000000000" pitchFamily="2" charset="2"/>
              <a:buNone/>
            </a:pPr>
            <a:r>
              <a:rPr lang="en-CA" sz="3200" b="1" dirty="0"/>
              <a:t>Not accessible</a:t>
            </a:r>
            <a:r>
              <a:rPr lang="en-CA" sz="3200" dirty="0"/>
              <a:t>: Contains merged cells.</a:t>
            </a:r>
          </a:p>
        </p:txBody>
      </p:sp>
      <p:pic>
        <p:nvPicPr>
          <p:cNvPr id="7" name="Image 6" descr="Screen capture of 2 tables that are accessible.">
            <a:extLst>
              <a:ext uri="{FF2B5EF4-FFF2-40B4-BE49-F238E27FC236}">
                <a16:creationId xmlns:a16="http://schemas.microsoft.com/office/drawing/2014/main" id="{A4010BF4-1812-458B-934C-A5BD0E0B4CA7}"/>
              </a:ext>
            </a:extLst>
          </p:cNvPr>
          <p:cNvPicPr>
            <a:picLocks noChangeAspect="1"/>
          </p:cNvPicPr>
          <p:nvPr/>
        </p:nvPicPr>
        <p:blipFill>
          <a:blip r:embed="rId8"/>
          <a:stretch>
            <a:fillRect/>
          </a:stretch>
        </p:blipFill>
        <p:spPr>
          <a:xfrm>
            <a:off x="5259703" y="1169886"/>
            <a:ext cx="6554747" cy="2076897"/>
          </a:xfrm>
          <a:prstGeom prst="rect">
            <a:avLst/>
          </a:prstGeom>
        </p:spPr>
      </p:pic>
      <p:pic>
        <p:nvPicPr>
          <p:cNvPr id="10" name="Image 9" descr="Screen capture of 1 table that is not accessible.">
            <a:extLst>
              <a:ext uri="{FF2B5EF4-FFF2-40B4-BE49-F238E27FC236}">
                <a16:creationId xmlns:a16="http://schemas.microsoft.com/office/drawing/2014/main" id="{59564A25-DCA0-47E0-AF43-15409B3916FE}"/>
              </a:ext>
            </a:extLst>
          </p:cNvPr>
          <p:cNvPicPr>
            <a:picLocks noChangeAspect="1"/>
          </p:cNvPicPr>
          <p:nvPr/>
        </p:nvPicPr>
        <p:blipFill>
          <a:blip r:embed="rId9"/>
          <a:stretch>
            <a:fillRect/>
          </a:stretch>
        </p:blipFill>
        <p:spPr>
          <a:xfrm>
            <a:off x="5284786" y="3954678"/>
            <a:ext cx="6489905" cy="2063644"/>
          </a:xfrm>
          <a:prstGeom prst="rect">
            <a:avLst/>
          </a:prstGeom>
        </p:spPr>
      </p:pic>
      <p:sp>
        <p:nvSpPr>
          <p:cNvPr id="3" name="Footer Placeholder 2">
            <a:extLst>
              <a:ext uri="{FF2B5EF4-FFF2-40B4-BE49-F238E27FC236}">
                <a16:creationId xmlns:a16="http://schemas.microsoft.com/office/drawing/2014/main" id="{32DD498C-017C-4795-8C29-48914E591937}"/>
              </a:ext>
              <a:ext uri="{C183D7F6-B498-43B3-948B-1728B52AA6E4}">
                <adec:decorative xmlns:adec="http://schemas.microsoft.com/office/drawing/2017/decorative" val="1"/>
              </a:ext>
            </a:extLst>
          </p:cNvPr>
          <p:cNvSpPr>
            <a:spLocks noGrp="1"/>
          </p:cNvSpPr>
          <p:nvPr>
            <p:ph type="ftr" sz="quarter" idx="11"/>
            <p:custDataLst>
              <p:tags r:id="rId4"/>
            </p:custDataLst>
          </p:nvPr>
        </p:nvSpPr>
        <p:spPr>
          <a:xfrm>
            <a:off x="3048000" y="6436297"/>
            <a:ext cx="6096001" cy="287256"/>
          </a:xfrm>
        </p:spPr>
        <p:txBody>
          <a:bodyPr/>
          <a:lstStyle/>
          <a:p>
            <a:r>
              <a:rPr lang="en-CA" dirty="0"/>
              <a:t>Making Technology work for everyone!</a:t>
            </a:r>
            <a:endParaRPr lang="en-US" dirty="0"/>
          </a:p>
        </p:txBody>
      </p:sp>
      <p:sp>
        <p:nvSpPr>
          <p:cNvPr id="4" name="Slide Number Placeholder 3">
            <a:extLst>
              <a:ext uri="{FF2B5EF4-FFF2-40B4-BE49-F238E27FC236}">
                <a16:creationId xmlns:a16="http://schemas.microsoft.com/office/drawing/2014/main" id="{39B641AE-26B1-436C-B92D-28871AE3BF5A}"/>
              </a:ext>
              <a:ext uri="{C183D7F6-B498-43B3-948B-1728B52AA6E4}">
                <adec:decorative xmlns:adec="http://schemas.microsoft.com/office/drawing/2017/decorative" val="1"/>
              </a:ext>
            </a:extLst>
          </p:cNvPr>
          <p:cNvSpPr>
            <a:spLocks noGrp="1"/>
          </p:cNvSpPr>
          <p:nvPr>
            <p:ph type="sldNum" sz="quarter" idx="12"/>
            <p:custDataLst>
              <p:tags r:id="rId5"/>
            </p:custDataLst>
          </p:nvPr>
        </p:nvSpPr>
        <p:spPr/>
        <p:txBody>
          <a:bodyPr/>
          <a:lstStyle/>
          <a:p>
            <a:fld id="{2E86C063-E22E-2E4C-A523-54089486E38F}" type="slidenum">
              <a:rPr lang="en-US" smtClean="0"/>
              <a:pPr/>
              <a:t>39</a:t>
            </a:fld>
            <a:endParaRPr lang="en-US" dirty="0"/>
          </a:p>
        </p:txBody>
      </p:sp>
    </p:spTree>
    <p:extLst>
      <p:ext uri="{BB962C8B-B14F-4D97-AF65-F5344CB8AC3E}">
        <p14:creationId xmlns:p14="http://schemas.microsoft.com/office/powerpoint/2010/main" val="4281960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custDataLst>
              <p:tags r:id="rId1"/>
            </p:custDataLst>
          </p:nvPr>
        </p:nvSpPr>
        <p:spPr>
          <a:xfrm>
            <a:off x="609600" y="244820"/>
            <a:ext cx="10972800" cy="1143000"/>
          </a:xfrm>
        </p:spPr>
        <p:txBody>
          <a:bodyPr>
            <a:normAutofit/>
          </a:bodyPr>
          <a:lstStyle/>
          <a:p>
            <a:r>
              <a:rPr lang="en-CA" dirty="0"/>
              <a:t>Add Alternative Text to a Table</a:t>
            </a:r>
          </a:p>
        </p:txBody>
      </p:sp>
      <p:sp>
        <p:nvSpPr>
          <p:cNvPr id="7" name="Content Placeholder 6"/>
          <p:cNvSpPr>
            <a:spLocks noGrp="1"/>
          </p:cNvSpPr>
          <p:nvPr>
            <p:ph idx="1"/>
            <p:custDataLst>
              <p:tags r:id="rId2"/>
            </p:custDataLst>
          </p:nvPr>
        </p:nvSpPr>
        <p:spPr>
          <a:xfrm>
            <a:off x="631170" y="1314449"/>
            <a:ext cx="6537382" cy="4946292"/>
          </a:xfrm>
        </p:spPr>
        <p:txBody>
          <a:bodyPr>
            <a:noAutofit/>
          </a:bodyPr>
          <a:lstStyle/>
          <a:p>
            <a:pPr marL="514350" indent="-514350">
              <a:lnSpc>
                <a:spcPct val="150000"/>
              </a:lnSpc>
              <a:buFont typeface="+mj-lt"/>
              <a:buAutoNum type="arabicPeriod"/>
            </a:pPr>
            <a:r>
              <a:rPr lang="en-CA" dirty="0"/>
              <a:t>Place the cursor in the </a:t>
            </a:r>
            <a:r>
              <a:rPr lang="en-CA" b="1" dirty="0"/>
              <a:t>table</a:t>
            </a:r>
          </a:p>
          <a:p>
            <a:pPr marL="514350" indent="-514350">
              <a:lnSpc>
                <a:spcPct val="150000"/>
              </a:lnSpc>
              <a:buFont typeface="+mj-lt"/>
              <a:buAutoNum type="arabicPeriod"/>
            </a:pPr>
            <a:r>
              <a:rPr lang="en-CA" dirty="0"/>
              <a:t>Right-click and select </a:t>
            </a:r>
            <a:r>
              <a:rPr lang="en-CA" b="1" dirty="0"/>
              <a:t>Table Properties</a:t>
            </a:r>
          </a:p>
          <a:p>
            <a:pPr marL="514350" indent="-514350">
              <a:lnSpc>
                <a:spcPct val="150000"/>
              </a:lnSpc>
              <a:buFont typeface="+mj-lt"/>
              <a:buAutoNum type="arabicPeriod"/>
            </a:pPr>
            <a:r>
              <a:rPr lang="en-CA" dirty="0"/>
              <a:t>Select the </a:t>
            </a:r>
            <a:r>
              <a:rPr lang="en-CA" b="1" dirty="0"/>
              <a:t>Alt Text</a:t>
            </a:r>
            <a:r>
              <a:rPr lang="en-CA" dirty="0"/>
              <a:t> tab</a:t>
            </a:r>
          </a:p>
          <a:p>
            <a:pPr marL="514350" indent="-514350">
              <a:lnSpc>
                <a:spcPct val="150000"/>
              </a:lnSpc>
              <a:buFont typeface="+mj-lt"/>
              <a:buAutoNum type="arabicPeriod"/>
            </a:pPr>
            <a:r>
              <a:rPr lang="en-CA" dirty="0"/>
              <a:t>Add text in the </a:t>
            </a:r>
            <a:r>
              <a:rPr lang="en-CA" b="1" dirty="0"/>
              <a:t>Description</a:t>
            </a:r>
            <a:r>
              <a:rPr lang="en-CA" dirty="0"/>
              <a:t> field </a:t>
            </a:r>
          </a:p>
        </p:txBody>
      </p:sp>
      <p:pic>
        <p:nvPicPr>
          <p:cNvPr id="5" name="Picture 4" descr="Screen capture of Table Properties showing Alt-text Tab.">
            <a:extLst>
              <a:ext uri="{FF2B5EF4-FFF2-40B4-BE49-F238E27FC236}">
                <a16:creationId xmlns:a16="http://schemas.microsoft.com/office/drawing/2014/main" id="{CCFD310C-D637-41B9-BDED-2F05AF7A7366}"/>
              </a:ext>
            </a:extLst>
          </p:cNvPr>
          <p:cNvPicPr>
            <a:picLocks noChangeAspect="1"/>
          </p:cNvPicPr>
          <p:nvPr>
            <p:custDataLst>
              <p:tags r:id="rId3"/>
            </p:custDataLst>
          </p:nvPr>
        </p:nvPicPr>
        <p:blipFill>
          <a:blip r:embed="rId8"/>
          <a:stretch>
            <a:fillRect/>
          </a:stretch>
        </p:blipFill>
        <p:spPr>
          <a:xfrm>
            <a:off x="7349703" y="1314449"/>
            <a:ext cx="4232697" cy="4421923"/>
          </a:xfrm>
          <a:prstGeom prst="rect">
            <a:avLst/>
          </a:prstGeom>
        </p:spPr>
      </p:pic>
      <p:sp>
        <p:nvSpPr>
          <p:cNvPr id="2" name="Footer Placeholder 1">
            <a:extLst>
              <a:ext uri="{FF2B5EF4-FFF2-40B4-BE49-F238E27FC236}">
                <a16:creationId xmlns:a16="http://schemas.microsoft.com/office/drawing/2014/main" id="{A9D549B0-7E09-4E47-B07F-11EC20B74BF9}"/>
              </a:ext>
              <a:ext uri="{C183D7F6-B498-43B3-948B-1728B52AA6E4}">
                <adec:decorative xmlns:adec="http://schemas.microsoft.com/office/drawing/2017/decorative" val="1"/>
              </a:ext>
            </a:extLst>
          </p:cNvPr>
          <p:cNvSpPr>
            <a:spLocks noGrp="1"/>
          </p:cNvSpPr>
          <p:nvPr>
            <p:ph type="ftr" sz="quarter" idx="11"/>
            <p:custDataLst>
              <p:tags r:id="rId4"/>
            </p:custDataLst>
          </p:nvPr>
        </p:nvSpPr>
        <p:spPr>
          <a:xfrm>
            <a:off x="3048000" y="6434220"/>
            <a:ext cx="6096001" cy="287256"/>
          </a:xfrm>
        </p:spPr>
        <p:txBody>
          <a:bodyPr/>
          <a:lstStyle/>
          <a:p>
            <a:r>
              <a:rPr lang="en-CA" dirty="0"/>
              <a:t>Making Technology work for everyone!</a:t>
            </a:r>
            <a:endParaRPr lang="en-US" dirty="0"/>
          </a:p>
        </p:txBody>
      </p:sp>
      <p:sp>
        <p:nvSpPr>
          <p:cNvPr id="3" name="Slide Number Placeholder 2">
            <a:extLst>
              <a:ext uri="{FF2B5EF4-FFF2-40B4-BE49-F238E27FC236}">
                <a16:creationId xmlns:a16="http://schemas.microsoft.com/office/drawing/2014/main" id="{BCB51CD7-9C20-4478-9957-AD99A00DAB99}"/>
              </a:ext>
              <a:ext uri="{C183D7F6-B498-43B3-948B-1728B52AA6E4}">
                <adec:decorative xmlns:adec="http://schemas.microsoft.com/office/drawing/2017/decorative" val="1"/>
              </a:ext>
            </a:extLst>
          </p:cNvPr>
          <p:cNvSpPr>
            <a:spLocks noGrp="1"/>
          </p:cNvSpPr>
          <p:nvPr>
            <p:ph type="sldNum" sz="quarter" idx="12"/>
            <p:custDataLst>
              <p:tags r:id="rId5"/>
            </p:custDataLst>
          </p:nvPr>
        </p:nvSpPr>
        <p:spPr/>
        <p:txBody>
          <a:bodyPr/>
          <a:lstStyle/>
          <a:p>
            <a:fld id="{2E86C063-E22E-2E4C-A523-54089486E38F}" type="slidenum">
              <a:rPr lang="en-US" smtClean="0"/>
              <a:pPr/>
              <a:t>40</a:t>
            </a:fld>
            <a:endParaRPr lang="en-US" dirty="0"/>
          </a:p>
        </p:txBody>
      </p:sp>
    </p:spTree>
    <p:extLst>
      <p:ext uri="{BB962C8B-B14F-4D97-AF65-F5344CB8AC3E}">
        <p14:creationId xmlns:p14="http://schemas.microsoft.com/office/powerpoint/2010/main" val="26590822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custDataLst>
              <p:tags r:id="rId1"/>
            </p:custDataLst>
          </p:nvPr>
        </p:nvSpPr>
        <p:spPr>
          <a:xfrm>
            <a:off x="685800" y="175782"/>
            <a:ext cx="8229600" cy="842962"/>
          </a:xfrm>
        </p:spPr>
        <p:txBody>
          <a:bodyPr>
            <a:normAutofit/>
          </a:bodyPr>
          <a:lstStyle/>
          <a:p>
            <a:r>
              <a:rPr lang="en-CA" dirty="0"/>
              <a:t>Define a Table Header Row</a:t>
            </a:r>
          </a:p>
        </p:txBody>
      </p:sp>
      <p:sp>
        <p:nvSpPr>
          <p:cNvPr id="7" name="Content Placeholder 6"/>
          <p:cNvSpPr>
            <a:spLocks noGrp="1"/>
          </p:cNvSpPr>
          <p:nvPr>
            <p:ph idx="1"/>
            <p:custDataLst>
              <p:tags r:id="rId2"/>
            </p:custDataLst>
          </p:nvPr>
        </p:nvSpPr>
        <p:spPr>
          <a:xfrm>
            <a:off x="520700" y="1231421"/>
            <a:ext cx="7010422" cy="4754565"/>
          </a:xfrm>
        </p:spPr>
        <p:txBody>
          <a:bodyPr>
            <a:noAutofit/>
          </a:bodyPr>
          <a:lstStyle/>
          <a:p>
            <a:pPr marL="514350" indent="-514350">
              <a:lnSpc>
                <a:spcPct val="150000"/>
              </a:lnSpc>
              <a:buFont typeface="+mj-lt"/>
              <a:buAutoNum type="arabicPeriod"/>
            </a:pPr>
            <a:r>
              <a:rPr lang="en-CA" sz="3000" dirty="0"/>
              <a:t>Place the cursor in table </a:t>
            </a:r>
            <a:r>
              <a:rPr lang="en-CA" sz="3000" b="1" dirty="0"/>
              <a:t>first row </a:t>
            </a:r>
            <a:endParaRPr lang="en-CA" sz="3000" dirty="0"/>
          </a:p>
          <a:p>
            <a:pPr marL="514350" indent="-514350">
              <a:lnSpc>
                <a:spcPct val="150000"/>
              </a:lnSpc>
              <a:buFont typeface="+mj-lt"/>
              <a:buAutoNum type="arabicPeriod"/>
            </a:pPr>
            <a:r>
              <a:rPr lang="en-CA" sz="3000" dirty="0"/>
              <a:t>Right-click or activate </a:t>
            </a:r>
            <a:r>
              <a:rPr lang="en-CA" sz="3000" b="1" dirty="0"/>
              <a:t>Context menu</a:t>
            </a:r>
          </a:p>
          <a:p>
            <a:pPr marL="514350" indent="-514350">
              <a:lnSpc>
                <a:spcPct val="150000"/>
              </a:lnSpc>
              <a:buFont typeface="+mj-lt"/>
              <a:buAutoNum type="arabicPeriod"/>
            </a:pPr>
            <a:r>
              <a:rPr lang="en-CA" sz="3000" dirty="0"/>
              <a:t>Select </a:t>
            </a:r>
            <a:r>
              <a:rPr lang="en-CA" sz="3000" b="1" dirty="0"/>
              <a:t>Table Properties </a:t>
            </a:r>
            <a:endParaRPr lang="en-CA" sz="3000" dirty="0"/>
          </a:p>
          <a:p>
            <a:pPr marL="514350" indent="-514350">
              <a:lnSpc>
                <a:spcPct val="150000"/>
              </a:lnSpc>
              <a:buFont typeface="+mj-lt"/>
              <a:buAutoNum type="arabicPeriod"/>
            </a:pPr>
            <a:r>
              <a:rPr lang="en-CA" sz="3000" dirty="0"/>
              <a:t>Select the </a:t>
            </a:r>
            <a:r>
              <a:rPr lang="en-CA" sz="3000" b="1" dirty="0"/>
              <a:t>Row</a:t>
            </a:r>
            <a:r>
              <a:rPr lang="en-CA" sz="3000" dirty="0"/>
              <a:t> tab</a:t>
            </a:r>
          </a:p>
          <a:p>
            <a:pPr marL="514350" indent="-514350">
              <a:lnSpc>
                <a:spcPct val="150000"/>
              </a:lnSpc>
              <a:buFont typeface="+mj-lt"/>
              <a:buAutoNum type="arabicPeriod"/>
            </a:pPr>
            <a:r>
              <a:rPr lang="en-CA" sz="3000" dirty="0"/>
              <a:t>Add checkmark to </a:t>
            </a:r>
            <a:r>
              <a:rPr lang="en-CA" sz="3000" b="1" dirty="0"/>
              <a:t>Repeat as header row at the top of each page</a:t>
            </a:r>
          </a:p>
        </p:txBody>
      </p:sp>
      <p:pic>
        <p:nvPicPr>
          <p:cNvPr id="5" name="Picture 4" descr="Screen capture of Row tab in Table properties">
            <a:extLst>
              <a:ext uri="{FF2B5EF4-FFF2-40B4-BE49-F238E27FC236}">
                <a16:creationId xmlns:a16="http://schemas.microsoft.com/office/drawing/2014/main" id="{1F6E044E-47AF-49F7-BB7E-20136C8E6AE7}"/>
              </a:ext>
            </a:extLst>
          </p:cNvPr>
          <p:cNvPicPr>
            <a:picLocks noChangeAspect="1"/>
          </p:cNvPicPr>
          <p:nvPr>
            <p:custDataLst>
              <p:tags r:id="rId3"/>
            </p:custDataLst>
          </p:nvPr>
        </p:nvPicPr>
        <p:blipFill>
          <a:blip r:embed="rId8"/>
          <a:stretch>
            <a:fillRect/>
          </a:stretch>
        </p:blipFill>
        <p:spPr>
          <a:xfrm>
            <a:off x="7531122" y="1231421"/>
            <a:ext cx="4048125" cy="4229100"/>
          </a:xfrm>
          <a:prstGeom prst="rect">
            <a:avLst/>
          </a:prstGeom>
        </p:spPr>
      </p:pic>
      <p:sp>
        <p:nvSpPr>
          <p:cNvPr id="2" name="Footer Placeholder 1">
            <a:extLst>
              <a:ext uri="{FF2B5EF4-FFF2-40B4-BE49-F238E27FC236}">
                <a16:creationId xmlns:a16="http://schemas.microsoft.com/office/drawing/2014/main" id="{8165C648-3FBA-4DBB-86E3-1F8DCDDC1E3F}"/>
              </a:ext>
              <a:ext uri="{C183D7F6-B498-43B3-948B-1728B52AA6E4}">
                <adec:decorative xmlns:adec="http://schemas.microsoft.com/office/drawing/2017/decorative" val="1"/>
              </a:ext>
            </a:extLst>
          </p:cNvPr>
          <p:cNvSpPr>
            <a:spLocks noGrp="1"/>
          </p:cNvSpPr>
          <p:nvPr>
            <p:ph type="ftr" sz="quarter" idx="11"/>
            <p:custDataLst>
              <p:tags r:id="rId4"/>
            </p:custDataLst>
          </p:nvPr>
        </p:nvSpPr>
        <p:spPr/>
        <p:txBody>
          <a:bodyPr/>
          <a:lstStyle/>
          <a:p>
            <a:r>
              <a:rPr lang="en-CA" dirty="0"/>
              <a:t>Making Technology work for everyone!</a:t>
            </a:r>
            <a:endParaRPr lang="en-US" dirty="0"/>
          </a:p>
        </p:txBody>
      </p:sp>
      <p:sp>
        <p:nvSpPr>
          <p:cNvPr id="3" name="Slide Number Placeholder 2">
            <a:extLst>
              <a:ext uri="{FF2B5EF4-FFF2-40B4-BE49-F238E27FC236}">
                <a16:creationId xmlns:a16="http://schemas.microsoft.com/office/drawing/2014/main" id="{91892C0B-EC02-4232-9CF4-9F997F1BC6A1}"/>
              </a:ext>
              <a:ext uri="{C183D7F6-B498-43B3-948B-1728B52AA6E4}">
                <adec:decorative xmlns:adec="http://schemas.microsoft.com/office/drawing/2017/decorative" val="1"/>
              </a:ext>
            </a:extLst>
          </p:cNvPr>
          <p:cNvSpPr>
            <a:spLocks noGrp="1"/>
          </p:cNvSpPr>
          <p:nvPr>
            <p:ph type="sldNum" sz="quarter" idx="12"/>
            <p:custDataLst>
              <p:tags r:id="rId5"/>
            </p:custDataLst>
          </p:nvPr>
        </p:nvSpPr>
        <p:spPr/>
        <p:txBody>
          <a:bodyPr/>
          <a:lstStyle/>
          <a:p>
            <a:fld id="{2E86C063-E22E-2E4C-A523-54089486E38F}" type="slidenum">
              <a:rPr lang="en-US" smtClean="0"/>
              <a:pPr/>
              <a:t>41</a:t>
            </a:fld>
            <a:endParaRPr lang="en-US" dirty="0"/>
          </a:p>
        </p:txBody>
      </p:sp>
    </p:spTree>
    <p:extLst>
      <p:ext uri="{BB962C8B-B14F-4D97-AF65-F5344CB8AC3E}">
        <p14:creationId xmlns:p14="http://schemas.microsoft.com/office/powerpoint/2010/main" val="4271213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589726" y="65904"/>
            <a:ext cx="11138581" cy="1073430"/>
          </a:xfrm>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rmAutofit/>
          </a:bodyPr>
          <a:lstStyle/>
          <a:p>
            <a:r>
              <a:rPr lang="en-CA" dirty="0"/>
              <a:t>The Accessibility Checker</a:t>
            </a:r>
          </a:p>
        </p:txBody>
      </p:sp>
      <p:sp>
        <p:nvSpPr>
          <p:cNvPr id="3" name="Content"/>
          <p:cNvSpPr>
            <a:spLocks noGrp="1"/>
          </p:cNvSpPr>
          <p:nvPr>
            <p:ph idx="1"/>
            <p:custDataLst>
              <p:tags r:id="rId2"/>
            </p:custDataLst>
          </p:nvPr>
        </p:nvSpPr>
        <p:spPr>
          <a:xfrm>
            <a:off x="599663" y="1116641"/>
            <a:ext cx="10992674" cy="4836751"/>
          </a:xfrm>
        </p:spPr>
        <p:txBody>
          <a:bodyPr>
            <a:noAutofit/>
          </a:bodyPr>
          <a:lstStyle/>
          <a:p>
            <a:pPr>
              <a:lnSpc>
                <a:spcPct val="150000"/>
              </a:lnSpc>
              <a:spcBef>
                <a:spcPts val="1800"/>
              </a:spcBef>
              <a:buFont typeface="Wingdings" panose="05000000000000000000" pitchFamily="2" charset="2"/>
              <a:buChar char="Ø"/>
            </a:pPr>
            <a:r>
              <a:rPr lang="en-CA" sz="3000" dirty="0"/>
              <a:t>Looks for things such as missing alternative text, insufficient color contrast, or tables with merged/split cells.</a:t>
            </a:r>
          </a:p>
          <a:p>
            <a:pPr>
              <a:lnSpc>
                <a:spcPct val="150000"/>
              </a:lnSpc>
              <a:spcBef>
                <a:spcPts val="1800"/>
              </a:spcBef>
              <a:buFont typeface="Wingdings" panose="05000000000000000000" pitchFamily="2" charset="2"/>
              <a:buChar char="Ø"/>
            </a:pPr>
            <a:r>
              <a:rPr lang="en-CA" sz="3000" dirty="0"/>
              <a:t>The checker does not identify all accessibility issues. </a:t>
            </a:r>
            <a:r>
              <a:rPr lang="en-CA" dirty="0"/>
              <a:t>It does not validate if an alternative text is meaningful.</a:t>
            </a:r>
            <a:endParaRPr lang="en-CA" sz="3000" dirty="0"/>
          </a:p>
          <a:p>
            <a:pPr>
              <a:lnSpc>
                <a:spcPct val="150000"/>
              </a:lnSpc>
              <a:spcBef>
                <a:spcPts val="1800"/>
              </a:spcBef>
            </a:pPr>
            <a:r>
              <a:rPr lang="en-CA" dirty="0"/>
              <a:t>While the Accessibility Checker is running, an </a:t>
            </a:r>
            <a:r>
              <a:rPr lang="en-CA" b="1" dirty="0"/>
              <a:t>Accessibility ribbon </a:t>
            </a:r>
            <a:r>
              <a:rPr lang="en-CA" dirty="0"/>
              <a:t>appears with extra tools.</a:t>
            </a:r>
          </a:p>
        </p:txBody>
      </p:sp>
      <p:sp>
        <p:nvSpPr>
          <p:cNvPr id="4" name="Footer Placeholder 3">
            <a:extLst>
              <a:ext uri="{FF2B5EF4-FFF2-40B4-BE49-F238E27FC236}">
                <a16:creationId xmlns:a16="http://schemas.microsoft.com/office/drawing/2014/main" id="{29DAAC27-9D2E-49AB-89F0-932E205B6212}"/>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4F10738F-E3D9-4948-8A81-B52E268847E3}"/>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42</a:t>
            </a:fld>
            <a:endParaRPr lang="en-US" dirty="0"/>
          </a:p>
        </p:txBody>
      </p:sp>
    </p:spTree>
    <p:extLst>
      <p:ext uri="{BB962C8B-B14F-4D97-AF65-F5344CB8AC3E}">
        <p14:creationId xmlns:p14="http://schemas.microsoft.com/office/powerpoint/2010/main" val="28682167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27895" y="170728"/>
            <a:ext cx="9819631" cy="870132"/>
          </a:xfrm>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rmAutofit/>
          </a:bodyPr>
          <a:lstStyle/>
          <a:p>
            <a:r>
              <a:rPr lang="en-CA" dirty="0"/>
              <a:t>Older Document Format</a:t>
            </a:r>
          </a:p>
        </p:txBody>
      </p:sp>
      <p:sp>
        <p:nvSpPr>
          <p:cNvPr id="3" name="Content"/>
          <p:cNvSpPr>
            <a:spLocks noGrp="1"/>
          </p:cNvSpPr>
          <p:nvPr>
            <p:ph idx="1"/>
            <p:custDataLst>
              <p:tags r:id="rId2"/>
            </p:custDataLst>
          </p:nvPr>
        </p:nvSpPr>
        <p:spPr>
          <a:xfrm>
            <a:off x="627895" y="1349779"/>
            <a:ext cx="7718425" cy="4229610"/>
          </a:xfrm>
        </p:spPr>
        <p:txBody>
          <a:bodyPr>
            <a:noAutofit/>
          </a:bodyPr>
          <a:lstStyle/>
          <a:p>
            <a:pPr marL="0" indent="0">
              <a:lnSpc>
                <a:spcPct val="150000"/>
              </a:lnSpc>
              <a:buNone/>
            </a:pPr>
            <a:r>
              <a:rPr lang="en-CA" sz="3000" dirty="0"/>
              <a:t>If the document is in ‘</a:t>
            </a:r>
            <a:r>
              <a:rPr lang="en-CA" sz="3000" b="1" dirty="0"/>
              <a:t>compatibility mode</a:t>
            </a:r>
            <a:r>
              <a:rPr lang="en-CA" sz="3000" dirty="0"/>
              <a:t>’ the Accessibility Checker will not run and will display a </a:t>
            </a:r>
            <a:r>
              <a:rPr lang="en-CA" sz="3000" b="1" dirty="0"/>
              <a:t>Convert</a:t>
            </a:r>
            <a:r>
              <a:rPr lang="en-CA" sz="3000" dirty="0"/>
              <a:t> button.</a:t>
            </a:r>
          </a:p>
          <a:p>
            <a:pPr marL="0" indent="0">
              <a:lnSpc>
                <a:spcPct val="150000"/>
              </a:lnSpc>
              <a:buNone/>
            </a:pPr>
            <a:r>
              <a:rPr lang="en-CA" sz="3000" b="1" dirty="0"/>
              <a:t>Warning</a:t>
            </a:r>
            <a:r>
              <a:rPr lang="en-CA" sz="3000" dirty="0"/>
              <a:t>: Documents in compatibility mode may create issues for Adaptive Technologies (AT).</a:t>
            </a:r>
            <a:endParaRPr lang="en-US" sz="3000" dirty="0"/>
          </a:p>
        </p:txBody>
      </p:sp>
      <p:pic>
        <p:nvPicPr>
          <p:cNvPr id="7" name="Picture 6" descr="Screen capture of the Accessibility Checker showing text: 'This document is an older format with limited functionality. Consider converting this file to a modern format to enable the Accessibility Checker. Showing a Convert button.">
            <a:extLst>
              <a:ext uri="{FF2B5EF4-FFF2-40B4-BE49-F238E27FC236}">
                <a16:creationId xmlns:a16="http://schemas.microsoft.com/office/drawing/2014/main" id="{32F88E8F-F78E-4223-BD82-466621D8D224}"/>
              </a:ext>
            </a:extLst>
          </p:cNvPr>
          <p:cNvPicPr>
            <a:picLocks noChangeAspect="1"/>
          </p:cNvPicPr>
          <p:nvPr>
            <p:custDataLst>
              <p:tags r:id="rId3"/>
            </p:custDataLst>
          </p:nvPr>
        </p:nvPicPr>
        <p:blipFill>
          <a:blip r:embed="rId8"/>
          <a:stretch>
            <a:fillRect/>
          </a:stretch>
        </p:blipFill>
        <p:spPr>
          <a:xfrm>
            <a:off x="8315325" y="1731034"/>
            <a:ext cx="3267075" cy="3467100"/>
          </a:xfrm>
          <a:prstGeom prst="rect">
            <a:avLst/>
          </a:prstGeom>
        </p:spPr>
      </p:pic>
      <p:sp>
        <p:nvSpPr>
          <p:cNvPr id="4" name="Footer Placeholder 3">
            <a:extLst>
              <a:ext uri="{FF2B5EF4-FFF2-40B4-BE49-F238E27FC236}">
                <a16:creationId xmlns:a16="http://schemas.microsoft.com/office/drawing/2014/main" id="{74A54B6C-A83D-4A3A-812F-614F7FEF76F6}"/>
              </a:ext>
              <a:ext uri="{C183D7F6-B498-43B3-948B-1728B52AA6E4}">
                <adec:decorative xmlns:adec="http://schemas.microsoft.com/office/drawing/2017/decorative" val="1"/>
              </a:ext>
            </a:extLst>
          </p:cNvPr>
          <p:cNvSpPr>
            <a:spLocks noGrp="1"/>
          </p:cNvSpPr>
          <p:nvPr>
            <p:ph type="ftr" sz="quarter" idx="11"/>
            <p:custDataLst>
              <p:tags r:id="rId4"/>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3A37AEEC-0335-4AD6-A71C-A37ED57180CA}"/>
              </a:ext>
              <a:ext uri="{C183D7F6-B498-43B3-948B-1728B52AA6E4}">
                <adec:decorative xmlns:adec="http://schemas.microsoft.com/office/drawing/2017/decorative" val="1"/>
              </a:ext>
            </a:extLst>
          </p:cNvPr>
          <p:cNvSpPr>
            <a:spLocks noGrp="1"/>
          </p:cNvSpPr>
          <p:nvPr>
            <p:ph type="sldNum" sz="quarter" idx="12"/>
            <p:custDataLst>
              <p:tags r:id="rId5"/>
            </p:custDataLst>
          </p:nvPr>
        </p:nvSpPr>
        <p:spPr/>
        <p:txBody>
          <a:bodyPr/>
          <a:lstStyle/>
          <a:p>
            <a:fld id="{2E86C063-E22E-2E4C-A523-54089486E38F}" type="slidenum">
              <a:rPr lang="en-US" smtClean="0"/>
              <a:pPr/>
              <a:t>43</a:t>
            </a:fld>
            <a:endParaRPr lang="en-US" dirty="0"/>
          </a:p>
        </p:txBody>
      </p:sp>
    </p:spTree>
    <p:extLst>
      <p:ext uri="{BB962C8B-B14F-4D97-AF65-F5344CB8AC3E}">
        <p14:creationId xmlns:p14="http://schemas.microsoft.com/office/powerpoint/2010/main" val="11964540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09600" y="244820"/>
            <a:ext cx="10972800" cy="1143000"/>
          </a:xfrm>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Autofit/>
          </a:bodyPr>
          <a:lstStyle/>
          <a:p>
            <a:r>
              <a:rPr lang="en-CA" dirty="0"/>
              <a:t>Where is the Accessibility Checker? </a:t>
            </a:r>
          </a:p>
        </p:txBody>
      </p:sp>
      <p:sp>
        <p:nvSpPr>
          <p:cNvPr id="3" name="Content"/>
          <p:cNvSpPr>
            <a:spLocks noGrp="1"/>
          </p:cNvSpPr>
          <p:nvPr>
            <p:ph sz="half" idx="1"/>
            <p:custDataLst>
              <p:tags r:id="rId2"/>
            </p:custDataLst>
          </p:nvPr>
        </p:nvSpPr>
        <p:spPr>
          <a:xfrm>
            <a:off x="609600" y="1371602"/>
            <a:ext cx="5384800" cy="1599884"/>
          </a:xfrm>
        </p:spPr>
        <p:txBody>
          <a:bodyPr>
            <a:noAutofit/>
          </a:bodyPr>
          <a:lstStyle/>
          <a:p>
            <a:pPr>
              <a:lnSpc>
                <a:spcPct val="150000"/>
              </a:lnSpc>
              <a:spcBef>
                <a:spcPts val="1800"/>
              </a:spcBef>
              <a:buFont typeface="Wingdings" panose="05000000000000000000" pitchFamily="2" charset="2"/>
              <a:buChar char="Ø"/>
            </a:pPr>
            <a:r>
              <a:rPr lang="en-CA" dirty="0"/>
              <a:t>Select </a:t>
            </a:r>
            <a:r>
              <a:rPr lang="en-CA" b="1" dirty="0"/>
              <a:t>Review</a:t>
            </a:r>
            <a:r>
              <a:rPr lang="en-CA" dirty="0"/>
              <a:t> ribbon</a:t>
            </a:r>
          </a:p>
          <a:p>
            <a:pPr>
              <a:lnSpc>
                <a:spcPct val="150000"/>
              </a:lnSpc>
              <a:spcBef>
                <a:spcPts val="1800"/>
              </a:spcBef>
              <a:buFont typeface="Wingdings" panose="05000000000000000000" pitchFamily="2" charset="2"/>
              <a:buChar char="Ø"/>
            </a:pPr>
            <a:r>
              <a:rPr lang="en-CA" dirty="0"/>
              <a:t>Select </a:t>
            </a:r>
            <a:r>
              <a:rPr lang="en-CA" b="1" dirty="0"/>
              <a:t>Check Accessibility</a:t>
            </a:r>
          </a:p>
        </p:txBody>
      </p:sp>
      <p:pic>
        <p:nvPicPr>
          <p:cNvPr id="9" name="Picture 8" descr="Accessibility checker icon">
            <a:extLst>
              <a:ext uri="{FF2B5EF4-FFF2-40B4-BE49-F238E27FC236}">
                <a16:creationId xmlns:a16="http://schemas.microsoft.com/office/drawing/2014/main" id="{419BE7CF-5528-44CE-B41C-87F76394E5A3}"/>
              </a:ext>
            </a:extLst>
          </p:cNvPr>
          <p:cNvPicPr>
            <a:picLocks noChangeAspect="1"/>
          </p:cNvPicPr>
          <p:nvPr>
            <p:custDataLst>
              <p:tags r:id="rId3"/>
            </p:custDataLst>
          </p:nvPr>
        </p:nvPicPr>
        <p:blipFill>
          <a:blip r:embed="rId9"/>
          <a:stretch>
            <a:fillRect/>
          </a:stretch>
        </p:blipFill>
        <p:spPr>
          <a:xfrm>
            <a:off x="10820399" y="1371602"/>
            <a:ext cx="828093" cy="1045467"/>
          </a:xfrm>
          <a:prstGeom prst="rect">
            <a:avLst/>
          </a:prstGeom>
        </p:spPr>
      </p:pic>
      <p:sp>
        <p:nvSpPr>
          <p:cNvPr id="6" name="Espace réservé du contenu 5">
            <a:extLst>
              <a:ext uri="{FF2B5EF4-FFF2-40B4-BE49-F238E27FC236}">
                <a16:creationId xmlns:a16="http://schemas.microsoft.com/office/drawing/2014/main" id="{269DBE76-0D8F-3715-6B37-714E6014A2B8}"/>
              </a:ext>
            </a:extLst>
          </p:cNvPr>
          <p:cNvSpPr>
            <a:spLocks noGrp="1"/>
          </p:cNvSpPr>
          <p:nvPr>
            <p:ph sz="half" idx="2"/>
          </p:nvPr>
        </p:nvSpPr>
        <p:spPr>
          <a:xfrm>
            <a:off x="689610" y="3565848"/>
            <a:ext cx="7420927" cy="1937539"/>
          </a:xfrm>
        </p:spPr>
        <p:txBody>
          <a:bodyPr>
            <a:normAutofit/>
          </a:bodyPr>
          <a:lstStyle/>
          <a:p>
            <a:pPr marL="0" indent="0">
              <a:buNone/>
            </a:pPr>
            <a:r>
              <a:rPr lang="en-CA" sz="3000" b="1" dirty="0"/>
              <a:t>Tip</a:t>
            </a:r>
            <a:r>
              <a:rPr lang="en-CA" sz="3000" dirty="0"/>
              <a:t>: The Word Accessibility appears on the status bar (bottom left) showing the status of your document. You can click this button to open the Accessibility Checker.</a:t>
            </a:r>
          </a:p>
          <a:p>
            <a:pPr marL="0" indent="0">
              <a:buNone/>
            </a:pPr>
            <a:endParaRPr lang="en-CA" dirty="0"/>
          </a:p>
        </p:txBody>
      </p:sp>
      <p:pic>
        <p:nvPicPr>
          <p:cNvPr id="8" name="Picture 7" descr="Screen capture of status bar with 'accessibility: investigate'">
            <a:extLst>
              <a:ext uri="{FF2B5EF4-FFF2-40B4-BE49-F238E27FC236}">
                <a16:creationId xmlns:a16="http://schemas.microsoft.com/office/drawing/2014/main" id="{46D3DE77-4E93-46F3-BE58-F914C141B009}"/>
              </a:ext>
            </a:extLst>
          </p:cNvPr>
          <p:cNvPicPr>
            <a:picLocks noChangeAspect="1"/>
          </p:cNvPicPr>
          <p:nvPr>
            <p:custDataLst>
              <p:tags r:id="rId4"/>
            </p:custDataLst>
          </p:nvPr>
        </p:nvPicPr>
        <p:blipFill>
          <a:blip r:embed="rId10"/>
          <a:stretch>
            <a:fillRect/>
          </a:stretch>
        </p:blipFill>
        <p:spPr>
          <a:xfrm>
            <a:off x="8472763" y="4303902"/>
            <a:ext cx="3109637" cy="461430"/>
          </a:xfrm>
          <a:prstGeom prst="rect">
            <a:avLst/>
          </a:prstGeom>
        </p:spPr>
      </p:pic>
      <p:sp>
        <p:nvSpPr>
          <p:cNvPr id="4" name="Footer Placeholder 3">
            <a:extLst>
              <a:ext uri="{FF2B5EF4-FFF2-40B4-BE49-F238E27FC236}">
                <a16:creationId xmlns:a16="http://schemas.microsoft.com/office/drawing/2014/main" id="{3662D56A-6E5E-4B1E-B342-9F765939B149}"/>
              </a:ext>
              <a:ext uri="{C183D7F6-B498-43B3-948B-1728B52AA6E4}">
                <adec:decorative xmlns:adec="http://schemas.microsoft.com/office/drawing/2017/decorative" val="1"/>
              </a:ext>
            </a:extLst>
          </p:cNvPr>
          <p:cNvSpPr>
            <a:spLocks noGrp="1"/>
          </p:cNvSpPr>
          <p:nvPr>
            <p:ph type="ftr" sz="quarter" idx="11"/>
            <p:custDataLst>
              <p:tags r:id="rId5"/>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3096493C-912D-4AD8-94B1-ED9B82425E50}"/>
              </a:ext>
              <a:ext uri="{C183D7F6-B498-43B3-948B-1728B52AA6E4}">
                <adec:decorative xmlns:adec="http://schemas.microsoft.com/office/drawing/2017/decorative" val="1"/>
              </a:ext>
            </a:extLst>
          </p:cNvPr>
          <p:cNvSpPr>
            <a:spLocks noGrp="1"/>
          </p:cNvSpPr>
          <p:nvPr>
            <p:ph type="sldNum" sz="quarter" idx="12"/>
            <p:custDataLst>
              <p:tags r:id="rId6"/>
            </p:custDataLst>
          </p:nvPr>
        </p:nvSpPr>
        <p:spPr/>
        <p:txBody>
          <a:bodyPr/>
          <a:lstStyle/>
          <a:p>
            <a:fld id="{2E86C063-E22E-2E4C-A523-54089486E38F}" type="slidenum">
              <a:rPr lang="en-US" smtClean="0"/>
              <a:pPr/>
              <a:t>44</a:t>
            </a:fld>
            <a:endParaRPr lang="en-US" dirty="0"/>
          </a:p>
        </p:txBody>
      </p:sp>
    </p:spTree>
    <p:extLst>
      <p:ext uri="{BB962C8B-B14F-4D97-AF65-F5344CB8AC3E}">
        <p14:creationId xmlns:p14="http://schemas.microsoft.com/office/powerpoint/2010/main" val="31530287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descr="Screen capture of the Accessibility checker"/>
          <p:cNvSpPr>
            <a:spLocks noGrp="1"/>
          </p:cNvSpPr>
          <p:nvPr>
            <p:ph type="title"/>
            <p:custDataLst>
              <p:tags r:id="rId1"/>
            </p:custDataLst>
          </p:nvPr>
        </p:nvSpPr>
        <p:spPr>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Autofit/>
          </a:bodyPr>
          <a:lstStyle/>
          <a:p>
            <a:r>
              <a:rPr lang="en-CA" dirty="0"/>
              <a:t>Inspection Results </a:t>
            </a:r>
          </a:p>
        </p:txBody>
      </p:sp>
      <p:sp>
        <p:nvSpPr>
          <p:cNvPr id="3" name="Content"/>
          <p:cNvSpPr>
            <a:spLocks noGrp="1"/>
          </p:cNvSpPr>
          <p:nvPr>
            <p:ph sz="half" idx="1"/>
            <p:custDataLst>
              <p:tags r:id="rId2"/>
            </p:custDataLst>
          </p:nvPr>
        </p:nvSpPr>
        <p:spPr>
          <a:xfrm>
            <a:off x="609600" y="1221475"/>
            <a:ext cx="8657230" cy="1808328"/>
          </a:xfrm>
        </p:spPr>
        <p:txBody>
          <a:bodyPr>
            <a:noAutofit/>
          </a:bodyPr>
          <a:lstStyle/>
          <a:p>
            <a:pPr marL="0" indent="0">
              <a:lnSpc>
                <a:spcPct val="150000"/>
              </a:lnSpc>
              <a:buNone/>
            </a:pPr>
            <a:r>
              <a:rPr lang="en-CA" dirty="0"/>
              <a:t>The Accessibility Checker reports on three types of problems through the </a:t>
            </a:r>
            <a:r>
              <a:rPr lang="en-CA" b="1" dirty="0"/>
              <a:t>Inspection results</a:t>
            </a:r>
            <a:r>
              <a:rPr lang="en-CA" dirty="0"/>
              <a:t>:</a:t>
            </a:r>
          </a:p>
        </p:txBody>
      </p:sp>
      <p:pic>
        <p:nvPicPr>
          <p:cNvPr id="8" name="Picture 7" descr="Screen capture of the Accessibility checker">
            <a:extLst>
              <a:ext uri="{FF2B5EF4-FFF2-40B4-BE49-F238E27FC236}">
                <a16:creationId xmlns:a16="http://schemas.microsoft.com/office/drawing/2014/main" id="{1E563E20-EFB4-476F-9DB4-B50435203FBD}"/>
              </a:ext>
            </a:extLst>
          </p:cNvPr>
          <p:cNvPicPr>
            <a:picLocks noChangeAspect="1"/>
          </p:cNvPicPr>
          <p:nvPr/>
        </p:nvPicPr>
        <p:blipFill>
          <a:blip r:embed="rId7"/>
          <a:stretch>
            <a:fillRect/>
          </a:stretch>
        </p:blipFill>
        <p:spPr>
          <a:xfrm>
            <a:off x="9332829" y="170729"/>
            <a:ext cx="2629342" cy="2115272"/>
          </a:xfrm>
          <a:prstGeom prst="rect">
            <a:avLst/>
          </a:prstGeom>
        </p:spPr>
      </p:pic>
      <p:sp>
        <p:nvSpPr>
          <p:cNvPr id="9" name="Content Placeholder 8">
            <a:extLst>
              <a:ext uri="{FF2B5EF4-FFF2-40B4-BE49-F238E27FC236}">
                <a16:creationId xmlns:a16="http://schemas.microsoft.com/office/drawing/2014/main" id="{DA4B7699-555D-4306-B049-8166BC1CAD1A}"/>
              </a:ext>
            </a:extLst>
          </p:cNvPr>
          <p:cNvSpPr>
            <a:spLocks noGrp="1"/>
          </p:cNvSpPr>
          <p:nvPr>
            <p:ph sz="half" idx="2"/>
          </p:nvPr>
        </p:nvSpPr>
        <p:spPr>
          <a:xfrm>
            <a:off x="609600" y="2705636"/>
            <a:ext cx="10972800" cy="3254528"/>
          </a:xfrm>
        </p:spPr>
        <p:txBody>
          <a:bodyPr>
            <a:normAutofit fontScale="92500" lnSpcReduction="10000"/>
          </a:bodyPr>
          <a:lstStyle/>
          <a:p>
            <a:pPr>
              <a:lnSpc>
                <a:spcPct val="150000"/>
              </a:lnSpc>
              <a:buFont typeface="Wingdings" panose="05000000000000000000" pitchFamily="2" charset="2"/>
              <a:buChar char="Ø"/>
            </a:pPr>
            <a:r>
              <a:rPr lang="en-US" b="1" dirty="0"/>
              <a:t>Errors: </a:t>
            </a:r>
            <a:r>
              <a:rPr lang="en-US" dirty="0"/>
              <a:t>difficult or impossible to read and understand</a:t>
            </a:r>
          </a:p>
          <a:p>
            <a:pPr>
              <a:lnSpc>
                <a:spcPct val="150000"/>
              </a:lnSpc>
              <a:buFont typeface="Wingdings" panose="05000000000000000000" pitchFamily="2" charset="2"/>
              <a:buChar char="Ø"/>
            </a:pPr>
            <a:r>
              <a:rPr lang="en-US" b="1" dirty="0"/>
              <a:t>Warnings:</a:t>
            </a:r>
            <a:r>
              <a:rPr lang="en-US" dirty="0"/>
              <a:t> in most (but not all) cases makes the document difficult to understand</a:t>
            </a:r>
          </a:p>
          <a:p>
            <a:pPr>
              <a:lnSpc>
                <a:spcPct val="150000"/>
              </a:lnSpc>
              <a:buFont typeface="Wingdings" panose="05000000000000000000" pitchFamily="2" charset="2"/>
              <a:buChar char="Ø"/>
            </a:pPr>
            <a:r>
              <a:rPr lang="en-US" b="1" dirty="0"/>
              <a:t>Tips:</a:t>
            </a:r>
            <a:r>
              <a:rPr lang="en-US" dirty="0"/>
              <a:t> could be presented in a different way to improve the user’s experience</a:t>
            </a:r>
          </a:p>
        </p:txBody>
      </p:sp>
      <p:sp>
        <p:nvSpPr>
          <p:cNvPr id="10" name="Footer Placeholder 3">
            <a:extLst>
              <a:ext uri="{FF2B5EF4-FFF2-40B4-BE49-F238E27FC236}">
                <a16:creationId xmlns:a16="http://schemas.microsoft.com/office/drawing/2014/main" id="{216E78DA-7402-4CC7-BFE2-01AD194BB4AF}"/>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FF3009F9-F72D-47B8-BE9C-A368ED9B5C36}"/>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45</a:t>
            </a:fld>
            <a:endParaRPr lang="en-US" dirty="0"/>
          </a:p>
        </p:txBody>
      </p:sp>
    </p:spTree>
    <p:extLst>
      <p:ext uri="{BB962C8B-B14F-4D97-AF65-F5344CB8AC3E}">
        <p14:creationId xmlns:p14="http://schemas.microsoft.com/office/powerpoint/2010/main" val="26913284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82388" y="426950"/>
            <a:ext cx="9626009" cy="856610"/>
          </a:xfrm>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Autofit/>
          </a:bodyPr>
          <a:lstStyle/>
          <a:p>
            <a:r>
              <a:rPr lang="en-CA" dirty="0"/>
              <a:t>Reading level of content</a:t>
            </a:r>
            <a:endParaRPr lang="en-CA" sz="4000" dirty="0"/>
          </a:p>
        </p:txBody>
      </p:sp>
      <p:sp>
        <p:nvSpPr>
          <p:cNvPr id="3" name="Content"/>
          <p:cNvSpPr>
            <a:spLocks noGrp="1"/>
          </p:cNvSpPr>
          <p:nvPr>
            <p:ph idx="1"/>
            <p:custDataLst>
              <p:tags r:id="rId2"/>
            </p:custDataLst>
          </p:nvPr>
        </p:nvSpPr>
        <p:spPr>
          <a:xfrm>
            <a:off x="537210" y="1283560"/>
            <a:ext cx="11045190" cy="4701830"/>
          </a:xfrm>
        </p:spPr>
        <p:txBody>
          <a:bodyPr>
            <a:noAutofit/>
          </a:bodyPr>
          <a:lstStyle/>
          <a:p>
            <a:pPr>
              <a:lnSpc>
                <a:spcPct val="150000"/>
              </a:lnSpc>
              <a:spcBef>
                <a:spcPts val="1800"/>
              </a:spcBef>
            </a:pPr>
            <a:r>
              <a:rPr lang="en-CA" sz="3000" dirty="0">
                <a:solidFill>
                  <a:srgbClr val="333333"/>
                </a:solidFill>
                <a:latin typeface="+mj-lt"/>
              </a:rPr>
              <a:t>Use Plain Language to make the information accessible and readable </a:t>
            </a:r>
            <a:r>
              <a:rPr lang="en-CA" dirty="0">
                <a:solidFill>
                  <a:srgbClr val="333333"/>
                </a:solidFill>
                <a:latin typeface="+mj-lt"/>
              </a:rPr>
              <a:t>for everyone.</a:t>
            </a:r>
            <a:endParaRPr lang="en-CA" b="0" i="0" dirty="0">
              <a:solidFill>
                <a:srgbClr val="333333"/>
              </a:solidFill>
              <a:effectLst/>
              <a:latin typeface="+mj-lt"/>
            </a:endParaRPr>
          </a:p>
          <a:p>
            <a:pPr>
              <a:lnSpc>
                <a:spcPct val="150000"/>
              </a:lnSpc>
              <a:spcBef>
                <a:spcPts val="1800"/>
              </a:spcBef>
            </a:pPr>
            <a:r>
              <a:rPr lang="en-CA" b="0" i="0" dirty="0">
                <a:solidFill>
                  <a:srgbClr val="333333"/>
                </a:solidFill>
                <a:effectLst/>
                <a:latin typeface="+mj-lt"/>
              </a:rPr>
              <a:t>Content reading level (Flesch-Kincaid) higher than Grade 8 can be difficult to understand for some people.</a:t>
            </a:r>
          </a:p>
          <a:p>
            <a:pPr>
              <a:lnSpc>
                <a:spcPct val="150000"/>
              </a:lnSpc>
              <a:spcBef>
                <a:spcPts val="1800"/>
              </a:spcBef>
            </a:pPr>
            <a:r>
              <a:rPr lang="en-CA" b="0" i="0" dirty="0">
                <a:solidFill>
                  <a:srgbClr val="333333"/>
                </a:solidFill>
                <a:effectLst/>
                <a:latin typeface="+mj-lt"/>
              </a:rPr>
              <a:t>Statistics tools help you check the reading level.</a:t>
            </a:r>
          </a:p>
        </p:txBody>
      </p:sp>
      <p:sp>
        <p:nvSpPr>
          <p:cNvPr id="4" name="Footer Placeholder 3">
            <a:extLst>
              <a:ext uri="{FF2B5EF4-FFF2-40B4-BE49-F238E27FC236}">
                <a16:creationId xmlns:a16="http://schemas.microsoft.com/office/drawing/2014/main" id="{88E32520-B988-41DC-AD8E-028A00E56A88}"/>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9F7BA778-D9DA-45DD-B568-CBF72BA7E8CD}"/>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46</a:t>
            </a:fld>
            <a:endParaRPr lang="en-US" dirty="0"/>
          </a:p>
        </p:txBody>
      </p:sp>
    </p:spTree>
    <p:extLst>
      <p:ext uri="{BB962C8B-B14F-4D97-AF65-F5344CB8AC3E}">
        <p14:creationId xmlns:p14="http://schemas.microsoft.com/office/powerpoint/2010/main" val="25342965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09600" y="244820"/>
            <a:ext cx="10972800" cy="1143000"/>
          </a:xfrm>
          <a:scene3d>
            <a:camera prst="orthographicFront">
              <a:rot lat="0" lon="0" rev="0"/>
            </a:camera>
            <a:lightRig rig="balanced" dir="t">
              <a:rot lat="0" lon="0" rev="8700000"/>
            </a:lightRig>
          </a:scene3d>
        </p:spPr>
        <p:txBody>
          <a:bodyPr anchor="ctr">
            <a:normAutofit/>
          </a:bodyPr>
          <a:lstStyle/>
          <a:p>
            <a:r>
              <a:rPr lang="en-CA" dirty="0"/>
              <a:t>Readability Statistics</a:t>
            </a:r>
          </a:p>
        </p:txBody>
      </p:sp>
      <p:sp>
        <p:nvSpPr>
          <p:cNvPr id="3" name="Content"/>
          <p:cNvSpPr>
            <a:spLocks noGrp="1"/>
          </p:cNvSpPr>
          <p:nvPr>
            <p:ph sz="half" idx="1"/>
            <p:custDataLst>
              <p:tags r:id="rId2"/>
            </p:custDataLst>
          </p:nvPr>
        </p:nvSpPr>
        <p:spPr>
          <a:xfrm>
            <a:off x="1264258" y="1513965"/>
            <a:ext cx="9663485" cy="3830071"/>
          </a:xfrm>
        </p:spPr>
        <p:txBody>
          <a:bodyPr>
            <a:normAutofit lnSpcReduction="10000"/>
          </a:bodyPr>
          <a:lstStyle/>
          <a:p>
            <a:pPr>
              <a:lnSpc>
                <a:spcPct val="150000"/>
              </a:lnSpc>
              <a:spcBef>
                <a:spcPts val="1800"/>
              </a:spcBef>
            </a:pPr>
            <a:r>
              <a:rPr lang="en-CA" dirty="0"/>
              <a:t>Available in Word and must be activated (only </a:t>
            </a:r>
            <a:r>
              <a:rPr lang="en-CA" b="1" dirty="0"/>
              <a:t>one</a:t>
            </a:r>
            <a:r>
              <a:rPr lang="en-CA" dirty="0"/>
              <a:t> </a:t>
            </a:r>
            <a:r>
              <a:rPr lang="en-CA" b="1" dirty="0"/>
              <a:t>time</a:t>
            </a:r>
            <a:r>
              <a:rPr lang="en-CA" dirty="0"/>
              <a:t>).</a:t>
            </a:r>
          </a:p>
          <a:p>
            <a:pPr>
              <a:lnSpc>
                <a:spcPct val="150000"/>
              </a:lnSpc>
              <a:spcBef>
                <a:spcPts val="1800"/>
              </a:spcBef>
            </a:pPr>
            <a:r>
              <a:rPr lang="en-CA" dirty="0"/>
              <a:t>Works </a:t>
            </a:r>
            <a:r>
              <a:rPr lang="en-CA" b="1" dirty="0"/>
              <a:t>only</a:t>
            </a:r>
            <a:r>
              <a:rPr lang="en-CA" dirty="0"/>
              <a:t> for English documents. </a:t>
            </a:r>
          </a:p>
          <a:p>
            <a:pPr>
              <a:lnSpc>
                <a:spcPct val="150000"/>
              </a:lnSpc>
              <a:spcBef>
                <a:spcPts val="1800"/>
              </a:spcBef>
            </a:pPr>
            <a:r>
              <a:rPr lang="en-CA" dirty="0"/>
              <a:t>For </a:t>
            </a:r>
            <a:r>
              <a:rPr lang="en-CA" b="1" dirty="0"/>
              <a:t>French</a:t>
            </a:r>
            <a:r>
              <a:rPr lang="en-CA" dirty="0"/>
              <a:t> documents use </a:t>
            </a:r>
            <a:r>
              <a:rPr lang="en-CA" dirty="0">
                <a:hlinkClick r:id="rId7"/>
              </a:rPr>
              <a:t>Scolarius</a:t>
            </a:r>
            <a:r>
              <a:rPr lang="en-CA" dirty="0"/>
              <a:t> (if </a:t>
            </a:r>
            <a:r>
              <a:rPr lang="en-CA" b="1" dirty="0"/>
              <a:t>unclassified</a:t>
            </a:r>
            <a:r>
              <a:rPr lang="en-CA" dirty="0"/>
              <a:t>).</a:t>
            </a:r>
          </a:p>
        </p:txBody>
      </p:sp>
      <p:sp>
        <p:nvSpPr>
          <p:cNvPr id="4" name="Footer Placeholder 3">
            <a:extLst>
              <a:ext uri="{FF2B5EF4-FFF2-40B4-BE49-F238E27FC236}">
                <a16:creationId xmlns:a16="http://schemas.microsoft.com/office/drawing/2014/main" id="{88E32520-B988-41DC-AD8E-028A00E56A88}"/>
              </a:ext>
              <a:ext uri="{C183D7F6-B498-43B3-948B-1728B52AA6E4}">
                <adec:decorative xmlns:adec="http://schemas.microsoft.com/office/drawing/2017/decorative" val="1"/>
              </a:ext>
            </a:extLst>
          </p:cNvPr>
          <p:cNvSpPr>
            <a:spLocks noGrp="1"/>
          </p:cNvSpPr>
          <p:nvPr>
            <p:ph type="ftr" sz="quarter" idx="11"/>
            <p:custDataLst>
              <p:tags r:id="rId3"/>
            </p:custDataLst>
          </p:nvPr>
        </p:nvSpPr>
        <p:spPr>
          <a:xfrm>
            <a:off x="2665708" y="6436297"/>
            <a:ext cx="6096001" cy="287256"/>
          </a:xfrm>
        </p:spPr>
        <p:txBody>
          <a:bodyPr anchor="ctr">
            <a:normAutofit/>
          </a:bodyPr>
          <a:lstStyle/>
          <a:p>
            <a:pPr>
              <a:lnSpc>
                <a:spcPct val="90000"/>
              </a:lnSpc>
              <a:spcAft>
                <a:spcPts val="600"/>
              </a:spcAft>
            </a:pPr>
            <a:r>
              <a:rPr lang="en-CA" sz="1400" dirty="0"/>
              <a:t>Making Technology work for everyone!</a:t>
            </a:r>
            <a:endParaRPr lang="en-US" sz="1400" dirty="0"/>
          </a:p>
        </p:txBody>
      </p:sp>
      <p:sp>
        <p:nvSpPr>
          <p:cNvPr id="5" name="Slide Number Placeholder 4">
            <a:extLst>
              <a:ext uri="{FF2B5EF4-FFF2-40B4-BE49-F238E27FC236}">
                <a16:creationId xmlns:a16="http://schemas.microsoft.com/office/drawing/2014/main" id="{9F7BA778-D9DA-45DD-B568-CBF72BA7E8CD}"/>
              </a:ext>
              <a:ext uri="{C183D7F6-B498-43B3-948B-1728B52AA6E4}">
                <adec:decorative xmlns:adec="http://schemas.microsoft.com/office/drawing/2017/decorative" val="1"/>
              </a:ext>
            </a:extLst>
          </p:cNvPr>
          <p:cNvSpPr>
            <a:spLocks noGrp="1"/>
          </p:cNvSpPr>
          <p:nvPr>
            <p:ph type="sldNum" sz="quarter" idx="12"/>
            <p:custDataLst>
              <p:tags r:id="rId4"/>
            </p:custDataLst>
          </p:nvPr>
        </p:nvSpPr>
        <p:spPr>
          <a:xfrm>
            <a:off x="8737600" y="6379799"/>
            <a:ext cx="2844800" cy="365125"/>
          </a:xfrm>
        </p:spPr>
        <p:txBody>
          <a:bodyPr anchor="ctr">
            <a:normAutofit/>
          </a:bodyPr>
          <a:lstStyle/>
          <a:p>
            <a:pPr>
              <a:lnSpc>
                <a:spcPct val="90000"/>
              </a:lnSpc>
              <a:spcAft>
                <a:spcPts val="600"/>
              </a:spcAft>
            </a:pPr>
            <a:fld id="{2E86C063-E22E-2E4C-A523-54089486E38F}" type="slidenum">
              <a:rPr lang="en-US" smtClean="0"/>
              <a:pPr>
                <a:lnSpc>
                  <a:spcPct val="90000"/>
                </a:lnSpc>
                <a:spcAft>
                  <a:spcPts val="600"/>
                </a:spcAft>
              </a:pPr>
              <a:t>47</a:t>
            </a:fld>
            <a:endParaRPr lang="en-US" dirty="0"/>
          </a:p>
        </p:txBody>
      </p:sp>
    </p:spTree>
    <p:extLst>
      <p:ext uri="{BB962C8B-B14F-4D97-AF65-F5344CB8AC3E}">
        <p14:creationId xmlns:p14="http://schemas.microsoft.com/office/powerpoint/2010/main" val="13724864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09600" y="244820"/>
            <a:ext cx="10972800" cy="1041287"/>
          </a:xfrm>
          <a:scene3d>
            <a:camera prst="orthographicFront">
              <a:rot lat="0" lon="0" rev="0"/>
            </a:camera>
            <a:lightRig rig="balanced" dir="t">
              <a:rot lat="0" lon="0" rev="8700000"/>
            </a:lightRig>
          </a:scene3d>
        </p:spPr>
        <p:txBody>
          <a:bodyPr anchor="ctr">
            <a:normAutofit/>
          </a:bodyPr>
          <a:lstStyle/>
          <a:p>
            <a:r>
              <a:rPr lang="en-CA" dirty="0"/>
              <a:t>Activate Readability Statistics</a:t>
            </a:r>
          </a:p>
        </p:txBody>
      </p:sp>
      <p:sp>
        <p:nvSpPr>
          <p:cNvPr id="3" name="Content"/>
          <p:cNvSpPr>
            <a:spLocks noGrp="1"/>
          </p:cNvSpPr>
          <p:nvPr>
            <p:ph sz="half" idx="1"/>
            <p:custDataLst>
              <p:tags r:id="rId2"/>
            </p:custDataLst>
          </p:nvPr>
        </p:nvSpPr>
        <p:spPr>
          <a:xfrm>
            <a:off x="609599" y="1684845"/>
            <a:ext cx="6704842" cy="4195882"/>
          </a:xfrm>
        </p:spPr>
        <p:txBody>
          <a:bodyPr>
            <a:noAutofit/>
          </a:bodyPr>
          <a:lstStyle/>
          <a:p>
            <a:pPr marL="514350" indent="-514350">
              <a:lnSpc>
                <a:spcPct val="150000"/>
              </a:lnSpc>
              <a:buFont typeface="+mj-lt"/>
              <a:buAutoNum type="arabicPeriod"/>
            </a:pPr>
            <a:r>
              <a:rPr lang="en-CA" dirty="0"/>
              <a:t>Go to </a:t>
            </a:r>
            <a:r>
              <a:rPr lang="en-CA" b="1" dirty="0"/>
              <a:t>File</a:t>
            </a:r>
            <a:r>
              <a:rPr lang="en-CA" dirty="0"/>
              <a:t>…</a:t>
            </a:r>
            <a:r>
              <a:rPr lang="en-CA" b="1" dirty="0"/>
              <a:t>Options</a:t>
            </a:r>
            <a:endParaRPr lang="en-CA" dirty="0"/>
          </a:p>
          <a:p>
            <a:pPr marL="514350" indent="-514350">
              <a:lnSpc>
                <a:spcPct val="150000"/>
              </a:lnSpc>
              <a:buFont typeface="+mj-lt"/>
              <a:buAutoNum type="arabicPeriod"/>
            </a:pPr>
            <a:r>
              <a:rPr lang="en-CA" dirty="0"/>
              <a:t>Select </a:t>
            </a:r>
            <a:r>
              <a:rPr lang="en-CA" b="1" dirty="0"/>
              <a:t>Proofing</a:t>
            </a:r>
          </a:p>
          <a:p>
            <a:pPr marL="514350" indent="-514350">
              <a:lnSpc>
                <a:spcPct val="150000"/>
              </a:lnSpc>
              <a:buFont typeface="+mj-lt"/>
              <a:buAutoNum type="arabicPeriod"/>
            </a:pPr>
            <a:r>
              <a:rPr lang="en-CA" dirty="0"/>
              <a:t>Go to the section </a:t>
            </a:r>
            <a:r>
              <a:rPr lang="en-CA" b="1" dirty="0"/>
              <a:t>When correcting spelling and grammar in Word</a:t>
            </a:r>
            <a:endParaRPr lang="en-CA" dirty="0"/>
          </a:p>
          <a:p>
            <a:pPr marL="514350" indent="-514350">
              <a:lnSpc>
                <a:spcPct val="150000"/>
              </a:lnSpc>
              <a:buFont typeface="+mj-lt"/>
              <a:buAutoNum type="arabicPeriod"/>
            </a:pPr>
            <a:r>
              <a:rPr lang="en-CA" dirty="0"/>
              <a:t>Check </a:t>
            </a:r>
            <a:r>
              <a:rPr lang="en-CA" b="1" dirty="0"/>
              <a:t>Show readability statistics</a:t>
            </a:r>
            <a:endParaRPr lang="en-CA" dirty="0"/>
          </a:p>
        </p:txBody>
      </p:sp>
      <p:sp>
        <p:nvSpPr>
          <p:cNvPr id="4" name="Footer Placeholder 3">
            <a:extLst>
              <a:ext uri="{FF2B5EF4-FFF2-40B4-BE49-F238E27FC236}">
                <a16:creationId xmlns:a16="http://schemas.microsoft.com/office/drawing/2014/main" id="{409794AA-AFE4-4464-9D16-CF97699AF86F}"/>
              </a:ext>
              <a:ext uri="{C183D7F6-B498-43B3-948B-1728B52AA6E4}">
                <adec:decorative xmlns:adec="http://schemas.microsoft.com/office/drawing/2017/decorative" val="1"/>
              </a:ext>
            </a:extLst>
          </p:cNvPr>
          <p:cNvSpPr>
            <a:spLocks noGrp="1"/>
          </p:cNvSpPr>
          <p:nvPr>
            <p:ph type="ftr" sz="quarter" idx="11"/>
            <p:custDataLst>
              <p:tags r:id="rId3"/>
            </p:custDataLst>
          </p:nvPr>
        </p:nvSpPr>
        <p:spPr>
          <a:xfrm>
            <a:off x="3048000" y="6436297"/>
            <a:ext cx="6096001" cy="287256"/>
          </a:xfrm>
        </p:spPr>
        <p:txBody>
          <a:bodyPr anchor="ctr">
            <a:noAutofit/>
          </a:bodyPr>
          <a:lstStyle/>
          <a:p>
            <a:pPr>
              <a:lnSpc>
                <a:spcPct val="90000"/>
              </a:lnSpc>
              <a:spcAft>
                <a:spcPts val="600"/>
              </a:spcAft>
            </a:pP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4BFA37F2-6CBD-4DD0-B13A-7DCB17BAE84B}"/>
              </a:ext>
              <a:ext uri="{C183D7F6-B498-43B3-948B-1728B52AA6E4}">
                <adec:decorative xmlns:adec="http://schemas.microsoft.com/office/drawing/2017/decorative" val="1"/>
              </a:ext>
            </a:extLst>
          </p:cNvPr>
          <p:cNvSpPr>
            <a:spLocks noGrp="1"/>
          </p:cNvSpPr>
          <p:nvPr>
            <p:ph type="sldNum" sz="quarter" idx="12"/>
            <p:custDataLst>
              <p:tags r:id="rId4"/>
            </p:custDataLst>
          </p:nvPr>
        </p:nvSpPr>
        <p:spPr>
          <a:xfrm>
            <a:off x="8737600" y="6379799"/>
            <a:ext cx="2844800" cy="365125"/>
          </a:xfrm>
        </p:spPr>
        <p:txBody>
          <a:bodyPr anchor="ctr">
            <a:normAutofit/>
          </a:bodyPr>
          <a:lstStyle/>
          <a:p>
            <a:pPr>
              <a:lnSpc>
                <a:spcPct val="90000"/>
              </a:lnSpc>
              <a:spcAft>
                <a:spcPts val="600"/>
              </a:spcAft>
            </a:pPr>
            <a:fld id="{2E86C063-E22E-2E4C-A523-54089486E38F}" type="slidenum">
              <a:rPr lang="en-US" smtClean="0"/>
              <a:pPr>
                <a:lnSpc>
                  <a:spcPct val="90000"/>
                </a:lnSpc>
                <a:spcAft>
                  <a:spcPts val="600"/>
                </a:spcAft>
              </a:pPr>
              <a:t>48</a:t>
            </a:fld>
            <a:endParaRPr lang="en-US" dirty="0"/>
          </a:p>
        </p:txBody>
      </p:sp>
      <p:pic>
        <p:nvPicPr>
          <p:cNvPr id="8" name="Picture 7" descr="Screen capture of Word Options&#10;">
            <a:extLst>
              <a:ext uri="{FF2B5EF4-FFF2-40B4-BE49-F238E27FC236}">
                <a16:creationId xmlns:a16="http://schemas.microsoft.com/office/drawing/2014/main" id="{2F6FD1FF-34EF-40F0-9C70-4BF9F4D5730B}"/>
              </a:ext>
            </a:extLst>
          </p:cNvPr>
          <p:cNvPicPr>
            <a:picLocks noChangeAspect="1"/>
          </p:cNvPicPr>
          <p:nvPr/>
        </p:nvPicPr>
        <p:blipFill>
          <a:blip r:embed="rId7"/>
          <a:stretch>
            <a:fillRect/>
          </a:stretch>
        </p:blipFill>
        <p:spPr>
          <a:xfrm>
            <a:off x="7314441" y="1692894"/>
            <a:ext cx="4264784" cy="3472213"/>
          </a:xfrm>
          <a:prstGeom prst="rect">
            <a:avLst/>
          </a:prstGeom>
        </p:spPr>
      </p:pic>
    </p:spTree>
    <p:extLst>
      <p:ext uri="{BB962C8B-B14F-4D97-AF65-F5344CB8AC3E}">
        <p14:creationId xmlns:p14="http://schemas.microsoft.com/office/powerpoint/2010/main" val="41596862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C5FDCE2-6EE5-443C-A8E1-FCAE5C17558A}"/>
              </a:ext>
              <a:ext uri="{C183D7F6-B498-43B3-948B-1728B52AA6E4}">
                <adec:decorative xmlns:adec="http://schemas.microsoft.com/office/drawing/2017/decorative" val="1"/>
              </a:ext>
            </a:extLst>
          </p:cNvPr>
          <p:cNvSpPr>
            <a:spLocks noGrp="1"/>
          </p:cNvSpPr>
          <p:nvPr>
            <p:ph type="sldNum" sz="quarter" idx="12"/>
            <p:custDataLst>
              <p:tags r:id="rId1"/>
            </p:custDataLst>
          </p:nvPr>
        </p:nvSpPr>
        <p:spPr/>
        <p:txBody>
          <a:bodyPr anchor="ctr">
            <a:normAutofit/>
          </a:bodyPr>
          <a:lstStyle/>
          <a:p>
            <a:pPr>
              <a:lnSpc>
                <a:spcPct val="90000"/>
              </a:lnSpc>
              <a:spcAft>
                <a:spcPts val="600"/>
              </a:spcAft>
            </a:pPr>
            <a:fld id="{2E86C063-E22E-2E4C-A523-54089486E38F}" type="slidenum">
              <a:rPr lang="en-US" smtClean="0"/>
              <a:pPr>
                <a:lnSpc>
                  <a:spcPct val="90000"/>
                </a:lnSpc>
                <a:spcAft>
                  <a:spcPts val="600"/>
                </a:spcAft>
              </a:pPr>
              <a:t>49</a:t>
            </a:fld>
            <a:endParaRPr lang="en-US" dirty="0"/>
          </a:p>
        </p:txBody>
      </p:sp>
      <p:sp>
        <p:nvSpPr>
          <p:cNvPr id="2" name="Title">
            <a:extLst>
              <a:ext uri="{C183D7F6-B498-43B3-948B-1728B52AA6E4}">
                <adec:decorative xmlns:adec="http://schemas.microsoft.com/office/drawing/2017/decorative" val="0"/>
              </a:ext>
            </a:extLst>
          </p:cNvPr>
          <p:cNvSpPr>
            <a:spLocks noGrp="1"/>
          </p:cNvSpPr>
          <p:nvPr>
            <p:ph type="title"/>
            <p:custDataLst>
              <p:tags r:id="rId2"/>
            </p:custDataLst>
          </p:nvPr>
        </p:nvSpPr>
        <p:spPr>
          <a:xfrm>
            <a:off x="935603" y="244819"/>
            <a:ext cx="8510547" cy="987633"/>
          </a:xfrm>
          <a:scene3d>
            <a:camera prst="orthographicFront">
              <a:rot lat="0" lon="0" rev="0"/>
            </a:camera>
            <a:lightRig rig="balanced" dir="t">
              <a:rot lat="0" lon="0" rev="8700000"/>
            </a:lightRig>
          </a:scene3d>
        </p:spPr>
        <p:txBody>
          <a:bodyPr anchor="ctr">
            <a:normAutofit/>
          </a:bodyPr>
          <a:lstStyle/>
          <a:p>
            <a:r>
              <a:rPr lang="en-CA" dirty="0"/>
              <a:t>Obtain Readability Statistics</a:t>
            </a:r>
          </a:p>
        </p:txBody>
      </p:sp>
      <p:sp>
        <p:nvSpPr>
          <p:cNvPr id="3" name="Content">
            <a:extLst>
              <a:ext uri="{C183D7F6-B498-43B3-948B-1728B52AA6E4}">
                <adec:decorative xmlns:adec="http://schemas.microsoft.com/office/drawing/2017/decorative" val="0"/>
              </a:ext>
            </a:extLst>
          </p:cNvPr>
          <p:cNvSpPr>
            <a:spLocks noGrp="1"/>
          </p:cNvSpPr>
          <p:nvPr>
            <p:ph sz="half" idx="1"/>
            <p:custDataLst>
              <p:tags r:id="rId3"/>
            </p:custDataLst>
          </p:nvPr>
        </p:nvSpPr>
        <p:spPr>
          <a:xfrm>
            <a:off x="935604" y="1641247"/>
            <a:ext cx="7953954" cy="4473305"/>
          </a:xfrm>
        </p:spPr>
        <p:txBody>
          <a:bodyPr>
            <a:noAutofit/>
          </a:bodyPr>
          <a:lstStyle/>
          <a:p>
            <a:pPr marL="571497" indent="-514350">
              <a:lnSpc>
                <a:spcPct val="110000"/>
              </a:lnSpc>
              <a:buFont typeface="+mj-lt"/>
              <a:buAutoNum type="arabicPeriod"/>
            </a:pPr>
            <a:r>
              <a:rPr lang="en-CA" dirty="0"/>
              <a:t>Go to </a:t>
            </a:r>
            <a:r>
              <a:rPr lang="en-CA" b="1" dirty="0"/>
              <a:t>Review</a:t>
            </a:r>
          </a:p>
          <a:p>
            <a:pPr marL="571497" indent="-514350">
              <a:lnSpc>
                <a:spcPct val="110000"/>
              </a:lnSpc>
              <a:buFont typeface="+mj-lt"/>
              <a:buAutoNum type="arabicPeriod"/>
            </a:pPr>
            <a:r>
              <a:rPr lang="en-CA" dirty="0"/>
              <a:t>Select </a:t>
            </a:r>
            <a:r>
              <a:rPr lang="en-CA" b="1" dirty="0"/>
              <a:t>Editor*</a:t>
            </a:r>
          </a:p>
          <a:p>
            <a:pPr marL="571497" indent="-514350">
              <a:lnSpc>
                <a:spcPct val="110000"/>
              </a:lnSpc>
              <a:buFont typeface="+mj-lt"/>
              <a:buAutoNum type="arabicPeriod"/>
            </a:pPr>
            <a:r>
              <a:rPr lang="en-CA" dirty="0"/>
              <a:t>Select </a:t>
            </a:r>
            <a:r>
              <a:rPr lang="en-CA" b="1" dirty="0"/>
              <a:t>Documents stats </a:t>
            </a:r>
            <a:r>
              <a:rPr lang="en-CA" dirty="0"/>
              <a:t>(below Insights)</a:t>
            </a:r>
          </a:p>
          <a:p>
            <a:pPr marL="57147" indent="0">
              <a:lnSpc>
                <a:spcPct val="110000"/>
              </a:lnSpc>
              <a:buNone/>
            </a:pPr>
            <a:r>
              <a:rPr lang="en-CA" dirty="0"/>
              <a:t>A prompt appears ‘We are calculating the stats for you…’</a:t>
            </a:r>
          </a:p>
          <a:p>
            <a:pPr marL="571497" indent="-514350">
              <a:lnSpc>
                <a:spcPct val="110000"/>
              </a:lnSpc>
              <a:buFont typeface="+mj-lt"/>
              <a:buAutoNum type="arabicPeriod" startAt="4"/>
            </a:pPr>
            <a:r>
              <a:rPr lang="en-CA" dirty="0"/>
              <a:t>Select </a:t>
            </a:r>
            <a:r>
              <a:rPr lang="en-CA" b="1" dirty="0"/>
              <a:t>Ok </a:t>
            </a:r>
            <a:r>
              <a:rPr lang="en-CA" dirty="0"/>
              <a:t>to proceed</a:t>
            </a:r>
          </a:p>
        </p:txBody>
      </p:sp>
      <p:pic>
        <p:nvPicPr>
          <p:cNvPr id="10" name="Picture 9" descr="screen capture of the Editor. Long description in speaker notes">
            <a:extLst>
              <a:ext uri="{FF2B5EF4-FFF2-40B4-BE49-F238E27FC236}">
                <a16:creationId xmlns:a16="http://schemas.microsoft.com/office/drawing/2014/main" id="{B3454095-847B-663C-EF6B-6725D6AEC16C}"/>
              </a:ext>
            </a:extLst>
          </p:cNvPr>
          <p:cNvPicPr>
            <a:picLocks noChangeAspect="1"/>
          </p:cNvPicPr>
          <p:nvPr/>
        </p:nvPicPr>
        <p:blipFill>
          <a:blip r:embed="rId7"/>
          <a:stretch>
            <a:fillRect/>
          </a:stretch>
        </p:blipFill>
        <p:spPr>
          <a:xfrm>
            <a:off x="9674545" y="656638"/>
            <a:ext cx="1907855" cy="5457914"/>
          </a:xfrm>
          <a:prstGeom prst="rect">
            <a:avLst/>
          </a:prstGeom>
          <a:ln>
            <a:solidFill>
              <a:schemeClr val="accent1"/>
            </a:solidFill>
          </a:ln>
        </p:spPr>
      </p:pic>
      <p:sp>
        <p:nvSpPr>
          <p:cNvPr id="4" name="Footer Placeholder 3">
            <a:extLst>
              <a:ext uri="{FF2B5EF4-FFF2-40B4-BE49-F238E27FC236}">
                <a16:creationId xmlns:a16="http://schemas.microsoft.com/office/drawing/2014/main" id="{65320A16-F8B8-44AE-ADC2-E5516AEEC473}"/>
              </a:ext>
              <a:ext uri="{C183D7F6-B498-43B3-948B-1728B52AA6E4}">
                <adec:decorative xmlns:adec="http://schemas.microsoft.com/office/drawing/2017/decorative" val="1"/>
              </a:ext>
            </a:extLst>
          </p:cNvPr>
          <p:cNvSpPr>
            <a:spLocks noGrp="1"/>
          </p:cNvSpPr>
          <p:nvPr>
            <p:ph type="ftr" sz="quarter" idx="11"/>
            <p:custDataLst>
              <p:tags r:id="rId4"/>
            </p:custDataLst>
          </p:nvPr>
        </p:nvSpPr>
        <p:spPr/>
        <p:txBody>
          <a:bodyPr anchor="ctr">
            <a:noAutofit/>
          </a:bodyPr>
          <a:lstStyle/>
          <a:p>
            <a:pPr>
              <a:lnSpc>
                <a:spcPct val="90000"/>
              </a:lnSpc>
              <a:spcAft>
                <a:spcPts val="600"/>
              </a:spcAft>
            </a:pPr>
            <a:r>
              <a:rPr lang="en-CA" dirty="0"/>
              <a:t>Making Technology work for everyone!</a:t>
            </a:r>
            <a:endParaRPr lang="en-US" dirty="0"/>
          </a:p>
        </p:txBody>
      </p:sp>
    </p:spTree>
    <p:extLst>
      <p:ext uri="{BB962C8B-B14F-4D97-AF65-F5344CB8AC3E}">
        <p14:creationId xmlns:p14="http://schemas.microsoft.com/office/powerpoint/2010/main" val="4619104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09600" y="244820"/>
            <a:ext cx="10972800" cy="1143000"/>
          </a:xfrm>
          <a:scene3d>
            <a:camera prst="orthographicFront">
              <a:rot lat="0" lon="0" rev="0"/>
            </a:camera>
            <a:lightRig rig="balanced" dir="t">
              <a:rot lat="0" lon="0" rev="8700000"/>
            </a:lightRig>
          </a:scene3d>
        </p:spPr>
        <p:txBody>
          <a:bodyPr anchor="ctr">
            <a:normAutofit/>
          </a:bodyPr>
          <a:lstStyle/>
          <a:p>
            <a:r>
              <a:rPr lang="en-CA" dirty="0"/>
              <a:t>To Lower the Readability Statistics</a:t>
            </a:r>
          </a:p>
        </p:txBody>
      </p:sp>
      <p:sp>
        <p:nvSpPr>
          <p:cNvPr id="7" name="Content Placeholder 6"/>
          <p:cNvSpPr>
            <a:spLocks noGrp="1"/>
          </p:cNvSpPr>
          <p:nvPr>
            <p:ph sz="half" idx="1"/>
            <p:custDataLst>
              <p:tags r:id="rId2"/>
            </p:custDataLst>
          </p:nvPr>
        </p:nvSpPr>
        <p:spPr>
          <a:xfrm>
            <a:off x="609600" y="1216617"/>
            <a:ext cx="7353548" cy="4909547"/>
          </a:xfrm>
        </p:spPr>
        <p:txBody>
          <a:bodyPr>
            <a:noAutofit/>
          </a:bodyPr>
          <a:lstStyle/>
          <a:p>
            <a:pPr>
              <a:lnSpc>
                <a:spcPct val="90000"/>
              </a:lnSpc>
            </a:pPr>
            <a:r>
              <a:rPr lang="en-CA" dirty="0"/>
              <a:t>Use short sentences (less than 25 words) or short paragraphs (less than 3 sentences).</a:t>
            </a:r>
          </a:p>
          <a:p>
            <a:pPr>
              <a:lnSpc>
                <a:spcPct val="90000"/>
              </a:lnSpc>
            </a:pPr>
            <a:r>
              <a:rPr lang="en-CA" dirty="0"/>
              <a:t> Create numbered or bulleted lists for key tasks.</a:t>
            </a:r>
          </a:p>
          <a:p>
            <a:pPr>
              <a:lnSpc>
                <a:spcPct val="90000"/>
              </a:lnSpc>
              <a:buFont typeface="Wingdings" panose="05000000000000000000" pitchFamily="2" charset="2"/>
              <a:buChar char="Ø"/>
            </a:pPr>
            <a:r>
              <a:rPr lang="en-CA" dirty="0"/>
              <a:t>Keep words of 3 or more syllables </a:t>
            </a:r>
            <a:r>
              <a:rPr lang="en-CA" b="1" dirty="0"/>
              <a:t>only</a:t>
            </a:r>
            <a:r>
              <a:rPr lang="en-CA" dirty="0"/>
              <a:t> if they are well known.</a:t>
            </a:r>
          </a:p>
          <a:p>
            <a:pPr>
              <a:lnSpc>
                <a:spcPct val="90000"/>
              </a:lnSpc>
              <a:buFont typeface="Wingdings" panose="05000000000000000000" pitchFamily="2" charset="2"/>
              <a:buChar char="Ø"/>
            </a:pPr>
            <a:r>
              <a:rPr lang="en-CA" dirty="0"/>
              <a:t>Avoid technical jargon, Latin words, or expressions.</a:t>
            </a:r>
          </a:p>
          <a:p>
            <a:pPr>
              <a:lnSpc>
                <a:spcPct val="90000"/>
              </a:lnSpc>
              <a:buFont typeface="Wingdings" panose="05000000000000000000" pitchFamily="2" charset="2"/>
              <a:buChar char="Ø"/>
            </a:pPr>
            <a:r>
              <a:rPr lang="en-CA" dirty="0"/>
              <a:t>Remove details that people do not need.</a:t>
            </a:r>
          </a:p>
        </p:txBody>
      </p:sp>
      <p:pic>
        <p:nvPicPr>
          <p:cNvPr id="5" name="Picture 4" descr="Screen capture of the Readability Statistics. Long description in Speaker Notes">
            <a:extLst>
              <a:ext uri="{FF2B5EF4-FFF2-40B4-BE49-F238E27FC236}">
                <a16:creationId xmlns:a16="http://schemas.microsoft.com/office/drawing/2014/main" id="{0B98D441-3C11-A6BA-9527-54BC6DA5957A}"/>
              </a:ext>
              <a:ext uri="{C183D7F6-B498-43B3-948B-1728B52AA6E4}">
                <adec:decorative xmlns:adec="http://schemas.microsoft.com/office/drawing/2017/decorative" val="0"/>
              </a:ext>
            </a:extLst>
          </p:cNvPr>
          <p:cNvPicPr>
            <a:picLocks noChangeAspect="1"/>
          </p:cNvPicPr>
          <p:nvPr/>
        </p:nvPicPr>
        <p:blipFill>
          <a:blip r:embed="rId7"/>
          <a:stretch>
            <a:fillRect/>
          </a:stretch>
        </p:blipFill>
        <p:spPr>
          <a:xfrm>
            <a:off x="7963148" y="2096375"/>
            <a:ext cx="3291377" cy="3150030"/>
          </a:xfrm>
          <a:prstGeom prst="rect">
            <a:avLst/>
          </a:prstGeom>
          <a:noFill/>
          <a:ln>
            <a:solidFill>
              <a:schemeClr val="accent1"/>
            </a:solidFill>
          </a:ln>
        </p:spPr>
      </p:pic>
      <p:sp>
        <p:nvSpPr>
          <p:cNvPr id="3" name="Footer Placeholder 2">
            <a:extLst>
              <a:ext uri="{FF2B5EF4-FFF2-40B4-BE49-F238E27FC236}">
                <a16:creationId xmlns:a16="http://schemas.microsoft.com/office/drawing/2014/main" id="{846E5E25-688A-46DC-A628-56A321962E29}"/>
              </a:ext>
              <a:ext uri="{C183D7F6-B498-43B3-948B-1728B52AA6E4}">
                <adec:decorative xmlns:adec="http://schemas.microsoft.com/office/drawing/2017/decorative" val="1"/>
              </a:ext>
            </a:extLst>
          </p:cNvPr>
          <p:cNvSpPr>
            <a:spLocks noGrp="1"/>
          </p:cNvSpPr>
          <p:nvPr>
            <p:ph type="ftr" sz="quarter" idx="11"/>
            <p:custDataLst>
              <p:tags r:id="rId3"/>
            </p:custDataLst>
          </p:nvPr>
        </p:nvSpPr>
        <p:spPr>
          <a:xfrm>
            <a:off x="2665708" y="6436297"/>
            <a:ext cx="6096001" cy="287256"/>
          </a:xfrm>
        </p:spPr>
        <p:txBody>
          <a:bodyPr anchor="ctr">
            <a:normAutofit/>
          </a:bodyPr>
          <a:lstStyle/>
          <a:p>
            <a:pPr>
              <a:lnSpc>
                <a:spcPct val="90000"/>
              </a:lnSpc>
              <a:spcAft>
                <a:spcPts val="600"/>
              </a:spcAft>
            </a:pPr>
            <a:r>
              <a:rPr lang="en-CA" sz="1400" dirty="0"/>
              <a:t>Making Technology work for everyone!</a:t>
            </a:r>
            <a:endParaRPr lang="en-US" sz="1400" dirty="0"/>
          </a:p>
        </p:txBody>
      </p:sp>
      <p:sp>
        <p:nvSpPr>
          <p:cNvPr id="4" name="Slide Number Placeholder 3">
            <a:extLst>
              <a:ext uri="{FF2B5EF4-FFF2-40B4-BE49-F238E27FC236}">
                <a16:creationId xmlns:a16="http://schemas.microsoft.com/office/drawing/2014/main" id="{F20D108D-1DD2-40BB-A929-EA6FEE789FAF}"/>
              </a:ext>
              <a:ext uri="{C183D7F6-B498-43B3-948B-1728B52AA6E4}">
                <adec:decorative xmlns:adec="http://schemas.microsoft.com/office/drawing/2017/decorative" val="1"/>
              </a:ext>
            </a:extLst>
          </p:cNvPr>
          <p:cNvSpPr>
            <a:spLocks noGrp="1"/>
          </p:cNvSpPr>
          <p:nvPr>
            <p:ph type="sldNum" sz="quarter" idx="12"/>
            <p:custDataLst>
              <p:tags r:id="rId4"/>
            </p:custDataLst>
          </p:nvPr>
        </p:nvSpPr>
        <p:spPr>
          <a:xfrm>
            <a:off x="8737600" y="6379799"/>
            <a:ext cx="2844800" cy="365125"/>
          </a:xfrm>
        </p:spPr>
        <p:txBody>
          <a:bodyPr anchor="ctr">
            <a:normAutofit/>
          </a:bodyPr>
          <a:lstStyle/>
          <a:p>
            <a:pPr>
              <a:lnSpc>
                <a:spcPct val="90000"/>
              </a:lnSpc>
              <a:spcAft>
                <a:spcPts val="600"/>
              </a:spcAft>
            </a:pPr>
            <a:fld id="{2E86C063-E22E-2E4C-A523-54089486E38F}" type="slidenum">
              <a:rPr lang="en-US" smtClean="0"/>
              <a:pPr>
                <a:lnSpc>
                  <a:spcPct val="90000"/>
                </a:lnSpc>
                <a:spcAft>
                  <a:spcPts val="600"/>
                </a:spcAft>
              </a:pPr>
              <a:t>50</a:t>
            </a:fld>
            <a:endParaRPr lang="en-US" dirty="0"/>
          </a:p>
        </p:txBody>
      </p:sp>
    </p:spTree>
    <p:extLst>
      <p:ext uri="{BB962C8B-B14F-4D97-AF65-F5344CB8AC3E}">
        <p14:creationId xmlns:p14="http://schemas.microsoft.com/office/powerpoint/2010/main" val="33196086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1899423" y="642385"/>
            <a:ext cx="8447212" cy="999980"/>
          </a:xfrm>
        </p:spPr>
        <p:txBody>
          <a:bodyPr>
            <a:normAutofit/>
          </a:bodyPr>
          <a:lstStyle/>
          <a:p>
            <a:r>
              <a:rPr lang="en-CA" dirty="0"/>
              <a:t>Also Applies to Word</a:t>
            </a:r>
          </a:p>
        </p:txBody>
      </p:sp>
      <p:sp>
        <p:nvSpPr>
          <p:cNvPr id="3" name="Content Placeholder 2"/>
          <p:cNvSpPr>
            <a:spLocks noGrp="1"/>
          </p:cNvSpPr>
          <p:nvPr>
            <p:ph idx="1"/>
            <p:custDataLst>
              <p:tags r:id="rId2"/>
            </p:custDataLst>
          </p:nvPr>
        </p:nvSpPr>
        <p:spPr>
          <a:xfrm>
            <a:off x="1926453" y="2146367"/>
            <a:ext cx="8393153" cy="3300761"/>
          </a:xfrm>
        </p:spPr>
        <p:txBody>
          <a:bodyPr>
            <a:normAutofit/>
          </a:bodyPr>
          <a:lstStyle/>
          <a:p>
            <a:pPr marL="0" indent="0">
              <a:lnSpc>
                <a:spcPct val="150000"/>
              </a:lnSpc>
              <a:buNone/>
            </a:pPr>
            <a:r>
              <a:rPr lang="en-CA" sz="3200" dirty="0"/>
              <a:t>Remember to check for plain language, acronyms, the appearance of text, alternative text for non-text objects, descriptive hyperlinks, the use of colour, and images.</a:t>
            </a:r>
          </a:p>
        </p:txBody>
      </p:sp>
      <p:sp>
        <p:nvSpPr>
          <p:cNvPr id="4" name="Footer Placeholder 3">
            <a:extLst>
              <a:ext uri="{FF2B5EF4-FFF2-40B4-BE49-F238E27FC236}">
                <a16:creationId xmlns:a16="http://schemas.microsoft.com/office/drawing/2014/main" id="{4042E83E-F359-4ED4-A72B-907AFCFAAC8D}"/>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157AA07B-0F58-4844-AAB0-E4EE1AA85E18}"/>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51</a:t>
            </a:fld>
            <a:endParaRPr lang="en-US" dirty="0"/>
          </a:p>
        </p:txBody>
      </p:sp>
    </p:spTree>
    <p:extLst>
      <p:ext uri="{BB962C8B-B14F-4D97-AF65-F5344CB8AC3E}">
        <p14:creationId xmlns:p14="http://schemas.microsoft.com/office/powerpoint/2010/main" val="9599591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829340" y="348378"/>
            <a:ext cx="9381460" cy="919162"/>
          </a:xfrm>
        </p:spPr>
        <p:txBody>
          <a:bodyPr>
            <a:noAutofit/>
          </a:bodyPr>
          <a:lstStyle/>
          <a:p>
            <a:r>
              <a:rPr lang="en-CA" dirty="0"/>
              <a:t>Hands-on Exercise for Word</a:t>
            </a:r>
          </a:p>
        </p:txBody>
      </p:sp>
      <p:sp>
        <p:nvSpPr>
          <p:cNvPr id="3" name="Content Placeholder 2"/>
          <p:cNvSpPr>
            <a:spLocks noGrp="1"/>
          </p:cNvSpPr>
          <p:nvPr>
            <p:ph idx="1"/>
            <p:custDataLst>
              <p:tags r:id="rId2"/>
            </p:custDataLst>
          </p:nvPr>
        </p:nvSpPr>
        <p:spPr>
          <a:xfrm>
            <a:off x="1903185" y="1407168"/>
            <a:ext cx="7930244" cy="4624921"/>
          </a:xfrm>
        </p:spPr>
        <p:txBody>
          <a:bodyPr>
            <a:noAutofit/>
          </a:bodyPr>
          <a:lstStyle/>
          <a:p>
            <a:pPr>
              <a:lnSpc>
                <a:spcPct val="150000"/>
              </a:lnSpc>
              <a:buFont typeface="Wingdings" panose="05000000000000000000" pitchFamily="2" charset="2"/>
              <a:buChar char="Ø"/>
            </a:pPr>
            <a:r>
              <a:rPr lang="en-CA" dirty="0"/>
              <a:t>Open the file ‘M365_Accessibility_Practice_Word’.</a:t>
            </a:r>
          </a:p>
          <a:p>
            <a:pPr>
              <a:lnSpc>
                <a:spcPct val="150000"/>
              </a:lnSpc>
              <a:buFont typeface="Wingdings" panose="05000000000000000000" pitchFamily="2" charset="2"/>
              <a:buChar char="Ø"/>
            </a:pPr>
            <a:r>
              <a:rPr lang="en-CA" dirty="0"/>
              <a:t>You have 5 minutes to find the errors in the document.</a:t>
            </a:r>
          </a:p>
          <a:p>
            <a:pPr>
              <a:lnSpc>
                <a:spcPct val="150000"/>
              </a:lnSpc>
              <a:buFont typeface="Wingdings" panose="05000000000000000000" pitchFamily="2" charset="2"/>
              <a:buChar char="Ø"/>
            </a:pPr>
            <a:r>
              <a:rPr lang="en-CA" dirty="0"/>
              <a:t>You may list them in the chat or discuss them afterward.</a:t>
            </a:r>
          </a:p>
        </p:txBody>
      </p:sp>
      <p:sp>
        <p:nvSpPr>
          <p:cNvPr id="4" name="Footer Placeholder 3">
            <a:extLst>
              <a:ext uri="{FF2B5EF4-FFF2-40B4-BE49-F238E27FC236}">
                <a16:creationId xmlns:a16="http://schemas.microsoft.com/office/drawing/2014/main" id="{47E97753-0873-48AD-B45D-96283925BDDC}"/>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5CFE1A8C-FF5E-42CD-BE9D-A5C1656A05F1}"/>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52</a:t>
            </a:fld>
            <a:endParaRPr lang="en-US" dirty="0"/>
          </a:p>
        </p:txBody>
      </p:sp>
    </p:spTree>
    <p:extLst>
      <p:ext uri="{BB962C8B-B14F-4D97-AF65-F5344CB8AC3E}">
        <p14:creationId xmlns:p14="http://schemas.microsoft.com/office/powerpoint/2010/main" val="29859042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2961503" y="2638551"/>
            <a:ext cx="6268995" cy="1580899"/>
          </a:xfrm>
          <a:custGeom>
            <a:avLst/>
            <a:gdLst>
              <a:gd name="connsiteX0" fmla="*/ 0 w 6268995"/>
              <a:gd name="connsiteY0" fmla="*/ 0 h 1580899"/>
              <a:gd name="connsiteX1" fmla="*/ 508485 w 6268995"/>
              <a:gd name="connsiteY1" fmla="*/ 0 h 1580899"/>
              <a:gd name="connsiteX2" fmla="*/ 1330420 w 6268995"/>
              <a:gd name="connsiteY2" fmla="*/ 0 h 1580899"/>
              <a:gd name="connsiteX3" fmla="*/ 2089665 w 6268995"/>
              <a:gd name="connsiteY3" fmla="*/ 0 h 1580899"/>
              <a:gd name="connsiteX4" fmla="*/ 2598150 w 6268995"/>
              <a:gd name="connsiteY4" fmla="*/ 0 h 1580899"/>
              <a:gd name="connsiteX5" fmla="*/ 3232015 w 6268995"/>
              <a:gd name="connsiteY5" fmla="*/ 0 h 1580899"/>
              <a:gd name="connsiteX6" fmla="*/ 4053950 w 6268995"/>
              <a:gd name="connsiteY6" fmla="*/ 0 h 1580899"/>
              <a:gd name="connsiteX7" fmla="*/ 4750505 w 6268995"/>
              <a:gd name="connsiteY7" fmla="*/ 0 h 1580899"/>
              <a:gd name="connsiteX8" fmla="*/ 5509750 w 6268995"/>
              <a:gd name="connsiteY8" fmla="*/ 0 h 1580899"/>
              <a:gd name="connsiteX9" fmla="*/ 6268995 w 6268995"/>
              <a:gd name="connsiteY9" fmla="*/ 0 h 1580899"/>
              <a:gd name="connsiteX10" fmla="*/ 6268995 w 6268995"/>
              <a:gd name="connsiteY10" fmla="*/ 526966 h 1580899"/>
              <a:gd name="connsiteX11" fmla="*/ 6268995 w 6268995"/>
              <a:gd name="connsiteY11" fmla="*/ 1069742 h 1580899"/>
              <a:gd name="connsiteX12" fmla="*/ 6268995 w 6268995"/>
              <a:gd name="connsiteY12" fmla="*/ 1580899 h 1580899"/>
              <a:gd name="connsiteX13" fmla="*/ 5760510 w 6268995"/>
              <a:gd name="connsiteY13" fmla="*/ 1580899 h 1580899"/>
              <a:gd name="connsiteX14" fmla="*/ 5252025 w 6268995"/>
              <a:gd name="connsiteY14" fmla="*/ 1580899 h 1580899"/>
              <a:gd name="connsiteX15" fmla="*/ 4492780 w 6268995"/>
              <a:gd name="connsiteY15" fmla="*/ 1580899 h 1580899"/>
              <a:gd name="connsiteX16" fmla="*/ 3984295 w 6268995"/>
              <a:gd name="connsiteY16" fmla="*/ 1580899 h 1580899"/>
              <a:gd name="connsiteX17" fmla="*/ 3287740 w 6268995"/>
              <a:gd name="connsiteY17" fmla="*/ 1580899 h 1580899"/>
              <a:gd name="connsiteX18" fmla="*/ 2716565 w 6268995"/>
              <a:gd name="connsiteY18" fmla="*/ 1580899 h 1580899"/>
              <a:gd name="connsiteX19" fmla="*/ 2020009 w 6268995"/>
              <a:gd name="connsiteY19" fmla="*/ 1580899 h 1580899"/>
              <a:gd name="connsiteX20" fmla="*/ 1323454 w 6268995"/>
              <a:gd name="connsiteY20" fmla="*/ 1580899 h 1580899"/>
              <a:gd name="connsiteX21" fmla="*/ 626899 w 6268995"/>
              <a:gd name="connsiteY21" fmla="*/ 1580899 h 1580899"/>
              <a:gd name="connsiteX22" fmla="*/ 0 w 6268995"/>
              <a:gd name="connsiteY22" fmla="*/ 1580899 h 1580899"/>
              <a:gd name="connsiteX23" fmla="*/ 0 w 6268995"/>
              <a:gd name="connsiteY23" fmla="*/ 1069742 h 1580899"/>
              <a:gd name="connsiteX24" fmla="*/ 0 w 6268995"/>
              <a:gd name="connsiteY24" fmla="*/ 542775 h 1580899"/>
              <a:gd name="connsiteX25" fmla="*/ 0 w 6268995"/>
              <a:gd name="connsiteY25" fmla="*/ 0 h 1580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268995" h="1580899" fill="none" extrusionOk="0">
                <a:moveTo>
                  <a:pt x="0" y="0"/>
                </a:moveTo>
                <a:cubicBezTo>
                  <a:pt x="127210" y="-24118"/>
                  <a:pt x="303335" y="-21295"/>
                  <a:pt x="508485" y="0"/>
                </a:cubicBezTo>
                <a:cubicBezTo>
                  <a:pt x="713636" y="21295"/>
                  <a:pt x="1015643" y="29765"/>
                  <a:pt x="1330420" y="0"/>
                </a:cubicBezTo>
                <a:cubicBezTo>
                  <a:pt x="1645198" y="-29765"/>
                  <a:pt x="1916144" y="-27715"/>
                  <a:pt x="2089665" y="0"/>
                </a:cubicBezTo>
                <a:cubicBezTo>
                  <a:pt x="2263186" y="27715"/>
                  <a:pt x="2397166" y="17052"/>
                  <a:pt x="2598150" y="0"/>
                </a:cubicBezTo>
                <a:cubicBezTo>
                  <a:pt x="2799135" y="-17052"/>
                  <a:pt x="2926272" y="1181"/>
                  <a:pt x="3232015" y="0"/>
                </a:cubicBezTo>
                <a:cubicBezTo>
                  <a:pt x="3537759" y="-1181"/>
                  <a:pt x="3646139" y="18033"/>
                  <a:pt x="4053950" y="0"/>
                </a:cubicBezTo>
                <a:cubicBezTo>
                  <a:pt x="4461761" y="-18033"/>
                  <a:pt x="4606823" y="6341"/>
                  <a:pt x="4750505" y="0"/>
                </a:cubicBezTo>
                <a:cubicBezTo>
                  <a:pt x="4894187" y="-6341"/>
                  <a:pt x="5290247" y="-15309"/>
                  <a:pt x="5509750" y="0"/>
                </a:cubicBezTo>
                <a:cubicBezTo>
                  <a:pt x="5729253" y="15309"/>
                  <a:pt x="5960154" y="19254"/>
                  <a:pt x="6268995" y="0"/>
                </a:cubicBezTo>
                <a:cubicBezTo>
                  <a:pt x="6247882" y="249476"/>
                  <a:pt x="6256489" y="417074"/>
                  <a:pt x="6268995" y="526966"/>
                </a:cubicBezTo>
                <a:cubicBezTo>
                  <a:pt x="6281501" y="636858"/>
                  <a:pt x="6260154" y="901521"/>
                  <a:pt x="6268995" y="1069742"/>
                </a:cubicBezTo>
                <a:cubicBezTo>
                  <a:pt x="6277836" y="1237963"/>
                  <a:pt x="6292380" y="1406731"/>
                  <a:pt x="6268995" y="1580899"/>
                </a:cubicBezTo>
                <a:cubicBezTo>
                  <a:pt x="6088837" y="1594919"/>
                  <a:pt x="5890585" y="1593284"/>
                  <a:pt x="5760510" y="1580899"/>
                </a:cubicBezTo>
                <a:cubicBezTo>
                  <a:pt x="5630435" y="1568514"/>
                  <a:pt x="5484464" y="1589140"/>
                  <a:pt x="5252025" y="1580899"/>
                </a:cubicBezTo>
                <a:cubicBezTo>
                  <a:pt x="5019586" y="1572658"/>
                  <a:pt x="4753996" y="1613796"/>
                  <a:pt x="4492780" y="1580899"/>
                </a:cubicBezTo>
                <a:cubicBezTo>
                  <a:pt x="4231564" y="1548002"/>
                  <a:pt x="4185058" y="1558725"/>
                  <a:pt x="3984295" y="1580899"/>
                </a:cubicBezTo>
                <a:cubicBezTo>
                  <a:pt x="3783532" y="1603073"/>
                  <a:pt x="3554803" y="1608195"/>
                  <a:pt x="3287740" y="1580899"/>
                </a:cubicBezTo>
                <a:cubicBezTo>
                  <a:pt x="3020678" y="1553603"/>
                  <a:pt x="2944155" y="1573330"/>
                  <a:pt x="2716565" y="1580899"/>
                </a:cubicBezTo>
                <a:cubicBezTo>
                  <a:pt x="2488976" y="1588468"/>
                  <a:pt x="2168746" y="1572413"/>
                  <a:pt x="2020009" y="1580899"/>
                </a:cubicBezTo>
                <a:cubicBezTo>
                  <a:pt x="1871272" y="1589385"/>
                  <a:pt x="1520954" y="1583399"/>
                  <a:pt x="1323454" y="1580899"/>
                </a:cubicBezTo>
                <a:cubicBezTo>
                  <a:pt x="1125954" y="1578399"/>
                  <a:pt x="791916" y="1596996"/>
                  <a:pt x="626899" y="1580899"/>
                </a:cubicBezTo>
                <a:cubicBezTo>
                  <a:pt x="461882" y="1564802"/>
                  <a:pt x="203649" y="1591659"/>
                  <a:pt x="0" y="1580899"/>
                </a:cubicBezTo>
                <a:cubicBezTo>
                  <a:pt x="18317" y="1442083"/>
                  <a:pt x="8193" y="1308529"/>
                  <a:pt x="0" y="1069742"/>
                </a:cubicBezTo>
                <a:cubicBezTo>
                  <a:pt x="-8193" y="830955"/>
                  <a:pt x="-21733" y="748189"/>
                  <a:pt x="0" y="542775"/>
                </a:cubicBezTo>
                <a:cubicBezTo>
                  <a:pt x="21733" y="337361"/>
                  <a:pt x="24076" y="253362"/>
                  <a:pt x="0" y="0"/>
                </a:cubicBezTo>
                <a:close/>
              </a:path>
              <a:path w="6268995" h="1580899" stroke="0" extrusionOk="0">
                <a:moveTo>
                  <a:pt x="0" y="0"/>
                </a:moveTo>
                <a:cubicBezTo>
                  <a:pt x="232378" y="30449"/>
                  <a:pt x="397090" y="-18401"/>
                  <a:pt x="633865" y="0"/>
                </a:cubicBezTo>
                <a:cubicBezTo>
                  <a:pt x="870641" y="18401"/>
                  <a:pt x="1020988" y="-2999"/>
                  <a:pt x="1142350" y="0"/>
                </a:cubicBezTo>
                <a:cubicBezTo>
                  <a:pt x="1263713" y="2999"/>
                  <a:pt x="1737347" y="-1000"/>
                  <a:pt x="1964285" y="0"/>
                </a:cubicBezTo>
                <a:cubicBezTo>
                  <a:pt x="2191223" y="1000"/>
                  <a:pt x="2442604" y="9188"/>
                  <a:pt x="2598150" y="0"/>
                </a:cubicBezTo>
                <a:cubicBezTo>
                  <a:pt x="2753696" y="-9188"/>
                  <a:pt x="2940557" y="-4265"/>
                  <a:pt x="3232015" y="0"/>
                </a:cubicBezTo>
                <a:cubicBezTo>
                  <a:pt x="3523473" y="4265"/>
                  <a:pt x="3879852" y="28205"/>
                  <a:pt x="4053950" y="0"/>
                </a:cubicBezTo>
                <a:cubicBezTo>
                  <a:pt x="4228049" y="-28205"/>
                  <a:pt x="4449540" y="22331"/>
                  <a:pt x="4625125" y="0"/>
                </a:cubicBezTo>
                <a:cubicBezTo>
                  <a:pt x="4800711" y="-22331"/>
                  <a:pt x="5203901" y="3479"/>
                  <a:pt x="5447060" y="0"/>
                </a:cubicBezTo>
                <a:cubicBezTo>
                  <a:pt x="5690220" y="-3479"/>
                  <a:pt x="5891270" y="27020"/>
                  <a:pt x="6268995" y="0"/>
                </a:cubicBezTo>
                <a:cubicBezTo>
                  <a:pt x="6250906" y="244059"/>
                  <a:pt x="6254431" y="285322"/>
                  <a:pt x="6268995" y="526966"/>
                </a:cubicBezTo>
                <a:cubicBezTo>
                  <a:pt x="6283559" y="768610"/>
                  <a:pt x="6267606" y="917169"/>
                  <a:pt x="6268995" y="1053933"/>
                </a:cubicBezTo>
                <a:cubicBezTo>
                  <a:pt x="6270384" y="1190697"/>
                  <a:pt x="6267066" y="1390075"/>
                  <a:pt x="6268995" y="1580899"/>
                </a:cubicBezTo>
                <a:cubicBezTo>
                  <a:pt x="6164607" y="1598718"/>
                  <a:pt x="5987818" y="1590316"/>
                  <a:pt x="5760510" y="1580899"/>
                </a:cubicBezTo>
                <a:cubicBezTo>
                  <a:pt x="5533203" y="1571482"/>
                  <a:pt x="5199113" y="1548630"/>
                  <a:pt x="4938575" y="1580899"/>
                </a:cubicBezTo>
                <a:cubicBezTo>
                  <a:pt x="4678038" y="1613168"/>
                  <a:pt x="4557368" y="1608387"/>
                  <a:pt x="4367400" y="1580899"/>
                </a:cubicBezTo>
                <a:cubicBezTo>
                  <a:pt x="4177433" y="1553411"/>
                  <a:pt x="4012738" y="1557173"/>
                  <a:pt x="3670845" y="1580899"/>
                </a:cubicBezTo>
                <a:cubicBezTo>
                  <a:pt x="3328953" y="1604625"/>
                  <a:pt x="3166142" y="1570821"/>
                  <a:pt x="2848910" y="1580899"/>
                </a:cubicBezTo>
                <a:cubicBezTo>
                  <a:pt x="2531679" y="1590977"/>
                  <a:pt x="2494966" y="1610808"/>
                  <a:pt x="2152355" y="1580899"/>
                </a:cubicBezTo>
                <a:cubicBezTo>
                  <a:pt x="1809745" y="1550990"/>
                  <a:pt x="1801835" y="1580042"/>
                  <a:pt x="1643870" y="1580899"/>
                </a:cubicBezTo>
                <a:cubicBezTo>
                  <a:pt x="1485906" y="1581756"/>
                  <a:pt x="1329963" y="1567482"/>
                  <a:pt x="1072695" y="1580899"/>
                </a:cubicBezTo>
                <a:cubicBezTo>
                  <a:pt x="815427" y="1594316"/>
                  <a:pt x="492948" y="1531362"/>
                  <a:pt x="0" y="1580899"/>
                </a:cubicBezTo>
                <a:cubicBezTo>
                  <a:pt x="-12234" y="1451926"/>
                  <a:pt x="9636" y="1254317"/>
                  <a:pt x="0" y="1053933"/>
                </a:cubicBezTo>
                <a:cubicBezTo>
                  <a:pt x="-9636" y="853549"/>
                  <a:pt x="-13976" y="773417"/>
                  <a:pt x="0" y="526966"/>
                </a:cubicBezTo>
                <a:cubicBezTo>
                  <a:pt x="13976" y="280515"/>
                  <a:pt x="-19317" y="170648"/>
                  <a:pt x="0" y="0"/>
                </a:cubicBezTo>
                <a:close/>
              </a:path>
            </a:pathLst>
          </a:custGeom>
          <a:ln w="76200" cmpd="sng">
            <a:solidFill>
              <a:schemeClr val="tx1"/>
            </a:solidFill>
            <a:extLst>
              <a:ext uri="{C807C97D-BFC1-408E-A445-0C87EB9F89A2}">
                <ask:lineSketchStyleProps xmlns:ask="http://schemas.microsoft.com/office/drawing/2018/sketchyshapes" sd="1219033472">
                  <ask:type>
                    <ask:lineSketchFreehand/>
                  </ask:type>
                </ask:lineSketchStyleProps>
              </a:ext>
            </a:extLst>
          </a:ln>
        </p:spPr>
        <p:txBody>
          <a:bodyPr>
            <a:normAutofit/>
          </a:bodyPr>
          <a:lstStyle/>
          <a:p>
            <a:pPr algn="ctr"/>
            <a:r>
              <a:rPr lang="en-CA" sz="4400" dirty="0"/>
              <a:t>Break Time</a:t>
            </a:r>
            <a:endParaRPr lang="en-US" sz="4400" dirty="0"/>
          </a:p>
        </p:txBody>
      </p:sp>
      <p:sp>
        <p:nvSpPr>
          <p:cNvPr id="3" name="Footer Placeholder 2">
            <a:extLst>
              <a:ext uri="{FF2B5EF4-FFF2-40B4-BE49-F238E27FC236}">
                <a16:creationId xmlns:a16="http://schemas.microsoft.com/office/drawing/2014/main" id="{4605C7CE-A50A-405A-A550-3C7DE78FC633}"/>
              </a:ext>
              <a:ext uri="{C183D7F6-B498-43B3-948B-1728B52AA6E4}">
                <adec:decorative xmlns:adec="http://schemas.microsoft.com/office/drawing/2017/decorative" val="1"/>
              </a:ext>
            </a:extLst>
          </p:cNvPr>
          <p:cNvSpPr>
            <a:spLocks noGrp="1"/>
          </p:cNvSpPr>
          <p:nvPr>
            <p:ph type="ftr" sz="quarter" idx="11"/>
            <p:custDataLst>
              <p:tags r:id="rId2"/>
            </p:custDataLst>
          </p:nvPr>
        </p:nvSpPr>
        <p:spPr/>
        <p:txBody>
          <a:bodyPr/>
          <a:lstStyle/>
          <a:p>
            <a:r>
              <a:rPr lang="en-CA" dirty="0"/>
              <a:t>Making Technology work for everyone!</a:t>
            </a:r>
            <a:endParaRPr lang="en-US" dirty="0"/>
          </a:p>
        </p:txBody>
      </p:sp>
      <p:sp>
        <p:nvSpPr>
          <p:cNvPr id="4" name="Slide Number Placeholder 4">
            <a:extLst>
              <a:ext uri="{FF2B5EF4-FFF2-40B4-BE49-F238E27FC236}">
                <a16:creationId xmlns:a16="http://schemas.microsoft.com/office/drawing/2014/main" id="{9C1019E1-3732-4491-9CAC-7FC111DD7E9C}"/>
              </a:ext>
              <a:ext uri="{C183D7F6-B498-43B3-948B-1728B52AA6E4}">
                <adec:decorative xmlns:adec="http://schemas.microsoft.com/office/drawing/2017/decorative" val="1"/>
              </a:ext>
            </a:extLst>
          </p:cNvPr>
          <p:cNvSpPr>
            <a:spLocks noGrp="1"/>
          </p:cNvSpPr>
          <p:nvPr>
            <p:ph type="sldNum" sz="quarter" idx="12"/>
            <p:custDataLst>
              <p:tags r:id="rId3"/>
            </p:custDataLst>
          </p:nvPr>
        </p:nvSpPr>
        <p:spPr>
          <a:xfrm>
            <a:off x="8737600" y="6356351"/>
            <a:ext cx="2844800" cy="365125"/>
          </a:xfrm>
        </p:spPr>
        <p:txBody>
          <a:bodyPr/>
          <a:lstStyle/>
          <a:p>
            <a:fld id="{2E86C063-E22E-2E4C-A523-54089486E38F}" type="slidenum">
              <a:rPr lang="en-US" smtClean="0"/>
              <a:pPr/>
              <a:t>53</a:t>
            </a:fld>
            <a:endParaRPr lang="en-US" dirty="0"/>
          </a:p>
        </p:txBody>
      </p:sp>
    </p:spTree>
    <p:extLst>
      <p:ext uri="{BB962C8B-B14F-4D97-AF65-F5344CB8AC3E}">
        <p14:creationId xmlns:p14="http://schemas.microsoft.com/office/powerpoint/2010/main" val="38801759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457537" y="1172498"/>
            <a:ext cx="9276925" cy="3795108"/>
          </a:xfrm>
          <a:custGeom>
            <a:avLst/>
            <a:gdLst>
              <a:gd name="connsiteX0" fmla="*/ 0 w 9276925"/>
              <a:gd name="connsiteY0" fmla="*/ 0 h 3795108"/>
              <a:gd name="connsiteX1" fmla="*/ 9276925 w 9276925"/>
              <a:gd name="connsiteY1" fmla="*/ 0 h 3795108"/>
              <a:gd name="connsiteX2" fmla="*/ 9276925 w 9276925"/>
              <a:gd name="connsiteY2" fmla="*/ 3795108 h 3795108"/>
              <a:gd name="connsiteX3" fmla="*/ 0 w 9276925"/>
              <a:gd name="connsiteY3" fmla="*/ 3795108 h 3795108"/>
              <a:gd name="connsiteX4" fmla="*/ 0 w 9276925"/>
              <a:gd name="connsiteY4" fmla="*/ 0 h 3795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76925" h="3795108" fill="none" extrusionOk="0">
                <a:moveTo>
                  <a:pt x="0" y="0"/>
                </a:moveTo>
                <a:cubicBezTo>
                  <a:pt x="1654192" y="-49533"/>
                  <a:pt x="5470819" y="-14809"/>
                  <a:pt x="9276925" y="0"/>
                </a:cubicBezTo>
                <a:cubicBezTo>
                  <a:pt x="9364564" y="1717720"/>
                  <a:pt x="9204246" y="2791772"/>
                  <a:pt x="9276925" y="3795108"/>
                </a:cubicBezTo>
                <a:cubicBezTo>
                  <a:pt x="5291937" y="3746877"/>
                  <a:pt x="2536680" y="3879563"/>
                  <a:pt x="0" y="3795108"/>
                </a:cubicBezTo>
                <a:cubicBezTo>
                  <a:pt x="-38581" y="2877341"/>
                  <a:pt x="63341" y="1520228"/>
                  <a:pt x="0" y="0"/>
                </a:cubicBezTo>
                <a:close/>
              </a:path>
              <a:path w="9276925" h="3795108" stroke="0" extrusionOk="0">
                <a:moveTo>
                  <a:pt x="0" y="0"/>
                </a:moveTo>
                <a:cubicBezTo>
                  <a:pt x="3083222" y="118645"/>
                  <a:pt x="6620792" y="116012"/>
                  <a:pt x="9276925" y="0"/>
                </a:cubicBezTo>
                <a:cubicBezTo>
                  <a:pt x="9144043" y="1567403"/>
                  <a:pt x="9361876" y="2723923"/>
                  <a:pt x="9276925" y="3795108"/>
                </a:cubicBezTo>
                <a:cubicBezTo>
                  <a:pt x="6855954" y="3929708"/>
                  <a:pt x="1322736" y="3637912"/>
                  <a:pt x="0" y="3795108"/>
                </a:cubicBezTo>
                <a:cubicBezTo>
                  <a:pt x="-20187" y="2284365"/>
                  <a:pt x="-152480" y="1403596"/>
                  <a:pt x="0" y="0"/>
                </a:cubicBezTo>
                <a:close/>
              </a:path>
            </a:pathLst>
          </a:custGeom>
          <a:solidFill>
            <a:srgbClr val="E2EDDF"/>
          </a:solidFill>
          <a:ln w="193675" cmpd="sng">
            <a:solidFill>
              <a:schemeClr val="bg1"/>
            </a:solidFill>
            <a:extLst>
              <a:ext uri="{C807C97D-BFC1-408E-A445-0C87EB9F89A2}">
                <ask:lineSketchStyleProps xmlns:ask="http://schemas.microsoft.com/office/drawing/2018/sketchyshapes" sd="1219033472">
                  <ask:type>
                    <ask:lineSketchCurved/>
                  </ask:type>
                </ask:lineSketchStyleProps>
              </a:ext>
            </a:extLst>
          </a:ln>
        </p:spPr>
        <p:txBody>
          <a:bodyPr>
            <a:normAutofit/>
          </a:bodyPr>
          <a:lstStyle/>
          <a:p>
            <a:pPr algn="ctr"/>
            <a:r>
              <a:rPr lang="en-CA" sz="4400" dirty="0">
                <a:solidFill>
                  <a:srgbClr val="713B8F"/>
                </a:solidFill>
              </a:rPr>
              <a:t>Best Practices for PowerPoint</a:t>
            </a:r>
            <a:endParaRPr lang="en-US" sz="4400" dirty="0">
              <a:solidFill>
                <a:srgbClr val="713B8F"/>
              </a:solidFill>
            </a:endParaRPr>
          </a:p>
        </p:txBody>
      </p:sp>
      <p:sp>
        <p:nvSpPr>
          <p:cNvPr id="3" name="Footer Placeholder 3">
            <a:extLst>
              <a:ext uri="{FF2B5EF4-FFF2-40B4-BE49-F238E27FC236}">
                <a16:creationId xmlns:a16="http://schemas.microsoft.com/office/drawing/2014/main" id="{103D29E8-EB32-474D-BD1E-3783053D8EA6}"/>
              </a:ext>
              <a:ext uri="{C183D7F6-B498-43B3-948B-1728B52AA6E4}">
                <adec:decorative xmlns:adec="http://schemas.microsoft.com/office/drawing/2017/decorative" val="1"/>
              </a:ext>
            </a:extLst>
          </p:cNvPr>
          <p:cNvSpPr txBox="1">
            <a:spLocks/>
          </p:cNvSpPr>
          <p:nvPr>
            <p:custDataLst>
              <p:tags r:id="rId2"/>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4" name="Slide Number Placeholder 4">
            <a:extLst>
              <a:ext uri="{FF2B5EF4-FFF2-40B4-BE49-F238E27FC236}">
                <a16:creationId xmlns:a16="http://schemas.microsoft.com/office/drawing/2014/main" id="{46DBBB00-DDC4-434F-984A-3D476990EDD0}"/>
              </a:ext>
              <a:ext uri="{C183D7F6-B498-43B3-948B-1728B52AA6E4}">
                <adec:decorative xmlns:adec="http://schemas.microsoft.com/office/drawing/2017/decorative" val="1"/>
              </a:ext>
            </a:extLst>
          </p:cNvPr>
          <p:cNvSpPr txBox="1">
            <a:spLocks/>
          </p:cNvSpPr>
          <p:nvPr>
            <p:custDataLst>
              <p:tags r:id="rId3"/>
            </p:custDataLst>
          </p:nvPr>
        </p:nvSpPr>
        <p:spPr>
          <a:xfrm>
            <a:off x="8737600" y="6356351"/>
            <a:ext cx="28448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2E86C063-E22E-2E4C-A523-54089486E38F}" type="slidenum">
              <a:rPr lang="en-US" smtClean="0"/>
              <a:pPr algn="r"/>
              <a:t>54</a:t>
            </a:fld>
            <a:endParaRPr lang="en-US" dirty="0"/>
          </a:p>
        </p:txBody>
      </p:sp>
    </p:spTree>
    <p:extLst>
      <p:ext uri="{BB962C8B-B14F-4D97-AF65-F5344CB8AC3E}">
        <p14:creationId xmlns:p14="http://schemas.microsoft.com/office/powerpoint/2010/main" val="6999217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9600" y="244820"/>
            <a:ext cx="11014710" cy="1069630"/>
          </a:xfrm>
        </p:spPr>
        <p:txBody>
          <a:bodyPr>
            <a:normAutofit/>
          </a:bodyPr>
          <a:lstStyle/>
          <a:p>
            <a:r>
              <a:rPr lang="en-CA" dirty="0">
                <a:solidFill>
                  <a:srgbClr val="1B8A8C"/>
                </a:solidFill>
              </a:rPr>
              <a:t>PowerPoint Section Includes</a:t>
            </a:r>
          </a:p>
        </p:txBody>
      </p:sp>
      <p:sp>
        <p:nvSpPr>
          <p:cNvPr id="3" name="Content Placeholder 2"/>
          <p:cNvSpPr>
            <a:spLocks noGrp="1"/>
          </p:cNvSpPr>
          <p:nvPr>
            <p:ph idx="1"/>
            <p:custDataLst>
              <p:tags r:id="rId2"/>
            </p:custDataLst>
          </p:nvPr>
        </p:nvSpPr>
        <p:spPr>
          <a:xfrm>
            <a:off x="1524000" y="1771492"/>
            <a:ext cx="9144000" cy="3315016"/>
          </a:xfrm>
        </p:spPr>
        <p:txBody>
          <a:bodyPr numCol="2" spcCol="720000">
            <a:normAutofit/>
          </a:bodyPr>
          <a:lstStyle/>
          <a:p>
            <a:pPr>
              <a:lnSpc>
                <a:spcPct val="150000"/>
              </a:lnSpc>
              <a:buFont typeface="Wingdings" panose="05000000000000000000" pitchFamily="2" charset="2"/>
              <a:buChar char="Ø"/>
            </a:pPr>
            <a:r>
              <a:rPr lang="en-CA" dirty="0"/>
              <a:t>General tips</a:t>
            </a:r>
          </a:p>
          <a:p>
            <a:pPr>
              <a:lnSpc>
                <a:spcPct val="150000"/>
              </a:lnSpc>
              <a:buFont typeface="Wingdings" panose="05000000000000000000" pitchFamily="2" charset="2"/>
              <a:buChar char="Ø"/>
            </a:pPr>
            <a:r>
              <a:rPr lang="en-CA" dirty="0"/>
              <a:t>Reading order</a:t>
            </a:r>
          </a:p>
          <a:p>
            <a:pPr>
              <a:lnSpc>
                <a:spcPct val="150000"/>
              </a:lnSpc>
              <a:buFont typeface="Wingdings" panose="05000000000000000000" pitchFamily="2" charset="2"/>
              <a:buChar char="Ø"/>
            </a:pPr>
            <a:r>
              <a:rPr lang="en-CA" dirty="0"/>
              <a:t>Outline view</a:t>
            </a:r>
          </a:p>
          <a:p>
            <a:pPr>
              <a:lnSpc>
                <a:spcPct val="150000"/>
              </a:lnSpc>
              <a:buFont typeface="Wingdings" panose="05000000000000000000" pitchFamily="2" charset="2"/>
              <a:buChar char="Ø"/>
            </a:pPr>
            <a:r>
              <a:rPr lang="en-CA" dirty="0"/>
              <a:t>Accessible chart</a:t>
            </a:r>
          </a:p>
          <a:p>
            <a:pPr>
              <a:lnSpc>
                <a:spcPct val="150000"/>
              </a:lnSpc>
              <a:buFont typeface="Wingdings" panose="05000000000000000000" pitchFamily="2" charset="2"/>
              <a:buChar char="Ø"/>
            </a:pPr>
            <a:r>
              <a:rPr lang="en-CA" dirty="0"/>
              <a:t>Animation and transition</a:t>
            </a:r>
          </a:p>
          <a:p>
            <a:pPr>
              <a:lnSpc>
                <a:spcPct val="150000"/>
              </a:lnSpc>
              <a:buFont typeface="Wingdings" panose="05000000000000000000" pitchFamily="2" charset="2"/>
              <a:buChar char="Ø"/>
            </a:pPr>
            <a:r>
              <a:rPr lang="en-CA" dirty="0"/>
              <a:t>Hands-on exercise</a:t>
            </a:r>
          </a:p>
        </p:txBody>
      </p:sp>
      <p:sp>
        <p:nvSpPr>
          <p:cNvPr id="4" name="Footer Placeholder 3">
            <a:extLst>
              <a:ext uri="{FF2B5EF4-FFF2-40B4-BE49-F238E27FC236}">
                <a16:creationId xmlns:a16="http://schemas.microsoft.com/office/drawing/2014/main" id="{F9055DF5-FCE4-408F-91B3-4121A4409293}"/>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780185D1-6AE6-4976-98A9-5EFC5F210058}"/>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55</a:t>
            </a:fld>
            <a:endParaRPr lang="en-US" dirty="0"/>
          </a:p>
        </p:txBody>
      </p:sp>
    </p:spTree>
    <p:extLst>
      <p:ext uri="{BB962C8B-B14F-4D97-AF65-F5344CB8AC3E}">
        <p14:creationId xmlns:p14="http://schemas.microsoft.com/office/powerpoint/2010/main" val="18717758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9600" y="244820"/>
            <a:ext cx="10972800" cy="909610"/>
          </a:xfrm>
        </p:spPr>
        <p:txBody>
          <a:bodyPr>
            <a:normAutofit/>
          </a:bodyPr>
          <a:lstStyle/>
          <a:p>
            <a:r>
              <a:rPr lang="en-CA" dirty="0">
                <a:solidFill>
                  <a:srgbClr val="1B8A8C"/>
                </a:solidFill>
              </a:rPr>
              <a:t>PowerPoint General Tips</a:t>
            </a:r>
          </a:p>
        </p:txBody>
      </p:sp>
      <p:sp>
        <p:nvSpPr>
          <p:cNvPr id="3" name="Content Placeholder 2"/>
          <p:cNvSpPr>
            <a:spLocks noGrp="1"/>
          </p:cNvSpPr>
          <p:nvPr>
            <p:ph idx="1"/>
            <p:custDataLst>
              <p:tags r:id="rId2"/>
            </p:custDataLst>
          </p:nvPr>
        </p:nvSpPr>
        <p:spPr>
          <a:xfrm>
            <a:off x="609600" y="1017270"/>
            <a:ext cx="10972800" cy="5212079"/>
          </a:xfrm>
        </p:spPr>
        <p:txBody>
          <a:bodyPr>
            <a:noAutofit/>
          </a:bodyPr>
          <a:lstStyle/>
          <a:p>
            <a:pPr fontAlgn="base">
              <a:lnSpc>
                <a:spcPct val="150000"/>
              </a:lnSpc>
              <a:buFont typeface="Wingdings" panose="05000000000000000000" pitchFamily="2" charset="2"/>
              <a:buChar char="Ø"/>
            </a:pPr>
            <a:r>
              <a:rPr lang="en-CA" dirty="0"/>
              <a:t>Use a unique title for each slide.</a:t>
            </a:r>
          </a:p>
          <a:p>
            <a:pPr fontAlgn="base">
              <a:lnSpc>
                <a:spcPct val="150000"/>
              </a:lnSpc>
              <a:buFont typeface="Wingdings" panose="05000000000000000000" pitchFamily="2" charset="2"/>
              <a:buChar char="Ø"/>
            </a:pPr>
            <a:r>
              <a:rPr lang="en-CA" dirty="0"/>
              <a:t>Use a consistent font size. The recommended minimum is size 30 points*.</a:t>
            </a:r>
          </a:p>
          <a:p>
            <a:pPr fontAlgn="base">
              <a:lnSpc>
                <a:spcPct val="150000"/>
              </a:lnSpc>
              <a:buFont typeface="Wingdings" panose="05000000000000000000" pitchFamily="2" charset="2"/>
              <a:buChar char="Ø"/>
            </a:pPr>
            <a:r>
              <a:rPr lang="en-CA" dirty="0"/>
              <a:t>Use three to seven bullet points per slide.</a:t>
            </a:r>
          </a:p>
          <a:p>
            <a:pPr fontAlgn="base">
              <a:lnSpc>
                <a:spcPct val="150000"/>
              </a:lnSpc>
              <a:buFont typeface="Wingdings" panose="05000000000000000000" pitchFamily="2" charset="2"/>
              <a:buChar char="Ø"/>
            </a:pPr>
            <a:r>
              <a:rPr lang="en-CA" dirty="0"/>
              <a:t>Avoid using shapes or </a:t>
            </a:r>
            <a:r>
              <a:rPr lang="en-CA" b="1" dirty="0"/>
              <a:t>WordArt</a:t>
            </a:r>
            <a:r>
              <a:rPr lang="en-CA" dirty="0"/>
              <a:t> for text since they are considered images.</a:t>
            </a:r>
          </a:p>
          <a:p>
            <a:pPr fontAlgn="base">
              <a:lnSpc>
                <a:spcPct val="150000"/>
              </a:lnSpc>
              <a:buFont typeface="Wingdings" panose="05000000000000000000" pitchFamily="2" charset="2"/>
              <a:buChar char="Ø"/>
            </a:pPr>
            <a:r>
              <a:rPr lang="en-CA" dirty="0"/>
              <a:t>Delete empty elements.</a:t>
            </a:r>
          </a:p>
        </p:txBody>
      </p:sp>
      <p:sp>
        <p:nvSpPr>
          <p:cNvPr id="4" name="Footer Placeholder 3">
            <a:extLst>
              <a:ext uri="{FF2B5EF4-FFF2-40B4-BE49-F238E27FC236}">
                <a16:creationId xmlns:a16="http://schemas.microsoft.com/office/drawing/2014/main" id="{68387854-05E6-47BD-99D6-273002B3E235}"/>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4C2682C7-BF9E-4519-BD41-611E72277624}"/>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56</a:t>
            </a:fld>
            <a:endParaRPr lang="en-US" dirty="0"/>
          </a:p>
        </p:txBody>
      </p:sp>
    </p:spTree>
    <p:extLst>
      <p:ext uri="{BB962C8B-B14F-4D97-AF65-F5344CB8AC3E}">
        <p14:creationId xmlns:p14="http://schemas.microsoft.com/office/powerpoint/2010/main" val="10886726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744280" y="485346"/>
            <a:ext cx="7798652" cy="857250"/>
          </a:xfrm>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Autofit/>
          </a:bodyPr>
          <a:lstStyle/>
          <a:p>
            <a:r>
              <a:rPr lang="en-CA" dirty="0">
                <a:solidFill>
                  <a:srgbClr val="1B8A8C"/>
                </a:solidFill>
              </a:rPr>
              <a:t>Reading Order Pane</a:t>
            </a:r>
          </a:p>
        </p:txBody>
      </p:sp>
      <p:sp>
        <p:nvSpPr>
          <p:cNvPr id="3" name="Content"/>
          <p:cNvSpPr>
            <a:spLocks noGrp="1"/>
          </p:cNvSpPr>
          <p:nvPr>
            <p:ph sz="half" idx="1"/>
            <p:custDataLst>
              <p:tags r:id="rId2"/>
            </p:custDataLst>
          </p:nvPr>
        </p:nvSpPr>
        <p:spPr>
          <a:xfrm>
            <a:off x="584791" y="1384300"/>
            <a:ext cx="10972799" cy="4825430"/>
          </a:xfrm>
        </p:spPr>
        <p:txBody>
          <a:bodyPr>
            <a:noAutofit/>
          </a:bodyPr>
          <a:lstStyle/>
          <a:p>
            <a:pPr>
              <a:lnSpc>
                <a:spcPct val="150000"/>
              </a:lnSpc>
            </a:pPr>
            <a:r>
              <a:rPr lang="en-CA" dirty="0"/>
              <a:t>The reading order defines the sequence a screen reader software would </a:t>
            </a:r>
            <a:r>
              <a:rPr lang="en-CA" b="1" dirty="0"/>
              <a:t>read out loud</a:t>
            </a:r>
            <a:r>
              <a:rPr lang="en-CA" dirty="0"/>
              <a:t>.</a:t>
            </a:r>
          </a:p>
          <a:p>
            <a:pPr>
              <a:lnSpc>
                <a:spcPct val="150000"/>
              </a:lnSpc>
            </a:pPr>
            <a:r>
              <a:rPr lang="en-CA" dirty="0"/>
              <a:t>Changing the order of objects </a:t>
            </a:r>
            <a:r>
              <a:rPr lang="en-CA" b="1" dirty="0"/>
              <a:t>can</a:t>
            </a:r>
            <a:r>
              <a:rPr lang="en-CA" dirty="0"/>
              <a:t> affect how the slide looks if there are overlapping objects.</a:t>
            </a:r>
          </a:p>
          <a:p>
            <a:pPr>
              <a:lnSpc>
                <a:spcPct val="150000"/>
              </a:lnSpc>
            </a:pPr>
            <a:r>
              <a:rPr lang="en-CA" dirty="0"/>
              <a:t>Grouping or marking objects as </a:t>
            </a:r>
            <a:r>
              <a:rPr lang="en-CA" b="1" dirty="0"/>
              <a:t>decorative</a:t>
            </a:r>
            <a:r>
              <a:rPr lang="en-CA" dirty="0"/>
              <a:t> may help fix the reading order.</a:t>
            </a:r>
          </a:p>
        </p:txBody>
      </p:sp>
      <p:sp>
        <p:nvSpPr>
          <p:cNvPr id="4" name="Footer Placeholder 3">
            <a:extLst>
              <a:ext uri="{FF2B5EF4-FFF2-40B4-BE49-F238E27FC236}">
                <a16:creationId xmlns:a16="http://schemas.microsoft.com/office/drawing/2014/main" id="{AC98030E-52BA-414A-9A51-2D70E09E6559}"/>
              </a:ext>
              <a:ext uri="{C183D7F6-B498-43B3-948B-1728B52AA6E4}">
                <adec:decorative xmlns:adec="http://schemas.microsoft.com/office/drawing/2017/decorative" val="1"/>
              </a:ext>
            </a:extLst>
          </p:cNvPr>
          <p:cNvSpPr>
            <a:spLocks noGrp="1"/>
          </p:cNvSpPr>
          <p:nvPr>
            <p:ph type="ftr" sz="quarter" idx="11"/>
            <p:custDataLst>
              <p:tags r:id="rId3"/>
            </p:custDataLst>
          </p:nvPr>
        </p:nvSpPr>
        <p:spPr>
          <a:xfrm>
            <a:off x="3048000" y="6436297"/>
            <a:ext cx="6096001" cy="287256"/>
          </a:xfrm>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3092F5A1-0FC4-4683-939C-D37E2F0553E3}"/>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57</a:t>
            </a:fld>
            <a:endParaRPr lang="en-US" dirty="0"/>
          </a:p>
        </p:txBody>
      </p:sp>
    </p:spTree>
    <p:extLst>
      <p:ext uri="{BB962C8B-B14F-4D97-AF65-F5344CB8AC3E}">
        <p14:creationId xmlns:p14="http://schemas.microsoft.com/office/powerpoint/2010/main" val="34136968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09600" y="244820"/>
            <a:ext cx="10972800" cy="1143000"/>
          </a:xfrm>
          <a:scene3d>
            <a:camera prst="orthographicFront">
              <a:rot lat="0" lon="0" rev="0"/>
            </a:camera>
            <a:lightRig rig="balanced" dir="t">
              <a:rot lat="0" lon="0" rev="8700000"/>
            </a:lightRig>
          </a:scene3d>
        </p:spPr>
        <p:txBody>
          <a:bodyPr anchor="ctr">
            <a:normAutofit/>
          </a:bodyPr>
          <a:lstStyle/>
          <a:p>
            <a:r>
              <a:rPr lang="en-CA" dirty="0">
                <a:solidFill>
                  <a:srgbClr val="1B8A8C"/>
                </a:solidFill>
              </a:rPr>
              <a:t>Display the Reading Order Pane</a:t>
            </a:r>
          </a:p>
        </p:txBody>
      </p:sp>
      <p:sp>
        <p:nvSpPr>
          <p:cNvPr id="3" name="Content"/>
          <p:cNvSpPr>
            <a:spLocks noGrp="1"/>
          </p:cNvSpPr>
          <p:nvPr>
            <p:ph sz="half" idx="1"/>
            <p:custDataLst>
              <p:tags r:id="rId2"/>
            </p:custDataLst>
          </p:nvPr>
        </p:nvSpPr>
        <p:spPr>
          <a:xfrm>
            <a:off x="1357751" y="2043051"/>
            <a:ext cx="5777346" cy="2771898"/>
          </a:xfrm>
        </p:spPr>
        <p:txBody>
          <a:bodyPr>
            <a:noAutofit/>
          </a:bodyPr>
          <a:lstStyle/>
          <a:p>
            <a:pPr marL="514350" indent="-514350">
              <a:lnSpc>
                <a:spcPct val="150000"/>
              </a:lnSpc>
              <a:buFont typeface="+mj-lt"/>
              <a:buAutoNum type="arabicPeriod"/>
            </a:pPr>
            <a:r>
              <a:rPr lang="en-CA" dirty="0"/>
              <a:t>Select </a:t>
            </a:r>
            <a:r>
              <a:rPr lang="en-CA" b="1" dirty="0"/>
              <a:t>Review</a:t>
            </a:r>
            <a:r>
              <a:rPr lang="en-CA" dirty="0"/>
              <a:t> menu</a:t>
            </a:r>
          </a:p>
          <a:p>
            <a:pPr marL="514350" indent="-514350">
              <a:lnSpc>
                <a:spcPct val="150000"/>
              </a:lnSpc>
              <a:buFont typeface="+mj-lt"/>
              <a:buAutoNum type="arabicPeriod"/>
            </a:pPr>
            <a:r>
              <a:rPr lang="en-CA" dirty="0"/>
              <a:t>Select </a:t>
            </a:r>
            <a:r>
              <a:rPr lang="en-CA" b="1" dirty="0"/>
              <a:t>Check Accessibility</a:t>
            </a:r>
            <a:endParaRPr lang="en-CA" dirty="0"/>
          </a:p>
          <a:p>
            <a:pPr marL="514350" indent="-514350">
              <a:lnSpc>
                <a:spcPct val="150000"/>
              </a:lnSpc>
              <a:buFont typeface="+mj-lt"/>
              <a:buAutoNum type="arabicPeriod"/>
            </a:pPr>
            <a:r>
              <a:rPr lang="en-CA" dirty="0"/>
              <a:t>Select </a:t>
            </a:r>
            <a:r>
              <a:rPr lang="en-CA" b="1" dirty="0"/>
              <a:t>Reading Order Pane</a:t>
            </a:r>
            <a:endParaRPr lang="en-CA" dirty="0"/>
          </a:p>
        </p:txBody>
      </p:sp>
      <p:pic>
        <p:nvPicPr>
          <p:cNvPr id="10" name="Picture 9" descr="Screen Capture of Review ribbon with Check Accessibility selected and showing Reading Order Pane.">
            <a:extLst>
              <a:ext uri="{FF2B5EF4-FFF2-40B4-BE49-F238E27FC236}">
                <a16:creationId xmlns:a16="http://schemas.microsoft.com/office/drawing/2014/main" id="{20B735C0-DF9F-4696-AA5F-DC0D206A531B}"/>
              </a:ext>
            </a:extLst>
          </p:cNvPr>
          <p:cNvPicPr>
            <a:picLocks noChangeAspect="1"/>
          </p:cNvPicPr>
          <p:nvPr>
            <p:custDataLst>
              <p:tags r:id="rId3"/>
            </p:custDataLst>
          </p:nvPr>
        </p:nvPicPr>
        <p:blipFill>
          <a:blip r:embed="rId8"/>
          <a:stretch>
            <a:fillRect/>
          </a:stretch>
        </p:blipFill>
        <p:spPr>
          <a:xfrm>
            <a:off x="7791534" y="1514812"/>
            <a:ext cx="2844801" cy="3828376"/>
          </a:xfrm>
          <a:prstGeom prst="rect">
            <a:avLst/>
          </a:prstGeom>
          <a:noFill/>
        </p:spPr>
      </p:pic>
      <p:sp>
        <p:nvSpPr>
          <p:cNvPr id="4" name="Footer Placeholder 3">
            <a:extLst>
              <a:ext uri="{FF2B5EF4-FFF2-40B4-BE49-F238E27FC236}">
                <a16:creationId xmlns:a16="http://schemas.microsoft.com/office/drawing/2014/main" id="{E4B3ED09-ABD3-4207-A1C9-829A6DF406FF}"/>
              </a:ext>
              <a:ext uri="{C183D7F6-B498-43B3-948B-1728B52AA6E4}">
                <adec:decorative xmlns:adec="http://schemas.microsoft.com/office/drawing/2017/decorative" val="1"/>
              </a:ext>
            </a:extLst>
          </p:cNvPr>
          <p:cNvSpPr>
            <a:spLocks noGrp="1"/>
          </p:cNvSpPr>
          <p:nvPr>
            <p:ph type="ftr" sz="quarter" idx="11"/>
            <p:custDataLst>
              <p:tags r:id="rId4"/>
            </p:custDataLst>
          </p:nvPr>
        </p:nvSpPr>
        <p:spPr>
          <a:xfrm>
            <a:off x="3048000" y="6436297"/>
            <a:ext cx="6096001" cy="287256"/>
          </a:xfrm>
        </p:spPr>
        <p:txBody>
          <a:bodyPr anchor="ctr">
            <a:noAutofit/>
          </a:bodyPr>
          <a:lstStyle/>
          <a:p>
            <a:pPr>
              <a:lnSpc>
                <a:spcPct val="90000"/>
              </a:lnSpc>
              <a:spcAft>
                <a:spcPts val="600"/>
              </a:spcAft>
            </a:pP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49564C6F-83AF-4568-9E87-66584E3C2441}"/>
              </a:ext>
              <a:ext uri="{C183D7F6-B498-43B3-948B-1728B52AA6E4}">
                <adec:decorative xmlns:adec="http://schemas.microsoft.com/office/drawing/2017/decorative" val="1"/>
              </a:ext>
            </a:extLst>
          </p:cNvPr>
          <p:cNvSpPr>
            <a:spLocks noGrp="1"/>
          </p:cNvSpPr>
          <p:nvPr>
            <p:ph type="sldNum" sz="quarter" idx="12"/>
            <p:custDataLst>
              <p:tags r:id="rId5"/>
            </p:custDataLst>
          </p:nvPr>
        </p:nvSpPr>
        <p:spPr>
          <a:xfrm>
            <a:off x="8737600" y="6379799"/>
            <a:ext cx="2844800" cy="365125"/>
          </a:xfrm>
        </p:spPr>
        <p:txBody>
          <a:bodyPr anchor="ctr">
            <a:normAutofit/>
          </a:bodyPr>
          <a:lstStyle/>
          <a:p>
            <a:pPr>
              <a:lnSpc>
                <a:spcPct val="90000"/>
              </a:lnSpc>
              <a:spcAft>
                <a:spcPts val="600"/>
              </a:spcAft>
            </a:pPr>
            <a:fld id="{2E86C063-E22E-2E4C-A523-54089486E38F}" type="slidenum">
              <a:rPr lang="en-US" smtClean="0"/>
              <a:pPr>
                <a:lnSpc>
                  <a:spcPct val="90000"/>
                </a:lnSpc>
                <a:spcAft>
                  <a:spcPts val="600"/>
                </a:spcAft>
              </a:pPr>
              <a:t>58</a:t>
            </a:fld>
            <a:endParaRPr lang="en-US" dirty="0"/>
          </a:p>
        </p:txBody>
      </p:sp>
    </p:spTree>
    <p:extLst>
      <p:ext uri="{BB962C8B-B14F-4D97-AF65-F5344CB8AC3E}">
        <p14:creationId xmlns:p14="http://schemas.microsoft.com/office/powerpoint/2010/main" val="24793226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09600" y="244820"/>
            <a:ext cx="10972800" cy="1143000"/>
          </a:xfrm>
          <a:scene3d>
            <a:camera prst="orthographicFront">
              <a:rot lat="0" lon="0" rev="0"/>
            </a:camera>
            <a:lightRig rig="balanced" dir="t">
              <a:rot lat="0" lon="0" rev="8700000"/>
            </a:lightRig>
          </a:scene3d>
        </p:spPr>
        <p:txBody>
          <a:bodyPr anchor="ctr">
            <a:normAutofit/>
          </a:bodyPr>
          <a:lstStyle/>
          <a:p>
            <a:r>
              <a:rPr lang="en-CA" dirty="0">
                <a:solidFill>
                  <a:srgbClr val="1B8A8C"/>
                </a:solidFill>
              </a:rPr>
              <a:t>Example of Reading Order</a:t>
            </a:r>
          </a:p>
        </p:txBody>
      </p:sp>
      <p:sp>
        <p:nvSpPr>
          <p:cNvPr id="3" name="Content"/>
          <p:cNvSpPr>
            <a:spLocks noGrp="1"/>
          </p:cNvSpPr>
          <p:nvPr>
            <p:ph sz="half" idx="1"/>
            <p:custDataLst>
              <p:tags r:id="rId2"/>
            </p:custDataLst>
          </p:nvPr>
        </p:nvSpPr>
        <p:spPr>
          <a:xfrm>
            <a:off x="609599" y="1161742"/>
            <a:ext cx="7679962" cy="4672118"/>
          </a:xfrm>
        </p:spPr>
        <p:txBody>
          <a:bodyPr>
            <a:noAutofit/>
          </a:bodyPr>
          <a:lstStyle/>
          <a:p>
            <a:pPr>
              <a:lnSpc>
                <a:spcPct val="150000"/>
              </a:lnSpc>
            </a:pPr>
            <a:r>
              <a:rPr lang="en-CA" dirty="0"/>
              <a:t>A screen reader software reads the objects on a slide top-down.</a:t>
            </a:r>
          </a:p>
          <a:p>
            <a:pPr>
              <a:lnSpc>
                <a:spcPct val="150000"/>
              </a:lnSpc>
            </a:pPr>
            <a:r>
              <a:rPr lang="en-CA" dirty="0"/>
              <a:t>Press the up or down arrow to reorder the objects.</a:t>
            </a:r>
          </a:p>
          <a:p>
            <a:pPr marL="0" indent="0">
              <a:lnSpc>
                <a:spcPct val="150000"/>
              </a:lnSpc>
              <a:buNone/>
            </a:pPr>
            <a:r>
              <a:rPr lang="en-CA" b="1" dirty="0"/>
              <a:t>Note</a:t>
            </a:r>
            <a:r>
              <a:rPr lang="en-CA" dirty="0"/>
              <a:t>: Objects without a number will be skipped because they are marked decorative.</a:t>
            </a:r>
          </a:p>
        </p:txBody>
      </p:sp>
      <p:pic>
        <p:nvPicPr>
          <p:cNvPr id="11" name="Picture 10" descr="Screen capture of Reading order with a circle around the up and down arrows">
            <a:extLst>
              <a:ext uri="{FF2B5EF4-FFF2-40B4-BE49-F238E27FC236}">
                <a16:creationId xmlns:a16="http://schemas.microsoft.com/office/drawing/2014/main" id="{0C944442-6EFB-4B6F-9A7B-9BA688AB1518}"/>
              </a:ext>
            </a:extLst>
          </p:cNvPr>
          <p:cNvPicPr>
            <a:picLocks noChangeAspect="1"/>
          </p:cNvPicPr>
          <p:nvPr/>
        </p:nvPicPr>
        <p:blipFill>
          <a:blip r:embed="rId7"/>
          <a:stretch>
            <a:fillRect/>
          </a:stretch>
        </p:blipFill>
        <p:spPr>
          <a:xfrm>
            <a:off x="8356497" y="2251744"/>
            <a:ext cx="3225903" cy="2492114"/>
          </a:xfrm>
          <a:prstGeom prst="rect">
            <a:avLst/>
          </a:prstGeom>
        </p:spPr>
      </p:pic>
      <p:sp>
        <p:nvSpPr>
          <p:cNvPr id="7" name="Footer Placeholder 3">
            <a:extLst>
              <a:ext uri="{FF2B5EF4-FFF2-40B4-BE49-F238E27FC236}">
                <a16:creationId xmlns:a16="http://schemas.microsoft.com/office/drawing/2014/main" id="{7E37FA5D-2C2C-4169-9F8D-F5F3FA1B300B}"/>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9D92ADA0-6B34-4961-A219-C5C0F2901823}"/>
              </a:ext>
              <a:ext uri="{C183D7F6-B498-43B3-948B-1728B52AA6E4}">
                <adec:decorative xmlns:adec="http://schemas.microsoft.com/office/drawing/2017/decorative" val="1"/>
              </a:ext>
            </a:extLst>
          </p:cNvPr>
          <p:cNvSpPr>
            <a:spLocks noGrp="1"/>
          </p:cNvSpPr>
          <p:nvPr>
            <p:ph type="sldNum" sz="quarter" idx="12"/>
            <p:custDataLst>
              <p:tags r:id="rId4"/>
            </p:custDataLst>
          </p:nvPr>
        </p:nvSpPr>
        <p:spPr>
          <a:xfrm>
            <a:off x="8737600" y="6379799"/>
            <a:ext cx="2844800" cy="365125"/>
          </a:xfrm>
        </p:spPr>
        <p:txBody>
          <a:bodyPr anchor="ctr">
            <a:normAutofit/>
          </a:bodyPr>
          <a:lstStyle/>
          <a:p>
            <a:pPr>
              <a:lnSpc>
                <a:spcPct val="90000"/>
              </a:lnSpc>
              <a:spcAft>
                <a:spcPts val="600"/>
              </a:spcAft>
            </a:pPr>
            <a:fld id="{2E86C063-E22E-2E4C-A523-54089486E38F}" type="slidenum">
              <a:rPr lang="en-US" smtClean="0"/>
              <a:pPr>
                <a:lnSpc>
                  <a:spcPct val="90000"/>
                </a:lnSpc>
                <a:spcAft>
                  <a:spcPts val="600"/>
                </a:spcAft>
              </a:pPr>
              <a:t>59</a:t>
            </a:fld>
            <a:endParaRPr lang="en-US" dirty="0"/>
          </a:p>
        </p:txBody>
      </p:sp>
    </p:spTree>
    <p:extLst>
      <p:ext uri="{BB962C8B-B14F-4D97-AF65-F5344CB8AC3E}">
        <p14:creationId xmlns:p14="http://schemas.microsoft.com/office/powerpoint/2010/main" val="9683669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09600" y="244820"/>
            <a:ext cx="10972800" cy="1143000"/>
          </a:xfrm>
          <a:scene3d>
            <a:camera prst="orthographicFront">
              <a:rot lat="0" lon="0" rev="0"/>
            </a:camera>
            <a:lightRig rig="balanced" dir="t">
              <a:rot lat="0" lon="0" rev="8700000"/>
            </a:lightRig>
          </a:scene3d>
        </p:spPr>
        <p:txBody>
          <a:bodyPr anchor="ctr">
            <a:normAutofit/>
          </a:bodyPr>
          <a:lstStyle/>
          <a:p>
            <a:r>
              <a:rPr lang="en-CA" dirty="0">
                <a:solidFill>
                  <a:srgbClr val="1B8A8C"/>
                </a:solidFill>
              </a:rPr>
              <a:t>Outline View Pane</a:t>
            </a:r>
          </a:p>
        </p:txBody>
      </p:sp>
      <p:sp>
        <p:nvSpPr>
          <p:cNvPr id="8" name="Content"/>
          <p:cNvSpPr>
            <a:spLocks noGrp="1"/>
          </p:cNvSpPr>
          <p:nvPr>
            <p:ph sz="half" idx="1"/>
            <p:custDataLst>
              <p:tags r:id="rId2"/>
            </p:custDataLst>
          </p:nvPr>
        </p:nvSpPr>
        <p:spPr>
          <a:xfrm>
            <a:off x="609599" y="1998686"/>
            <a:ext cx="6186986" cy="2860629"/>
          </a:xfrm>
        </p:spPr>
        <p:txBody>
          <a:bodyPr>
            <a:noAutofit/>
          </a:bodyPr>
          <a:lstStyle/>
          <a:p>
            <a:pPr marL="0" indent="0">
              <a:lnSpc>
                <a:spcPct val="150000"/>
              </a:lnSpc>
              <a:buNone/>
            </a:pPr>
            <a:r>
              <a:rPr lang="en-CA" dirty="0"/>
              <a:t>Shows accessible text contained in </a:t>
            </a:r>
            <a:r>
              <a:rPr lang="en-CA" b="1" dirty="0"/>
              <a:t>placeholders,</a:t>
            </a:r>
            <a:r>
              <a:rPr lang="en-CA" dirty="0"/>
              <a:t> such as </a:t>
            </a:r>
            <a:r>
              <a:rPr lang="en-CA" b="1" dirty="0"/>
              <a:t>Title</a:t>
            </a:r>
            <a:r>
              <a:rPr lang="en-CA" dirty="0"/>
              <a:t> and </a:t>
            </a:r>
            <a:r>
              <a:rPr lang="en-CA" b="1" dirty="0"/>
              <a:t>Content</a:t>
            </a:r>
            <a:r>
              <a:rPr lang="en-CA" dirty="0"/>
              <a:t>. Those are usually part of an accessible template.</a:t>
            </a:r>
          </a:p>
        </p:txBody>
      </p:sp>
      <p:pic>
        <p:nvPicPr>
          <p:cNvPr id="5" name="image 2" descr="Screen capture of outlined view showing title and text for slides 11 -12-13&#10;"/>
          <p:cNvPicPr>
            <a:picLocks noChangeAspect="1"/>
          </p:cNvPicPr>
          <p:nvPr>
            <p:custDataLst>
              <p:tags r:id="rId3"/>
            </p:custDataLst>
          </p:nvPr>
        </p:nvPicPr>
        <p:blipFill>
          <a:blip r:embed="rId8"/>
          <a:stretch>
            <a:fillRect/>
          </a:stretch>
        </p:blipFill>
        <p:spPr>
          <a:xfrm>
            <a:off x="6950926" y="1600201"/>
            <a:ext cx="4631473" cy="4525963"/>
          </a:xfrm>
          <a:prstGeom prst="rect">
            <a:avLst/>
          </a:prstGeom>
          <a:noFill/>
        </p:spPr>
      </p:pic>
      <p:sp>
        <p:nvSpPr>
          <p:cNvPr id="3" name="Footer Placeholder 2">
            <a:extLst>
              <a:ext uri="{FF2B5EF4-FFF2-40B4-BE49-F238E27FC236}">
                <a16:creationId xmlns:a16="http://schemas.microsoft.com/office/drawing/2014/main" id="{2D1CCFDB-D168-4E20-9000-00913375BE68}"/>
              </a:ext>
              <a:ext uri="{C183D7F6-B498-43B3-948B-1728B52AA6E4}">
                <adec:decorative xmlns:adec="http://schemas.microsoft.com/office/drawing/2017/decorative" val="1"/>
              </a:ext>
            </a:extLst>
          </p:cNvPr>
          <p:cNvSpPr>
            <a:spLocks noGrp="1"/>
          </p:cNvSpPr>
          <p:nvPr>
            <p:ph type="ftr" sz="quarter" idx="11"/>
            <p:custDataLst>
              <p:tags r:id="rId4"/>
            </p:custDataLst>
          </p:nvPr>
        </p:nvSpPr>
        <p:spPr>
          <a:xfrm>
            <a:off x="3048000" y="6436297"/>
            <a:ext cx="6096001" cy="287256"/>
          </a:xfrm>
        </p:spPr>
        <p:txBody>
          <a:bodyPr anchor="ctr">
            <a:noAutofit/>
          </a:bodyPr>
          <a:lstStyle/>
          <a:p>
            <a:pPr>
              <a:lnSpc>
                <a:spcPct val="90000"/>
              </a:lnSpc>
              <a:spcAft>
                <a:spcPts val="600"/>
              </a:spcAft>
            </a:pPr>
            <a:r>
              <a:rPr lang="en-CA" dirty="0"/>
              <a:t>Making Technology work for everyone!</a:t>
            </a:r>
            <a:endParaRPr lang="en-US" dirty="0"/>
          </a:p>
        </p:txBody>
      </p:sp>
      <p:sp>
        <p:nvSpPr>
          <p:cNvPr id="4" name="Slide Number Placeholder 3">
            <a:extLst>
              <a:ext uri="{FF2B5EF4-FFF2-40B4-BE49-F238E27FC236}">
                <a16:creationId xmlns:a16="http://schemas.microsoft.com/office/drawing/2014/main" id="{777C86E1-7562-446A-A02D-360065B3891D}"/>
              </a:ext>
              <a:ext uri="{C183D7F6-B498-43B3-948B-1728B52AA6E4}">
                <adec:decorative xmlns:adec="http://schemas.microsoft.com/office/drawing/2017/decorative" val="1"/>
              </a:ext>
            </a:extLst>
          </p:cNvPr>
          <p:cNvSpPr>
            <a:spLocks noGrp="1"/>
          </p:cNvSpPr>
          <p:nvPr>
            <p:ph type="sldNum" sz="quarter" idx="12"/>
            <p:custDataLst>
              <p:tags r:id="rId5"/>
            </p:custDataLst>
          </p:nvPr>
        </p:nvSpPr>
        <p:spPr>
          <a:xfrm>
            <a:off x="8737600" y="6379799"/>
            <a:ext cx="2844800" cy="365125"/>
          </a:xfrm>
        </p:spPr>
        <p:txBody>
          <a:bodyPr anchor="ctr">
            <a:normAutofit/>
          </a:bodyPr>
          <a:lstStyle/>
          <a:p>
            <a:pPr>
              <a:lnSpc>
                <a:spcPct val="90000"/>
              </a:lnSpc>
              <a:spcAft>
                <a:spcPts val="600"/>
              </a:spcAft>
            </a:pPr>
            <a:fld id="{2E86C063-E22E-2E4C-A523-54089486E38F}" type="slidenum">
              <a:rPr lang="en-US" smtClean="0"/>
              <a:pPr>
                <a:lnSpc>
                  <a:spcPct val="90000"/>
                </a:lnSpc>
                <a:spcAft>
                  <a:spcPts val="600"/>
                </a:spcAft>
              </a:pPr>
              <a:t>60</a:t>
            </a:fld>
            <a:endParaRPr lang="en-US" dirty="0"/>
          </a:p>
        </p:txBody>
      </p:sp>
    </p:spTree>
    <p:extLst>
      <p:ext uri="{BB962C8B-B14F-4D97-AF65-F5344CB8AC3E}">
        <p14:creationId xmlns:p14="http://schemas.microsoft.com/office/powerpoint/2010/main" val="16408912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Autofit/>
          </a:bodyPr>
          <a:lstStyle/>
          <a:p>
            <a:r>
              <a:rPr lang="en-CA" dirty="0">
                <a:solidFill>
                  <a:srgbClr val="1B8A8C"/>
                </a:solidFill>
              </a:rPr>
              <a:t>Display Outline View</a:t>
            </a:r>
          </a:p>
        </p:txBody>
      </p:sp>
      <p:sp>
        <p:nvSpPr>
          <p:cNvPr id="8" name="Content"/>
          <p:cNvSpPr>
            <a:spLocks noGrp="1"/>
          </p:cNvSpPr>
          <p:nvPr>
            <p:ph sz="half" idx="2"/>
            <p:custDataLst>
              <p:tags r:id="rId2"/>
            </p:custDataLst>
          </p:nvPr>
        </p:nvSpPr>
        <p:spPr>
          <a:xfrm>
            <a:off x="609600" y="1725930"/>
            <a:ext cx="6911340" cy="3406140"/>
          </a:xfrm>
        </p:spPr>
        <p:txBody>
          <a:bodyPr>
            <a:noAutofit/>
          </a:bodyPr>
          <a:lstStyle/>
          <a:p>
            <a:pPr>
              <a:lnSpc>
                <a:spcPct val="150000"/>
              </a:lnSpc>
              <a:buFont typeface="+mj-lt"/>
              <a:buAutoNum type="arabicPeriod"/>
            </a:pPr>
            <a:r>
              <a:rPr lang="en-CA" dirty="0"/>
              <a:t>Go to </a:t>
            </a:r>
            <a:r>
              <a:rPr lang="en-CA" b="1" dirty="0"/>
              <a:t>View</a:t>
            </a:r>
            <a:r>
              <a:rPr lang="en-CA" dirty="0"/>
              <a:t> ribbon</a:t>
            </a:r>
          </a:p>
          <a:p>
            <a:pPr>
              <a:lnSpc>
                <a:spcPct val="150000"/>
              </a:lnSpc>
              <a:buFont typeface="+mj-lt"/>
              <a:buAutoNum type="arabicPeriod"/>
            </a:pPr>
            <a:r>
              <a:rPr lang="en-CA" dirty="0"/>
              <a:t>Select </a:t>
            </a:r>
            <a:r>
              <a:rPr lang="en-CA" b="1" dirty="0"/>
              <a:t>Outline View</a:t>
            </a:r>
          </a:p>
          <a:p>
            <a:pPr marL="0" indent="0">
              <a:lnSpc>
                <a:spcPct val="150000"/>
              </a:lnSpc>
              <a:buNone/>
            </a:pPr>
            <a:r>
              <a:rPr lang="en-CA" b="1" dirty="0"/>
              <a:t>Tip:</a:t>
            </a:r>
            <a:r>
              <a:rPr lang="en-CA" dirty="0"/>
              <a:t> Select </a:t>
            </a:r>
            <a:r>
              <a:rPr lang="en-CA" b="1" dirty="0"/>
              <a:t>Normal </a:t>
            </a:r>
            <a:r>
              <a:rPr lang="en-CA" dirty="0"/>
              <a:t>to view miniature slides in the left pane.</a:t>
            </a:r>
            <a:endParaRPr lang="en-CA" b="1" dirty="0"/>
          </a:p>
        </p:txBody>
      </p:sp>
      <p:pic>
        <p:nvPicPr>
          <p:cNvPr id="3" name="Image 1" descr="Screen capture of the Presentation Views with Outline View selected."/>
          <p:cNvPicPr>
            <a:picLocks noChangeAspect="1"/>
          </p:cNvPicPr>
          <p:nvPr>
            <p:custDataLst>
              <p:tags r:id="rId3"/>
            </p:custDataLst>
          </p:nvPr>
        </p:nvPicPr>
        <p:blipFill>
          <a:blip r:embed="rId8"/>
          <a:stretch>
            <a:fillRect/>
          </a:stretch>
        </p:blipFill>
        <p:spPr>
          <a:xfrm>
            <a:off x="8176260" y="2690830"/>
            <a:ext cx="3486151" cy="1476341"/>
          </a:xfrm>
          <a:prstGeom prst="rect">
            <a:avLst/>
          </a:prstGeom>
        </p:spPr>
      </p:pic>
      <p:sp>
        <p:nvSpPr>
          <p:cNvPr id="7" name="Footer Placeholder 2">
            <a:extLst>
              <a:ext uri="{FF2B5EF4-FFF2-40B4-BE49-F238E27FC236}">
                <a16:creationId xmlns:a16="http://schemas.microsoft.com/office/drawing/2014/main" id="{12E7CCEF-673C-41D9-8B81-7183E53B46C1}"/>
              </a:ext>
              <a:ext uri="{C183D7F6-B498-43B3-948B-1728B52AA6E4}">
                <adec:decorative xmlns:adec="http://schemas.microsoft.com/office/drawing/2017/decorative" val="1"/>
              </a:ext>
            </a:extLst>
          </p:cNvPr>
          <p:cNvSpPr>
            <a:spLocks noGrp="1"/>
          </p:cNvSpPr>
          <p:nvPr>
            <p:ph type="ftr" sz="quarter" idx="11"/>
            <p:custDataLst>
              <p:tags r:id="rId4"/>
            </p:custDataLst>
          </p:nvPr>
        </p:nvSpPr>
        <p:spPr/>
        <p:txBody>
          <a:bodyPr anchor="ctr">
            <a:noAutofit/>
          </a:bodyPr>
          <a:lstStyle/>
          <a:p>
            <a:pPr>
              <a:lnSpc>
                <a:spcPct val="90000"/>
              </a:lnSpc>
              <a:spcAft>
                <a:spcPts val="600"/>
              </a:spcAft>
            </a:pP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807381E0-E345-43D6-8D68-2D7D39411686}"/>
              </a:ext>
              <a:ext uri="{C183D7F6-B498-43B3-948B-1728B52AA6E4}">
                <adec:decorative xmlns:adec="http://schemas.microsoft.com/office/drawing/2017/decorative" val="1"/>
              </a:ext>
            </a:extLst>
          </p:cNvPr>
          <p:cNvSpPr>
            <a:spLocks noGrp="1"/>
          </p:cNvSpPr>
          <p:nvPr>
            <p:ph type="sldNum" sz="quarter" idx="12"/>
            <p:custDataLst>
              <p:tags r:id="rId5"/>
            </p:custDataLst>
          </p:nvPr>
        </p:nvSpPr>
        <p:spPr/>
        <p:txBody>
          <a:bodyPr/>
          <a:lstStyle/>
          <a:p>
            <a:fld id="{2E86C063-E22E-2E4C-A523-54089486E38F}" type="slidenum">
              <a:rPr lang="en-US" smtClean="0"/>
              <a:pPr/>
              <a:t>61</a:t>
            </a:fld>
            <a:endParaRPr lang="en-US" dirty="0"/>
          </a:p>
        </p:txBody>
      </p:sp>
    </p:spTree>
    <p:extLst>
      <p:ext uri="{BB962C8B-B14F-4D97-AF65-F5344CB8AC3E}">
        <p14:creationId xmlns:p14="http://schemas.microsoft.com/office/powerpoint/2010/main" val="19236123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754381" y="272364"/>
            <a:ext cx="9442566" cy="1362472"/>
          </a:xfrm>
        </p:spPr>
        <p:txBody>
          <a:bodyPr>
            <a:normAutofit/>
          </a:bodyPr>
          <a:lstStyle/>
          <a:p>
            <a:r>
              <a:rPr lang="en-CA" dirty="0">
                <a:solidFill>
                  <a:srgbClr val="1B8A8C"/>
                </a:solidFill>
              </a:rPr>
              <a:t>Accessible chart</a:t>
            </a:r>
          </a:p>
        </p:txBody>
      </p:sp>
      <p:sp>
        <p:nvSpPr>
          <p:cNvPr id="4" name="Content"/>
          <p:cNvSpPr>
            <a:spLocks noGrp="1"/>
          </p:cNvSpPr>
          <p:nvPr>
            <p:ph sz="half" idx="1"/>
            <p:custDataLst>
              <p:tags r:id="rId2"/>
            </p:custDataLst>
          </p:nvPr>
        </p:nvSpPr>
        <p:spPr>
          <a:xfrm>
            <a:off x="1335924" y="1438657"/>
            <a:ext cx="9520152" cy="4518799"/>
          </a:xfrm>
        </p:spPr>
        <p:txBody>
          <a:bodyPr anchor="t" anchorCtr="0">
            <a:noAutofit/>
          </a:bodyPr>
          <a:lstStyle/>
          <a:p>
            <a:pPr>
              <a:lnSpc>
                <a:spcPct val="150000"/>
              </a:lnSpc>
              <a:buFont typeface="Wingdings" panose="05000000000000000000" pitchFamily="2" charset="2"/>
              <a:buChar char="Ø"/>
            </a:pPr>
            <a:r>
              <a:rPr lang="en-CA" sz="3000" dirty="0"/>
              <a:t>Add chart alternative text (Alt-Text). The alternative text should only be a text summary.</a:t>
            </a:r>
          </a:p>
          <a:p>
            <a:pPr>
              <a:lnSpc>
                <a:spcPct val="150000"/>
              </a:lnSpc>
              <a:buFont typeface="Wingdings" panose="05000000000000000000" pitchFamily="2" charset="2"/>
              <a:buChar char="Ø"/>
            </a:pPr>
            <a:r>
              <a:rPr lang="en-CA" sz="3000" dirty="0"/>
              <a:t>For complex charts add the data below the chart.</a:t>
            </a:r>
          </a:p>
          <a:p>
            <a:pPr>
              <a:lnSpc>
                <a:spcPct val="150000"/>
              </a:lnSpc>
              <a:buFont typeface="Wingdings" panose="05000000000000000000" pitchFamily="2" charset="2"/>
              <a:buChar char="Ø"/>
            </a:pPr>
            <a:r>
              <a:rPr lang="en-CA" dirty="0"/>
              <a:t>Add data series outside the chart.</a:t>
            </a:r>
          </a:p>
          <a:p>
            <a:pPr>
              <a:lnSpc>
                <a:spcPct val="150000"/>
              </a:lnSpc>
              <a:buFont typeface="Wingdings" panose="05000000000000000000" pitchFamily="2" charset="2"/>
              <a:buChar char="Ø"/>
            </a:pPr>
            <a:r>
              <a:rPr lang="en-CA" sz="3000" dirty="0"/>
              <a:t>Use different colors with patterns for each value.</a:t>
            </a:r>
          </a:p>
        </p:txBody>
      </p:sp>
      <p:sp>
        <p:nvSpPr>
          <p:cNvPr id="7" name="Footer Placeholder 2">
            <a:extLst>
              <a:ext uri="{FF2B5EF4-FFF2-40B4-BE49-F238E27FC236}">
                <a16:creationId xmlns:a16="http://schemas.microsoft.com/office/drawing/2014/main" id="{2C0B8B3B-AD7F-4CBB-A854-8AD4BD417CCC}"/>
              </a:ext>
              <a:ext uri="{C183D7F6-B498-43B3-948B-1728B52AA6E4}">
                <adec:decorative xmlns:adec="http://schemas.microsoft.com/office/drawing/2017/decorative" val="1"/>
              </a:ext>
            </a:extLst>
          </p:cNvPr>
          <p:cNvSpPr>
            <a:spLocks noGrp="1"/>
          </p:cNvSpPr>
          <p:nvPr>
            <p:ph type="ftr" sz="quarter" idx="11"/>
            <p:custDataLst>
              <p:tags r:id="rId3"/>
            </p:custDataLst>
          </p:nvPr>
        </p:nvSpPr>
        <p:spPr>
          <a:xfrm>
            <a:off x="3048000" y="6436297"/>
            <a:ext cx="6096001" cy="287256"/>
          </a:xfrm>
        </p:spPr>
        <p:txBody>
          <a:bodyPr anchor="ctr">
            <a:noAutofit/>
          </a:bodyPr>
          <a:lstStyle/>
          <a:p>
            <a:pPr>
              <a:lnSpc>
                <a:spcPct val="90000"/>
              </a:lnSpc>
              <a:spcAft>
                <a:spcPts val="600"/>
              </a:spcAft>
            </a:pPr>
            <a:r>
              <a:rPr lang="en-CA" dirty="0"/>
              <a:t>Making Technology work for everyone!</a:t>
            </a:r>
            <a:endParaRPr lang="en-US" dirty="0"/>
          </a:p>
        </p:txBody>
      </p:sp>
      <p:sp>
        <p:nvSpPr>
          <p:cNvPr id="6" name="Slide Number Placeholder 5">
            <a:extLst>
              <a:ext uri="{FF2B5EF4-FFF2-40B4-BE49-F238E27FC236}">
                <a16:creationId xmlns:a16="http://schemas.microsoft.com/office/drawing/2014/main" id="{D1976103-F5BF-401A-B3DB-FD64473ABFC5}"/>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62</a:t>
            </a:fld>
            <a:endParaRPr lang="en-US" dirty="0"/>
          </a:p>
        </p:txBody>
      </p:sp>
    </p:spTree>
    <p:extLst>
      <p:ext uri="{BB962C8B-B14F-4D97-AF65-F5344CB8AC3E}">
        <p14:creationId xmlns:p14="http://schemas.microsoft.com/office/powerpoint/2010/main" val="11287053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p:txBody>
          <a:bodyPr>
            <a:normAutofit/>
          </a:bodyPr>
          <a:lstStyle/>
          <a:p>
            <a:r>
              <a:rPr lang="en-CA" dirty="0">
                <a:solidFill>
                  <a:srgbClr val="1B8A8C"/>
                </a:solidFill>
              </a:rPr>
              <a:t>Example of an Accessible Pie Chart</a:t>
            </a:r>
          </a:p>
        </p:txBody>
      </p:sp>
      <p:graphicFrame>
        <p:nvGraphicFramePr>
          <p:cNvPr id="10" name="Content" descr="Pie Chart Sales by quarter."/>
          <p:cNvGraphicFramePr>
            <a:graphicFrameLocks noGrp="1"/>
          </p:cNvGraphicFramePr>
          <p:nvPr>
            <p:ph sz="half" idx="1"/>
            <p:custDataLst>
              <p:tags r:id="rId2"/>
            </p:custDataLst>
            <p:extLst>
              <p:ext uri="{D42A27DB-BD31-4B8C-83A1-F6EECF244321}">
                <p14:modId xmlns:p14="http://schemas.microsoft.com/office/powerpoint/2010/main" val="716302634"/>
              </p:ext>
            </p:extLst>
          </p:nvPr>
        </p:nvGraphicFramePr>
        <p:xfrm>
          <a:off x="1981200" y="1319350"/>
          <a:ext cx="8099946" cy="4644722"/>
        </p:xfrm>
        <a:graphic>
          <a:graphicData uri="http://schemas.openxmlformats.org/drawingml/2006/chart">
            <c:chart xmlns:c="http://schemas.openxmlformats.org/drawingml/2006/chart" xmlns:r="http://schemas.openxmlformats.org/officeDocument/2006/relationships" r:id="rId7"/>
          </a:graphicData>
        </a:graphic>
      </p:graphicFrame>
      <p:sp>
        <p:nvSpPr>
          <p:cNvPr id="4" name="Footer Placeholder 3">
            <a:extLst>
              <a:ext uri="{FF2B5EF4-FFF2-40B4-BE49-F238E27FC236}">
                <a16:creationId xmlns:a16="http://schemas.microsoft.com/office/drawing/2014/main" id="{334704E2-D173-47CD-9114-20FE079AC434}"/>
              </a:ext>
              <a:ext uri="{C183D7F6-B498-43B3-948B-1728B52AA6E4}">
                <adec:decorative xmlns:adec="http://schemas.microsoft.com/office/drawing/2017/decorative" val="1"/>
              </a:ext>
            </a:extLst>
          </p:cNvPr>
          <p:cNvSpPr>
            <a:spLocks noGrp="1"/>
          </p:cNvSpPr>
          <p:nvPr>
            <p:ph type="ftr" sz="quarter" idx="11"/>
            <p:custDataLst>
              <p:tags r:id="rId3"/>
            </p:custDataLst>
          </p:nvPr>
        </p:nvSpPr>
        <p:spPr>
          <a:xfrm>
            <a:off x="3048000" y="6436297"/>
            <a:ext cx="6096001" cy="287256"/>
          </a:xfrm>
        </p:spPr>
        <p:txBody>
          <a:bodyPr/>
          <a:lstStyle/>
          <a:p>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54C6D600-E88A-4A10-B7E5-C21055BD9040}"/>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63</a:t>
            </a:fld>
            <a:endParaRPr lang="en-US" dirty="0"/>
          </a:p>
        </p:txBody>
      </p:sp>
    </p:spTree>
    <p:extLst>
      <p:ext uri="{BB962C8B-B14F-4D97-AF65-F5344CB8AC3E}">
        <p14:creationId xmlns:p14="http://schemas.microsoft.com/office/powerpoint/2010/main" val="19491891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rmAutofit/>
          </a:bodyPr>
          <a:lstStyle/>
          <a:p>
            <a:r>
              <a:rPr lang="en-CA" dirty="0">
                <a:solidFill>
                  <a:srgbClr val="1B8A8C"/>
                </a:solidFill>
              </a:rPr>
              <a:t>Animation and Transition</a:t>
            </a:r>
          </a:p>
        </p:txBody>
      </p:sp>
      <p:sp>
        <p:nvSpPr>
          <p:cNvPr id="7" name="Content Placeholder 3"/>
          <p:cNvSpPr>
            <a:spLocks noGrp="1"/>
          </p:cNvSpPr>
          <p:nvPr>
            <p:ph sz="half" idx="1"/>
            <p:custDataLst>
              <p:tags r:id="rId2"/>
            </p:custDataLst>
          </p:nvPr>
        </p:nvSpPr>
        <p:spPr>
          <a:xfrm>
            <a:off x="609600" y="1271589"/>
            <a:ext cx="10972800" cy="4854576"/>
          </a:xfrm>
        </p:spPr>
        <p:txBody>
          <a:bodyPr>
            <a:noAutofit/>
          </a:bodyPr>
          <a:lstStyle/>
          <a:p>
            <a:pPr>
              <a:lnSpc>
                <a:spcPct val="150000"/>
              </a:lnSpc>
            </a:pPr>
            <a:r>
              <a:rPr lang="en-CA" b="0" i="0" dirty="0">
                <a:solidFill>
                  <a:srgbClr val="333333"/>
                </a:solidFill>
                <a:effectLst/>
                <a:latin typeface="+mj-lt"/>
              </a:rPr>
              <a:t>Keep transitions and animations simple and brief. </a:t>
            </a:r>
          </a:p>
          <a:p>
            <a:pPr>
              <a:lnSpc>
                <a:spcPct val="150000"/>
              </a:lnSpc>
            </a:pPr>
            <a:r>
              <a:rPr lang="en-CA" b="0" i="0" dirty="0">
                <a:solidFill>
                  <a:srgbClr val="333333"/>
                </a:solidFill>
                <a:effectLst/>
                <a:latin typeface="+mj-lt"/>
              </a:rPr>
              <a:t>Avoid automatic transitions/animations as they limit the time for reading.</a:t>
            </a:r>
            <a:endParaRPr lang="en-CA" sz="3000" dirty="0">
              <a:latin typeface="+mj-lt"/>
            </a:endParaRPr>
          </a:p>
          <a:p>
            <a:pPr>
              <a:lnSpc>
                <a:spcPct val="150000"/>
              </a:lnSpc>
            </a:pPr>
            <a:r>
              <a:rPr lang="en-CA" sz="3000" dirty="0">
                <a:latin typeface="+mj-lt"/>
              </a:rPr>
              <a:t>Use one transition and animation per slide.</a:t>
            </a:r>
          </a:p>
          <a:p>
            <a:pPr>
              <a:lnSpc>
                <a:spcPct val="150000"/>
              </a:lnSpc>
            </a:pPr>
            <a:r>
              <a:rPr lang="en-CA" sz="3000" dirty="0">
                <a:latin typeface="+mj-lt"/>
              </a:rPr>
              <a:t>Keeping animations to a minimum or eliminating them will increase the accessibility of your content.</a:t>
            </a:r>
          </a:p>
        </p:txBody>
      </p:sp>
      <p:sp>
        <p:nvSpPr>
          <p:cNvPr id="3" name="Footer Placeholder 2">
            <a:extLst>
              <a:ext uri="{FF2B5EF4-FFF2-40B4-BE49-F238E27FC236}">
                <a16:creationId xmlns:a16="http://schemas.microsoft.com/office/drawing/2014/main" id="{AE54A8C2-D0F7-4BEC-94AF-6B7F78B671E2}"/>
              </a:ext>
              <a:ext uri="{C183D7F6-B498-43B3-948B-1728B52AA6E4}">
                <adec:decorative xmlns:adec="http://schemas.microsoft.com/office/drawing/2017/decorative" val="1"/>
              </a:ext>
            </a:extLst>
          </p:cNvPr>
          <p:cNvSpPr>
            <a:spLocks noGrp="1"/>
          </p:cNvSpPr>
          <p:nvPr>
            <p:ph type="ftr" sz="quarter" idx="11"/>
            <p:custDataLst>
              <p:tags r:id="rId3"/>
            </p:custDataLst>
          </p:nvPr>
        </p:nvSpPr>
        <p:spPr>
          <a:xfrm>
            <a:off x="3048000" y="6436297"/>
            <a:ext cx="6096001" cy="287256"/>
          </a:xfrm>
        </p:spPr>
        <p:txBody>
          <a:bodyPr/>
          <a:lstStyle/>
          <a:p>
            <a:r>
              <a:rPr lang="en-CA" dirty="0"/>
              <a:t>Making Technology work for everyone!</a:t>
            </a:r>
            <a:endParaRPr lang="en-US" dirty="0"/>
          </a:p>
        </p:txBody>
      </p:sp>
      <p:sp>
        <p:nvSpPr>
          <p:cNvPr id="4" name="Slide Number Placeholder 3">
            <a:extLst>
              <a:ext uri="{FF2B5EF4-FFF2-40B4-BE49-F238E27FC236}">
                <a16:creationId xmlns:a16="http://schemas.microsoft.com/office/drawing/2014/main" id="{6EC9267E-A98C-4666-B1FE-4E5F0BDD0741}"/>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64</a:t>
            </a:fld>
            <a:endParaRPr lang="en-US" dirty="0"/>
          </a:p>
        </p:txBody>
      </p:sp>
    </p:spTree>
    <p:extLst>
      <p:ext uri="{BB962C8B-B14F-4D97-AF65-F5344CB8AC3E}">
        <p14:creationId xmlns:p14="http://schemas.microsoft.com/office/powerpoint/2010/main" val="20437618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1596511" y="724463"/>
            <a:ext cx="8077200" cy="723902"/>
          </a:xfrm>
        </p:spPr>
        <p:txBody>
          <a:bodyPr>
            <a:normAutofit/>
          </a:bodyPr>
          <a:lstStyle/>
          <a:p>
            <a:r>
              <a:rPr lang="en-CA" dirty="0">
                <a:solidFill>
                  <a:srgbClr val="1B8A8C"/>
                </a:solidFill>
              </a:rPr>
              <a:t>Also applies to PowerPoint</a:t>
            </a:r>
          </a:p>
        </p:txBody>
      </p:sp>
      <p:sp>
        <p:nvSpPr>
          <p:cNvPr id="3" name="Content Placeholder 2"/>
          <p:cNvSpPr>
            <a:spLocks noGrp="1"/>
          </p:cNvSpPr>
          <p:nvPr>
            <p:ph idx="1"/>
            <p:custDataLst>
              <p:tags r:id="rId2"/>
            </p:custDataLst>
          </p:nvPr>
        </p:nvSpPr>
        <p:spPr>
          <a:xfrm>
            <a:off x="1596511" y="1828800"/>
            <a:ext cx="8675739" cy="3200400"/>
          </a:xfrm>
        </p:spPr>
        <p:txBody>
          <a:bodyPr>
            <a:normAutofit/>
          </a:bodyPr>
          <a:lstStyle/>
          <a:p>
            <a:pPr marL="0" indent="0">
              <a:lnSpc>
                <a:spcPct val="150000"/>
              </a:lnSpc>
              <a:buNone/>
            </a:pPr>
            <a:r>
              <a:rPr lang="en-CA" sz="3200" dirty="0"/>
              <a:t>Remember to check for plain language, acronyms, the appearance of text, alternative text for non-text objects, descriptive hyperlinks, the use of colour, and images.</a:t>
            </a:r>
          </a:p>
        </p:txBody>
      </p:sp>
      <p:sp>
        <p:nvSpPr>
          <p:cNvPr id="6" name="Footer Placeholder 5">
            <a:extLst>
              <a:ext uri="{FF2B5EF4-FFF2-40B4-BE49-F238E27FC236}">
                <a16:creationId xmlns:a16="http://schemas.microsoft.com/office/drawing/2014/main" id="{3AC248CE-84A4-4581-B8FB-39D7C4377964}"/>
              </a:ext>
              <a:ext uri="{C183D7F6-B498-43B3-948B-1728B52AA6E4}">
                <adec:decorative xmlns:adec="http://schemas.microsoft.com/office/drawing/2017/decorative" val="1"/>
              </a:ext>
            </a:extLst>
          </p:cNvPr>
          <p:cNvSpPr>
            <a:spLocks noGrp="1"/>
          </p:cNvSpPr>
          <p:nvPr>
            <p:ph type="ftr" sz="quarter" idx="11"/>
            <p:custDataLst>
              <p:tags r:id="rId3"/>
            </p:custDataLst>
          </p:nvPr>
        </p:nvSpPr>
        <p:spPr>
          <a:xfrm>
            <a:off x="3048000" y="6434220"/>
            <a:ext cx="6096001" cy="287256"/>
          </a:xfrm>
        </p:spPr>
        <p:txBody>
          <a:bodyPr/>
          <a:lstStyle/>
          <a:p>
            <a:r>
              <a:rPr lang="en-CA" dirty="0"/>
              <a:t>Making Technology work for everyone!</a:t>
            </a:r>
            <a:endParaRPr lang="en-US" dirty="0"/>
          </a:p>
        </p:txBody>
      </p:sp>
      <p:sp>
        <p:nvSpPr>
          <p:cNvPr id="7" name="Slide Number Placeholder 6">
            <a:extLst>
              <a:ext uri="{FF2B5EF4-FFF2-40B4-BE49-F238E27FC236}">
                <a16:creationId xmlns:a16="http://schemas.microsoft.com/office/drawing/2014/main" id="{88D2F30B-8D76-4625-AFC5-FD96AAA13A10}"/>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65</a:t>
            </a:fld>
            <a:endParaRPr lang="en-US" dirty="0"/>
          </a:p>
        </p:txBody>
      </p:sp>
    </p:spTree>
    <p:extLst>
      <p:ext uri="{BB962C8B-B14F-4D97-AF65-F5344CB8AC3E}">
        <p14:creationId xmlns:p14="http://schemas.microsoft.com/office/powerpoint/2010/main" val="7451702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811530" y="274639"/>
            <a:ext cx="9665970" cy="912813"/>
          </a:xfrm>
        </p:spPr>
        <p:txBody>
          <a:bodyPr>
            <a:noAutofit/>
          </a:bodyPr>
          <a:lstStyle/>
          <a:p>
            <a:r>
              <a:rPr lang="en-CA" dirty="0">
                <a:solidFill>
                  <a:srgbClr val="1B8A8C"/>
                </a:solidFill>
              </a:rPr>
              <a:t>Hands-on exercise for PowerPoint</a:t>
            </a:r>
          </a:p>
        </p:txBody>
      </p:sp>
      <p:sp>
        <p:nvSpPr>
          <p:cNvPr id="3" name="Content Placeholder 2"/>
          <p:cNvSpPr>
            <a:spLocks noGrp="1"/>
          </p:cNvSpPr>
          <p:nvPr>
            <p:ph idx="1"/>
            <p:custDataLst>
              <p:tags r:id="rId2"/>
            </p:custDataLst>
          </p:nvPr>
        </p:nvSpPr>
        <p:spPr>
          <a:xfrm>
            <a:off x="1856014" y="1432175"/>
            <a:ext cx="8479972" cy="4673658"/>
          </a:xfrm>
        </p:spPr>
        <p:txBody>
          <a:bodyPr>
            <a:noAutofit/>
          </a:bodyPr>
          <a:lstStyle/>
          <a:p>
            <a:pPr>
              <a:lnSpc>
                <a:spcPct val="150000"/>
              </a:lnSpc>
              <a:buFont typeface="Wingdings" panose="05000000000000000000" pitchFamily="2" charset="2"/>
              <a:buChar char="Ø"/>
            </a:pPr>
            <a:r>
              <a:rPr lang="en-CA" sz="3200" dirty="0"/>
              <a:t>Open file ‘M365_Accessibility_Practice_PowerPoint’</a:t>
            </a:r>
          </a:p>
          <a:p>
            <a:pPr>
              <a:lnSpc>
                <a:spcPct val="150000"/>
              </a:lnSpc>
              <a:buFont typeface="Wingdings" panose="05000000000000000000" pitchFamily="2" charset="2"/>
              <a:buChar char="Ø"/>
            </a:pPr>
            <a:r>
              <a:rPr lang="en-CA" sz="3200" dirty="0"/>
              <a:t>You have 5 minutes to find the errors in the document</a:t>
            </a:r>
          </a:p>
          <a:p>
            <a:pPr>
              <a:lnSpc>
                <a:spcPct val="150000"/>
              </a:lnSpc>
              <a:buFont typeface="Wingdings" panose="05000000000000000000" pitchFamily="2" charset="2"/>
              <a:buChar char="Ø"/>
            </a:pPr>
            <a:r>
              <a:rPr lang="en-CA" sz="3200" dirty="0"/>
              <a:t>You may list them in the chat or discuss them afterward</a:t>
            </a:r>
          </a:p>
        </p:txBody>
      </p:sp>
      <p:sp>
        <p:nvSpPr>
          <p:cNvPr id="6" name="Footer Placeholder 5">
            <a:extLst>
              <a:ext uri="{FF2B5EF4-FFF2-40B4-BE49-F238E27FC236}">
                <a16:creationId xmlns:a16="http://schemas.microsoft.com/office/drawing/2014/main" id="{443E3554-4DFE-4EE2-843F-2F6067FEE159}"/>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7" name="Slide Number Placeholder 6">
            <a:extLst>
              <a:ext uri="{FF2B5EF4-FFF2-40B4-BE49-F238E27FC236}">
                <a16:creationId xmlns:a16="http://schemas.microsoft.com/office/drawing/2014/main" id="{AF941224-7951-4E7C-93D5-86347E7504A8}"/>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66</a:t>
            </a:fld>
            <a:endParaRPr lang="en-US" dirty="0"/>
          </a:p>
        </p:txBody>
      </p:sp>
    </p:spTree>
    <p:extLst>
      <p:ext uri="{BB962C8B-B14F-4D97-AF65-F5344CB8AC3E}">
        <p14:creationId xmlns:p14="http://schemas.microsoft.com/office/powerpoint/2010/main" val="28505491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866901" y="1231490"/>
            <a:ext cx="8458199" cy="3843037"/>
          </a:xfrm>
          <a:custGeom>
            <a:avLst/>
            <a:gdLst>
              <a:gd name="connsiteX0" fmla="*/ 0 w 8458199"/>
              <a:gd name="connsiteY0" fmla="*/ 0 h 3843037"/>
              <a:gd name="connsiteX1" fmla="*/ 8458199 w 8458199"/>
              <a:gd name="connsiteY1" fmla="*/ 0 h 3843037"/>
              <a:gd name="connsiteX2" fmla="*/ 8458199 w 8458199"/>
              <a:gd name="connsiteY2" fmla="*/ 3843037 h 3843037"/>
              <a:gd name="connsiteX3" fmla="*/ 0 w 8458199"/>
              <a:gd name="connsiteY3" fmla="*/ 3843037 h 3843037"/>
              <a:gd name="connsiteX4" fmla="*/ 0 w 8458199"/>
              <a:gd name="connsiteY4" fmla="*/ 0 h 3843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8199" h="3843037" fill="none" extrusionOk="0">
                <a:moveTo>
                  <a:pt x="0" y="0"/>
                </a:moveTo>
                <a:cubicBezTo>
                  <a:pt x="1954103" y="-49533"/>
                  <a:pt x="6220761" y="-14809"/>
                  <a:pt x="8458199" y="0"/>
                </a:cubicBezTo>
                <a:cubicBezTo>
                  <a:pt x="8545838" y="1258952"/>
                  <a:pt x="8385520" y="3176532"/>
                  <a:pt x="8458199" y="3843037"/>
                </a:cubicBezTo>
                <a:cubicBezTo>
                  <a:pt x="5042672" y="3794806"/>
                  <a:pt x="1015223" y="3927492"/>
                  <a:pt x="0" y="3843037"/>
                </a:cubicBezTo>
                <a:cubicBezTo>
                  <a:pt x="-38581" y="2550973"/>
                  <a:pt x="63341" y="914973"/>
                  <a:pt x="0" y="0"/>
                </a:cubicBezTo>
                <a:close/>
              </a:path>
              <a:path w="8458199" h="3843037" stroke="0" extrusionOk="0">
                <a:moveTo>
                  <a:pt x="0" y="0"/>
                </a:moveTo>
                <a:cubicBezTo>
                  <a:pt x="1264963" y="118645"/>
                  <a:pt x="4604664" y="116012"/>
                  <a:pt x="8458199" y="0"/>
                </a:cubicBezTo>
                <a:cubicBezTo>
                  <a:pt x="8325317" y="1725613"/>
                  <a:pt x="8543150" y="2301766"/>
                  <a:pt x="8458199" y="3843037"/>
                </a:cubicBezTo>
                <a:cubicBezTo>
                  <a:pt x="5530005" y="3977637"/>
                  <a:pt x="2699120" y="3685841"/>
                  <a:pt x="0" y="3843037"/>
                </a:cubicBezTo>
                <a:cubicBezTo>
                  <a:pt x="-20187" y="1998074"/>
                  <a:pt x="-152480" y="425372"/>
                  <a:pt x="0" y="0"/>
                </a:cubicBezTo>
                <a:close/>
              </a:path>
            </a:pathLst>
          </a:custGeom>
          <a:solidFill>
            <a:srgbClr val="E2EDDF"/>
          </a:solidFill>
          <a:ln w="190500" cmpd="sng">
            <a:solidFill>
              <a:schemeClr val="bg1"/>
            </a:solidFill>
            <a:extLst>
              <a:ext uri="{C807C97D-BFC1-408E-A445-0C87EB9F89A2}">
                <ask:lineSketchStyleProps xmlns:ask="http://schemas.microsoft.com/office/drawing/2018/sketchyshapes" sd="1219033472">
                  <ask:type>
                    <ask:lineSketchCurved/>
                  </ask:type>
                </ask:lineSketchStyleProps>
              </a:ext>
            </a:extLst>
          </a:ln>
        </p:spPr>
        <p:txBody>
          <a:bodyPr>
            <a:normAutofit/>
          </a:bodyPr>
          <a:lstStyle/>
          <a:p>
            <a:pPr algn="ctr"/>
            <a:r>
              <a:rPr lang="en-CA" sz="4400" dirty="0"/>
              <a:t>Resources</a:t>
            </a:r>
            <a:endParaRPr lang="en-US" sz="4400" dirty="0"/>
          </a:p>
        </p:txBody>
      </p:sp>
      <p:sp>
        <p:nvSpPr>
          <p:cNvPr id="3" name="Footer Placeholder 3">
            <a:extLst>
              <a:ext uri="{FF2B5EF4-FFF2-40B4-BE49-F238E27FC236}">
                <a16:creationId xmlns:a16="http://schemas.microsoft.com/office/drawing/2014/main" id="{63D04852-6695-41A4-963A-3A78A3AAE0D0}"/>
              </a:ext>
              <a:ext uri="{C183D7F6-B498-43B3-948B-1728B52AA6E4}">
                <adec:decorative xmlns:adec="http://schemas.microsoft.com/office/drawing/2017/decorative" val="1"/>
              </a:ext>
            </a:extLst>
          </p:cNvPr>
          <p:cNvSpPr txBox="1">
            <a:spLocks/>
          </p:cNvSpPr>
          <p:nvPr>
            <p:custDataLst>
              <p:tags r:id="rId2"/>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4" name="Slide Number Placeholder 4">
            <a:extLst>
              <a:ext uri="{FF2B5EF4-FFF2-40B4-BE49-F238E27FC236}">
                <a16:creationId xmlns:a16="http://schemas.microsoft.com/office/drawing/2014/main" id="{A32F6B2B-CD9A-4DB8-8E57-88BF3C32AE0D}"/>
              </a:ext>
              <a:ext uri="{C183D7F6-B498-43B3-948B-1728B52AA6E4}">
                <adec:decorative xmlns:adec="http://schemas.microsoft.com/office/drawing/2017/decorative" val="1"/>
              </a:ext>
            </a:extLst>
          </p:cNvPr>
          <p:cNvSpPr txBox="1">
            <a:spLocks/>
          </p:cNvSpPr>
          <p:nvPr>
            <p:custDataLst>
              <p:tags r:id="rId3"/>
            </p:custDataLst>
          </p:nvPr>
        </p:nvSpPr>
        <p:spPr>
          <a:xfrm>
            <a:off x="8737600" y="6356351"/>
            <a:ext cx="28448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2E86C063-E22E-2E4C-A523-54089486E38F}" type="slidenum">
              <a:rPr lang="en-US" smtClean="0"/>
              <a:pPr algn="r"/>
              <a:t>67</a:t>
            </a:fld>
            <a:endParaRPr lang="en-US" dirty="0"/>
          </a:p>
        </p:txBody>
      </p:sp>
    </p:spTree>
    <p:extLst>
      <p:ext uri="{BB962C8B-B14F-4D97-AF65-F5344CB8AC3E}">
        <p14:creationId xmlns:p14="http://schemas.microsoft.com/office/powerpoint/2010/main" val="36595624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765810" y="279400"/>
            <a:ext cx="9444988" cy="1143000"/>
          </a:xfrm>
          <a:noFill/>
          <a:ln w="3175" cap="rnd" cmpd="sng">
            <a:noFill/>
            <a:prstDash val="sysDot"/>
          </a:ln>
          <a:effectLst>
            <a:softEdge rad="635000"/>
          </a:effectLst>
          <a:scene3d>
            <a:camera prst="orthographicFront">
              <a:rot lat="0" lon="0" rev="0"/>
            </a:camera>
            <a:lightRig rig="balanced" dir="t">
              <a:rot lat="0" lon="0" rev="8700000"/>
            </a:lightRig>
          </a:scene3d>
          <a:sp3d>
            <a:bevelT w="190500" h="38100"/>
          </a:sp3d>
        </p:spPr>
        <p:txBody>
          <a:bodyPr>
            <a:noAutofit/>
          </a:bodyPr>
          <a:lstStyle/>
          <a:p>
            <a:r>
              <a:rPr lang="en-CA" dirty="0"/>
              <a:t>Resources on accessibility</a:t>
            </a:r>
          </a:p>
        </p:txBody>
      </p:sp>
      <p:sp>
        <p:nvSpPr>
          <p:cNvPr id="3" name="Content"/>
          <p:cNvSpPr>
            <a:spLocks noGrp="1"/>
          </p:cNvSpPr>
          <p:nvPr>
            <p:ph idx="1"/>
            <p:custDataLst>
              <p:tags r:id="rId2"/>
            </p:custDataLst>
          </p:nvPr>
        </p:nvSpPr>
        <p:spPr>
          <a:xfrm>
            <a:off x="640080" y="1422400"/>
            <a:ext cx="10862309" cy="4620054"/>
          </a:xfrm>
        </p:spPr>
        <p:txBody>
          <a:bodyPr>
            <a:noAutofit/>
          </a:bodyPr>
          <a:lstStyle/>
          <a:p>
            <a:pPr>
              <a:lnSpc>
                <a:spcPct val="150000"/>
              </a:lnSpc>
              <a:buFont typeface="Wingdings" panose="05000000000000000000" pitchFamily="2" charset="2"/>
              <a:buChar char="Ø"/>
            </a:pPr>
            <a:r>
              <a:rPr lang="en-CA" sz="3000" dirty="0">
                <a:hlinkClick r:id="rId7"/>
              </a:rPr>
              <a:t>Web Content Accessibility Guidelines 2.1</a:t>
            </a:r>
            <a:r>
              <a:rPr lang="en-CA" sz="3000" dirty="0"/>
              <a:t>: Most criteria apply to documents</a:t>
            </a:r>
          </a:p>
          <a:p>
            <a:r>
              <a:rPr lang="en-CA" noProof="0" dirty="0">
                <a:hlinkClick r:id="rId8"/>
              </a:rPr>
              <a:t>The power of plain language</a:t>
            </a:r>
            <a:r>
              <a:rPr lang="en-CA" dirty="0"/>
              <a:t>: Writing </a:t>
            </a:r>
            <a:r>
              <a:rPr lang="en-CA" noProof="0" dirty="0"/>
              <a:t>for the government on iService</a:t>
            </a:r>
          </a:p>
          <a:p>
            <a:pPr>
              <a:lnSpc>
                <a:spcPct val="150000"/>
              </a:lnSpc>
              <a:buFont typeface="Wingdings" panose="05000000000000000000" pitchFamily="2" charset="2"/>
              <a:buChar char="Ø"/>
            </a:pPr>
            <a:r>
              <a:rPr lang="en-CA" sz="3000" dirty="0"/>
              <a:t>To get a copy of the Colour Contrast Analyser submit a request to the </a:t>
            </a:r>
            <a:r>
              <a:rPr lang="en-CA" sz="3000" dirty="0">
                <a:hlinkClick r:id="rId9"/>
              </a:rPr>
              <a:t>National Service Desk</a:t>
            </a:r>
            <a:endParaRPr lang="en-CA" sz="3000" dirty="0"/>
          </a:p>
        </p:txBody>
      </p:sp>
      <p:sp>
        <p:nvSpPr>
          <p:cNvPr id="5" name="Footer Placeholder 4">
            <a:extLst>
              <a:ext uri="{FF2B5EF4-FFF2-40B4-BE49-F238E27FC236}">
                <a16:creationId xmlns:a16="http://schemas.microsoft.com/office/drawing/2014/main" id="{2B88CB71-F8BF-4CD8-A8F6-7DE4FF0CB52B}"/>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7" name="Slide Number Placeholder 6">
            <a:extLst>
              <a:ext uri="{FF2B5EF4-FFF2-40B4-BE49-F238E27FC236}">
                <a16:creationId xmlns:a16="http://schemas.microsoft.com/office/drawing/2014/main" id="{3FD0FFA5-88BC-4E98-BC62-C36AE7205C8B}"/>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68</a:t>
            </a:fld>
            <a:endParaRPr lang="en-US" dirty="0"/>
          </a:p>
        </p:txBody>
      </p:sp>
    </p:spTree>
    <p:extLst>
      <p:ext uri="{BB962C8B-B14F-4D97-AF65-F5344CB8AC3E}">
        <p14:creationId xmlns:p14="http://schemas.microsoft.com/office/powerpoint/2010/main" val="33992787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61214" y="343650"/>
            <a:ext cx="9423673" cy="965811"/>
          </a:xfrm>
          <a:effectLst/>
        </p:spPr>
        <p:txBody>
          <a:bodyPr>
            <a:normAutofit/>
          </a:bodyPr>
          <a:lstStyle/>
          <a:p>
            <a:r>
              <a:rPr lang="en-CA" dirty="0"/>
              <a:t>Resources on accessibility – part 2</a:t>
            </a:r>
          </a:p>
        </p:txBody>
      </p:sp>
      <p:sp>
        <p:nvSpPr>
          <p:cNvPr id="4" name="Content"/>
          <p:cNvSpPr>
            <a:spLocks noGrp="1"/>
          </p:cNvSpPr>
          <p:nvPr>
            <p:ph idx="1"/>
            <p:custDataLst>
              <p:tags r:id="rId2"/>
            </p:custDataLst>
          </p:nvPr>
        </p:nvSpPr>
        <p:spPr>
          <a:xfrm>
            <a:off x="635408" y="1500207"/>
            <a:ext cx="10921185" cy="3857587"/>
          </a:xfrm>
        </p:spPr>
        <p:txBody>
          <a:bodyPr>
            <a:noAutofit/>
          </a:bodyPr>
          <a:lstStyle/>
          <a:p>
            <a:pPr>
              <a:lnSpc>
                <a:spcPct val="150000"/>
              </a:lnSpc>
            </a:pPr>
            <a:r>
              <a:rPr lang="en-CA" sz="3000" dirty="0">
                <a:hlinkClick r:id="rId7"/>
              </a:rPr>
              <a:t>Making your content accessible</a:t>
            </a:r>
            <a:r>
              <a:rPr lang="en-CA" sz="3000" dirty="0"/>
              <a:t>: </a:t>
            </a:r>
            <a:r>
              <a:rPr lang="fr-CA" sz="3000" dirty="0"/>
              <a:t>Training </a:t>
            </a:r>
            <a:r>
              <a:rPr lang="en-CA" sz="3000" dirty="0"/>
              <a:t>Videos on Microsoft</a:t>
            </a:r>
          </a:p>
          <a:p>
            <a:pPr>
              <a:lnSpc>
                <a:spcPct val="150000"/>
              </a:lnSpc>
            </a:pPr>
            <a:r>
              <a:rPr lang="en-CA" sz="3000" u="sng" dirty="0">
                <a:hlinkClick r:id="rId8"/>
              </a:rPr>
              <a:t>Accessibility Curriculum</a:t>
            </a:r>
            <a:r>
              <a:rPr lang="en-CA" dirty="0"/>
              <a:t>: </a:t>
            </a:r>
            <a:r>
              <a:rPr lang="en-CA" sz="3000" dirty="0"/>
              <a:t>List of available training related to IT Accessibility on GitHub</a:t>
            </a:r>
          </a:p>
          <a:p>
            <a:pPr>
              <a:lnSpc>
                <a:spcPct val="150000"/>
              </a:lnSpc>
            </a:pPr>
            <a:r>
              <a:rPr lang="en-CA" sz="3000" u="sng" dirty="0">
                <a:hlinkClick r:id="rId9"/>
              </a:rPr>
              <a:t>Make your content accessible to everyone</a:t>
            </a:r>
            <a:r>
              <a:rPr lang="en-CA" dirty="0"/>
              <a:t> from M</a:t>
            </a:r>
            <a:r>
              <a:rPr lang="en-CA" sz="3000" dirty="0"/>
              <a:t>icrosoft Accessibility Support</a:t>
            </a:r>
            <a:endParaRPr lang="fr-CA" sz="3000" dirty="0"/>
          </a:p>
        </p:txBody>
      </p:sp>
      <p:sp>
        <p:nvSpPr>
          <p:cNvPr id="5" name="Footer Placeholder 4">
            <a:extLst>
              <a:ext uri="{FF2B5EF4-FFF2-40B4-BE49-F238E27FC236}">
                <a16:creationId xmlns:a16="http://schemas.microsoft.com/office/drawing/2014/main" id="{1FBAF38F-27FA-4884-A36E-9D081B7B203C}"/>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7" name="Slide Number Placeholder 6">
            <a:extLst>
              <a:ext uri="{FF2B5EF4-FFF2-40B4-BE49-F238E27FC236}">
                <a16:creationId xmlns:a16="http://schemas.microsoft.com/office/drawing/2014/main" id="{23191956-1108-4A17-ABAD-457C879A3994}"/>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69</a:t>
            </a:fld>
            <a:endParaRPr lang="en-US" dirty="0"/>
          </a:p>
        </p:txBody>
      </p:sp>
    </p:spTree>
    <p:extLst>
      <p:ext uri="{BB962C8B-B14F-4D97-AF65-F5344CB8AC3E}">
        <p14:creationId xmlns:p14="http://schemas.microsoft.com/office/powerpoint/2010/main" val="19642315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742950" y="151640"/>
            <a:ext cx="9562522" cy="921984"/>
          </a:xfrm>
          <a:effectLst/>
        </p:spPr>
        <p:txBody>
          <a:bodyPr>
            <a:noAutofit/>
          </a:bodyPr>
          <a:lstStyle/>
          <a:p>
            <a:r>
              <a:rPr lang="en-CA" dirty="0"/>
              <a:t>Resources on accessibility – part 3</a:t>
            </a:r>
          </a:p>
        </p:txBody>
      </p:sp>
      <p:sp>
        <p:nvSpPr>
          <p:cNvPr id="4" name="Content"/>
          <p:cNvSpPr>
            <a:spLocks noGrp="1"/>
          </p:cNvSpPr>
          <p:nvPr>
            <p:ph idx="1"/>
            <p:custDataLst>
              <p:tags r:id="rId2"/>
            </p:custDataLst>
          </p:nvPr>
        </p:nvSpPr>
        <p:spPr>
          <a:xfrm>
            <a:off x="529074" y="1282148"/>
            <a:ext cx="10938510" cy="4293704"/>
          </a:xfrm>
        </p:spPr>
        <p:txBody>
          <a:bodyPr>
            <a:noAutofit/>
          </a:bodyPr>
          <a:lstStyle/>
          <a:p>
            <a:pPr>
              <a:lnSpc>
                <a:spcPct val="150000"/>
              </a:lnSpc>
            </a:pPr>
            <a:r>
              <a:rPr lang="en-CA" dirty="0">
                <a:hlinkClick r:id="rId7"/>
              </a:rPr>
              <a:t>Digital Accessibility Toolkit</a:t>
            </a:r>
            <a:r>
              <a:rPr lang="en-CA" sz="3000" dirty="0"/>
              <a:t>: How to create accessible documents - Government of Canada on Github</a:t>
            </a:r>
            <a:endParaRPr lang="en-CA" sz="3000" dirty="0">
              <a:hlinkClick r:id="rId8"/>
            </a:endParaRPr>
          </a:p>
          <a:p>
            <a:pPr marL="457200" indent="-457200">
              <a:lnSpc>
                <a:spcPct val="150000"/>
              </a:lnSpc>
            </a:pPr>
            <a:r>
              <a:rPr lang="en-CA" sz="3000" dirty="0">
                <a:hlinkClick r:id="rId9"/>
              </a:rPr>
              <a:t>Canadian Style – Plain Language</a:t>
            </a:r>
            <a:r>
              <a:rPr lang="en-CA" sz="3000" dirty="0"/>
              <a:t> from TermiumPlus</a:t>
            </a:r>
          </a:p>
          <a:p>
            <a:pPr marL="457200" indent="-457200">
              <a:lnSpc>
                <a:spcPct val="150000"/>
              </a:lnSpc>
            </a:pPr>
            <a:r>
              <a:rPr lang="en-CA" sz="3000" dirty="0">
                <a:hlinkClick r:id="rId10"/>
              </a:rPr>
              <a:t>Microsoft Document Compliance Checklist</a:t>
            </a:r>
            <a:r>
              <a:rPr lang="en-CA" sz="3000" dirty="0"/>
              <a:t> from ITAO on GitHub</a:t>
            </a:r>
          </a:p>
        </p:txBody>
      </p:sp>
      <p:sp>
        <p:nvSpPr>
          <p:cNvPr id="5" name="Footer Placeholder 4">
            <a:extLst>
              <a:ext uri="{FF2B5EF4-FFF2-40B4-BE49-F238E27FC236}">
                <a16:creationId xmlns:a16="http://schemas.microsoft.com/office/drawing/2014/main" id="{61EA9EE3-4357-4633-8407-14D26D0DE291}"/>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7" name="Slide Number Placeholder 6">
            <a:extLst>
              <a:ext uri="{FF2B5EF4-FFF2-40B4-BE49-F238E27FC236}">
                <a16:creationId xmlns:a16="http://schemas.microsoft.com/office/drawing/2014/main" id="{507057AB-0F76-44FA-87FA-ED0F028B9F5A}"/>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70</a:t>
            </a:fld>
            <a:endParaRPr lang="en-US" dirty="0"/>
          </a:p>
        </p:txBody>
      </p:sp>
    </p:spTree>
    <p:extLst>
      <p:ext uri="{BB962C8B-B14F-4D97-AF65-F5344CB8AC3E}">
        <p14:creationId xmlns:p14="http://schemas.microsoft.com/office/powerpoint/2010/main" val="1367039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834390" y="274639"/>
            <a:ext cx="9376410" cy="1024241"/>
          </a:xfrm>
          <a:effectLst/>
        </p:spPr>
        <p:txBody>
          <a:bodyPr>
            <a:normAutofit/>
          </a:bodyPr>
          <a:lstStyle/>
          <a:p>
            <a:r>
              <a:rPr lang="en-CA" dirty="0"/>
              <a:t>Resources from ITAO</a:t>
            </a:r>
          </a:p>
        </p:txBody>
      </p:sp>
      <p:sp>
        <p:nvSpPr>
          <p:cNvPr id="3" name="Content"/>
          <p:cNvSpPr>
            <a:spLocks noGrp="1"/>
          </p:cNvSpPr>
          <p:nvPr>
            <p:ph idx="1"/>
            <p:custDataLst>
              <p:tags r:id="rId2"/>
            </p:custDataLst>
          </p:nvPr>
        </p:nvSpPr>
        <p:spPr>
          <a:xfrm>
            <a:off x="1729409" y="1602409"/>
            <a:ext cx="8733183" cy="3653183"/>
          </a:xfrm>
        </p:spPr>
        <p:txBody>
          <a:bodyPr>
            <a:normAutofit/>
          </a:bodyPr>
          <a:lstStyle/>
          <a:p>
            <a:pPr lvl="0">
              <a:lnSpc>
                <a:spcPct val="150000"/>
              </a:lnSpc>
              <a:buFont typeface="Wingdings" panose="05000000000000000000" pitchFamily="2" charset="2"/>
              <a:buChar char="Ø"/>
            </a:pPr>
            <a:r>
              <a:rPr lang="en-CA" dirty="0">
                <a:hlinkClick r:id="rId7"/>
              </a:rPr>
              <a:t>Accessible Information and Communication Technology</a:t>
            </a:r>
            <a:r>
              <a:rPr lang="en-CA" dirty="0"/>
              <a:t> on iService</a:t>
            </a:r>
          </a:p>
          <a:p>
            <a:pPr lvl="0">
              <a:lnSpc>
                <a:spcPct val="150000"/>
              </a:lnSpc>
              <a:buFont typeface="Wingdings" panose="05000000000000000000" pitchFamily="2" charset="2"/>
              <a:buChar char="Ø"/>
            </a:pPr>
            <a:r>
              <a:rPr lang="en-CA" dirty="0">
                <a:hlinkClick r:id="rId8"/>
              </a:rPr>
              <a:t>IT Accessibility Toolkit</a:t>
            </a:r>
            <a:r>
              <a:rPr lang="en-CA" dirty="0"/>
              <a:t> on SharePoint</a:t>
            </a:r>
          </a:p>
          <a:p>
            <a:pPr lvl="0">
              <a:lnSpc>
                <a:spcPct val="150000"/>
              </a:lnSpc>
              <a:buFont typeface="Wingdings" panose="05000000000000000000" pitchFamily="2" charset="2"/>
              <a:buChar char="Ø"/>
            </a:pPr>
            <a:r>
              <a:rPr lang="en-CA" dirty="0">
                <a:hlinkClick r:id="rId9"/>
              </a:rPr>
              <a:t>IT Accessibility Office</a:t>
            </a:r>
            <a:r>
              <a:rPr lang="en-CA" dirty="0"/>
              <a:t> on GitHub</a:t>
            </a:r>
          </a:p>
        </p:txBody>
      </p:sp>
      <p:sp>
        <p:nvSpPr>
          <p:cNvPr id="5" name="Footer Placeholder 4">
            <a:extLst>
              <a:ext uri="{FF2B5EF4-FFF2-40B4-BE49-F238E27FC236}">
                <a16:creationId xmlns:a16="http://schemas.microsoft.com/office/drawing/2014/main" id="{CBC1FDA1-003A-4FA1-A4DD-335B952506E6}"/>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7" name="Slide Number Placeholder 6">
            <a:extLst>
              <a:ext uri="{FF2B5EF4-FFF2-40B4-BE49-F238E27FC236}">
                <a16:creationId xmlns:a16="http://schemas.microsoft.com/office/drawing/2014/main" id="{BF92E621-B1DA-464A-9008-D91952640550}"/>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71</a:t>
            </a:fld>
            <a:endParaRPr lang="en-US" dirty="0"/>
          </a:p>
        </p:txBody>
      </p:sp>
    </p:spTree>
    <p:extLst>
      <p:ext uri="{BB962C8B-B14F-4D97-AF65-F5344CB8AC3E}">
        <p14:creationId xmlns:p14="http://schemas.microsoft.com/office/powerpoint/2010/main" val="10256544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731520" y="274639"/>
            <a:ext cx="10850880" cy="1024241"/>
          </a:xfrm>
          <a:effectLst/>
        </p:spPr>
        <p:txBody>
          <a:bodyPr>
            <a:normAutofit/>
          </a:bodyPr>
          <a:lstStyle/>
          <a:p>
            <a:r>
              <a:rPr lang="en-CA" dirty="0"/>
              <a:t>ITAO Contact Information</a:t>
            </a:r>
          </a:p>
        </p:txBody>
      </p:sp>
      <p:sp>
        <p:nvSpPr>
          <p:cNvPr id="3" name="Content"/>
          <p:cNvSpPr>
            <a:spLocks noGrp="1"/>
          </p:cNvSpPr>
          <p:nvPr>
            <p:ph idx="1"/>
            <p:custDataLst>
              <p:tags r:id="rId2"/>
            </p:custDataLst>
          </p:nvPr>
        </p:nvSpPr>
        <p:spPr>
          <a:xfrm>
            <a:off x="674370" y="1205592"/>
            <a:ext cx="10850880" cy="4949116"/>
          </a:xfrm>
        </p:spPr>
        <p:txBody>
          <a:bodyPr>
            <a:normAutofit/>
          </a:bodyPr>
          <a:lstStyle/>
          <a:p>
            <a:pPr marL="0" indent="0">
              <a:lnSpc>
                <a:spcPct val="150000"/>
              </a:lnSpc>
              <a:buNone/>
            </a:pPr>
            <a:r>
              <a:rPr lang="en-CA" sz="3600" dirty="0"/>
              <a:t>If you have questions about IT Accessibility or need a document review:</a:t>
            </a:r>
          </a:p>
          <a:p>
            <a:pPr>
              <a:lnSpc>
                <a:spcPct val="150000"/>
              </a:lnSpc>
              <a:buFont typeface="Wingdings" panose="05000000000000000000" pitchFamily="2" charset="2"/>
              <a:buChar char="Ø"/>
            </a:pPr>
            <a:r>
              <a:rPr lang="en-CA" sz="3600" dirty="0"/>
              <a:t>Complete the </a:t>
            </a:r>
            <a:r>
              <a:rPr lang="en-CA" sz="3600" u="sng" dirty="0">
                <a:solidFill>
                  <a:srgbClr val="0000FF"/>
                </a:solidFill>
                <a:latin typeface="Arial" panose="020B0604020202020204" pitchFamily="34" charset="0"/>
                <a:ea typeface="Times New Roman" panose="02020603050405020304" pitchFamily="18" charset="0"/>
                <a:cs typeface="Arial" panose="020B0604020202020204" pitchFamily="34" charset="0"/>
                <a:hlinkClick r:id="rId7"/>
              </a:rPr>
              <a:t>intake form</a:t>
            </a:r>
            <a:r>
              <a:rPr lang="en-CA" sz="3600" dirty="0">
                <a:latin typeface="Arial" panose="020B0604020202020204" pitchFamily="34" charset="0"/>
                <a:cs typeface="Arial" panose="020B0604020202020204" pitchFamily="34" charset="0"/>
              </a:rPr>
              <a:t> on iService; or</a:t>
            </a:r>
          </a:p>
          <a:p>
            <a:pPr>
              <a:lnSpc>
                <a:spcPct val="150000"/>
              </a:lnSpc>
              <a:buFont typeface="Wingdings" panose="05000000000000000000" pitchFamily="2" charset="2"/>
              <a:buChar char="Ø"/>
            </a:pPr>
            <a:r>
              <a:rPr lang="en-CA" sz="3600" dirty="0">
                <a:solidFill>
                  <a:srgbClr val="000000"/>
                </a:solidFill>
                <a:latin typeface="Arial" panose="020B0604020202020204" pitchFamily="34" charset="0"/>
                <a:ea typeface="Times New Roman" panose="02020603050405020304" pitchFamily="18" charset="0"/>
                <a:cs typeface="Arial" panose="020B0604020202020204" pitchFamily="34" charset="0"/>
              </a:rPr>
              <a:t>Send us an email at </a:t>
            </a:r>
          </a:p>
          <a:p>
            <a:pPr marL="400050" lvl="1" indent="0">
              <a:lnSpc>
                <a:spcPct val="150000"/>
              </a:lnSpc>
              <a:buNone/>
            </a:pPr>
            <a:r>
              <a:rPr lang="en-CA" sz="3600" u="sng" dirty="0">
                <a:solidFill>
                  <a:srgbClr val="0000FF"/>
                </a:solidFill>
                <a:latin typeface="Arial" panose="020B0604020202020204" pitchFamily="34" charset="0"/>
                <a:ea typeface="Times New Roman" panose="02020603050405020304" pitchFamily="18" charset="0"/>
                <a:cs typeface="Arial" panose="020B0604020202020204" pitchFamily="34" charset="0"/>
                <a:hlinkClick r:id="rId8"/>
              </a:rPr>
              <a:t>edsc.ti-it.a11y.esdc@hrsdc-rhdcc.gc.ca</a:t>
            </a:r>
            <a:endParaRPr lang="en-CA" sz="3600" dirty="0">
              <a:latin typeface="Arial" panose="020B0604020202020204" pitchFamily="34" charset="0"/>
              <a:ea typeface="Times New Roman" panose="02020603050405020304" pitchFamily="18" charset="0"/>
              <a:cs typeface="Arial" panose="020B0604020202020204" pitchFamily="34" charset="0"/>
            </a:endParaRPr>
          </a:p>
        </p:txBody>
      </p:sp>
      <p:sp>
        <p:nvSpPr>
          <p:cNvPr id="5" name="Footer Placeholder 4">
            <a:extLst>
              <a:ext uri="{FF2B5EF4-FFF2-40B4-BE49-F238E27FC236}">
                <a16:creationId xmlns:a16="http://schemas.microsoft.com/office/drawing/2014/main" id="{F8FE61CA-7197-4131-870C-8D70E8B2F95F}"/>
              </a:ext>
              <a:ext uri="{C183D7F6-B498-43B3-948B-1728B52AA6E4}">
                <adec:decorative xmlns:adec="http://schemas.microsoft.com/office/drawing/2017/decorative" val="1"/>
              </a:ext>
            </a:extLst>
          </p:cNvPr>
          <p:cNvSpPr>
            <a:spLocks noGrp="1"/>
          </p:cNvSpPr>
          <p:nvPr>
            <p:ph type="ftr" sz="quarter" idx="11"/>
            <p:custDataLst>
              <p:tags r:id="rId3"/>
            </p:custDataLst>
          </p:nvPr>
        </p:nvSpPr>
        <p:spPr/>
        <p:txBody>
          <a:bodyPr/>
          <a:lstStyle/>
          <a:p>
            <a:r>
              <a:rPr lang="en-CA" dirty="0"/>
              <a:t>Making Technology work for everyone!</a:t>
            </a:r>
            <a:endParaRPr lang="en-US" dirty="0"/>
          </a:p>
        </p:txBody>
      </p:sp>
      <p:sp>
        <p:nvSpPr>
          <p:cNvPr id="7" name="Slide Number Placeholder 6">
            <a:extLst>
              <a:ext uri="{FF2B5EF4-FFF2-40B4-BE49-F238E27FC236}">
                <a16:creationId xmlns:a16="http://schemas.microsoft.com/office/drawing/2014/main" id="{B0959153-8398-45EC-803E-AD5D3A8CDD32}"/>
              </a:ext>
              <a:ext uri="{C183D7F6-B498-43B3-948B-1728B52AA6E4}">
                <adec:decorative xmlns:adec="http://schemas.microsoft.com/office/drawing/2017/decorative" val="1"/>
              </a:ext>
            </a:extLst>
          </p:cNvPr>
          <p:cNvSpPr>
            <a:spLocks noGrp="1"/>
          </p:cNvSpPr>
          <p:nvPr>
            <p:ph type="sldNum" sz="quarter" idx="12"/>
            <p:custDataLst>
              <p:tags r:id="rId4"/>
            </p:custDataLst>
          </p:nvPr>
        </p:nvSpPr>
        <p:spPr/>
        <p:txBody>
          <a:bodyPr/>
          <a:lstStyle/>
          <a:p>
            <a:fld id="{2E86C063-E22E-2E4C-A523-54089486E38F}" type="slidenum">
              <a:rPr lang="en-US" smtClean="0"/>
              <a:pPr/>
              <a:t>72</a:t>
            </a:fld>
            <a:endParaRPr lang="en-US" dirty="0"/>
          </a:p>
        </p:txBody>
      </p:sp>
    </p:spTree>
    <p:extLst>
      <p:ext uri="{BB962C8B-B14F-4D97-AF65-F5344CB8AC3E}">
        <p14:creationId xmlns:p14="http://schemas.microsoft.com/office/powerpoint/2010/main" val="15367444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ctrTitle"/>
            <p:custDataLst>
              <p:tags r:id="rId1"/>
            </p:custDataLst>
          </p:nvPr>
        </p:nvSpPr>
        <p:spPr>
          <a:xfrm>
            <a:off x="5450784" y="3429000"/>
            <a:ext cx="6200631" cy="2258667"/>
          </a:xfrm>
          <a:custGeom>
            <a:avLst/>
            <a:gdLst>
              <a:gd name="connsiteX0" fmla="*/ 0 w 6200631"/>
              <a:gd name="connsiteY0" fmla="*/ 0 h 2258667"/>
              <a:gd name="connsiteX1" fmla="*/ 6200631 w 6200631"/>
              <a:gd name="connsiteY1" fmla="*/ 0 h 2258667"/>
              <a:gd name="connsiteX2" fmla="*/ 6200631 w 6200631"/>
              <a:gd name="connsiteY2" fmla="*/ 2258667 h 2258667"/>
              <a:gd name="connsiteX3" fmla="*/ 0 w 6200631"/>
              <a:gd name="connsiteY3" fmla="*/ 2258667 h 2258667"/>
              <a:gd name="connsiteX4" fmla="*/ 0 w 6200631"/>
              <a:gd name="connsiteY4" fmla="*/ 0 h 225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0631" h="2258667" fill="none" extrusionOk="0">
                <a:moveTo>
                  <a:pt x="0" y="0"/>
                </a:moveTo>
                <a:cubicBezTo>
                  <a:pt x="1926425" y="-49533"/>
                  <a:pt x="5282368" y="-14809"/>
                  <a:pt x="6200631" y="0"/>
                </a:cubicBezTo>
                <a:cubicBezTo>
                  <a:pt x="6288270" y="527516"/>
                  <a:pt x="6127952" y="1688536"/>
                  <a:pt x="6200631" y="2258667"/>
                </a:cubicBezTo>
                <a:cubicBezTo>
                  <a:pt x="3654382" y="2210436"/>
                  <a:pt x="1131954" y="2343122"/>
                  <a:pt x="0" y="2258667"/>
                </a:cubicBezTo>
                <a:cubicBezTo>
                  <a:pt x="-38581" y="1773753"/>
                  <a:pt x="63341" y="680711"/>
                  <a:pt x="0" y="0"/>
                </a:cubicBezTo>
                <a:close/>
              </a:path>
              <a:path w="6200631" h="2258667" stroke="0" extrusionOk="0">
                <a:moveTo>
                  <a:pt x="0" y="0"/>
                </a:moveTo>
                <a:cubicBezTo>
                  <a:pt x="2776145" y="118645"/>
                  <a:pt x="3738476" y="116012"/>
                  <a:pt x="6200631" y="0"/>
                </a:cubicBezTo>
                <a:cubicBezTo>
                  <a:pt x="6067749" y="965896"/>
                  <a:pt x="6285582" y="1909929"/>
                  <a:pt x="6200631" y="2258667"/>
                </a:cubicBezTo>
                <a:cubicBezTo>
                  <a:pt x="4603969" y="2393267"/>
                  <a:pt x="1126546" y="2101471"/>
                  <a:pt x="0" y="2258667"/>
                </a:cubicBezTo>
                <a:cubicBezTo>
                  <a:pt x="-20187" y="1960134"/>
                  <a:pt x="-152480" y="440142"/>
                  <a:pt x="0" y="0"/>
                </a:cubicBezTo>
                <a:close/>
              </a:path>
            </a:pathLst>
          </a:custGeom>
          <a:solidFill>
            <a:srgbClr val="E2EDDF"/>
          </a:solidFill>
          <a:ln w="190500" cmpd="sng">
            <a:solidFill>
              <a:schemeClr val="bg1"/>
            </a:solidFill>
            <a:extLst>
              <a:ext uri="{C807C97D-BFC1-408E-A445-0C87EB9F89A2}">
                <ask:lineSketchStyleProps xmlns:ask="http://schemas.microsoft.com/office/drawing/2018/sketchyshapes" sd="1219033472">
                  <ask:type>
                    <ask:lineSketchCurved/>
                  </ask:type>
                </ask:lineSketchStyleProps>
              </a:ext>
            </a:extLst>
          </a:ln>
          <a:effectLst/>
        </p:spPr>
        <p:txBody>
          <a:bodyPr>
            <a:normAutofit/>
          </a:bodyPr>
          <a:lstStyle/>
          <a:p>
            <a:pPr algn="ctr"/>
            <a:r>
              <a:rPr lang="en-CA" sz="4400" dirty="0"/>
              <a:t>Questions?</a:t>
            </a:r>
          </a:p>
        </p:txBody>
      </p:sp>
      <p:pic>
        <p:nvPicPr>
          <p:cNvPr id="14" name="Graphic 12" descr="Questions">
            <a:extLst>
              <a:ext uri="{FF2B5EF4-FFF2-40B4-BE49-F238E27FC236}">
                <a16:creationId xmlns:a16="http://schemas.microsoft.com/office/drawing/2014/main" id="{1E000E11-4ACF-41B4-AC6B-7FBC5B6A81CF}"/>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65798" y="765810"/>
            <a:ext cx="2663190" cy="2663190"/>
          </a:xfrm>
          <a:prstGeom prst="rect">
            <a:avLst/>
          </a:prstGeom>
          <a:effectLst>
            <a:softEdge rad="12700"/>
          </a:effectLst>
        </p:spPr>
      </p:pic>
      <p:sp>
        <p:nvSpPr>
          <p:cNvPr id="4" name="Footer Placeholder 3">
            <a:extLst>
              <a:ext uri="{FF2B5EF4-FFF2-40B4-BE49-F238E27FC236}">
                <a16:creationId xmlns:a16="http://schemas.microsoft.com/office/drawing/2014/main" id="{D77FE8A5-960F-42E9-B17F-D92FADF9742D}"/>
              </a:ext>
              <a:ext uri="{C183D7F6-B498-43B3-948B-1728B52AA6E4}">
                <adec:decorative xmlns:adec="http://schemas.microsoft.com/office/drawing/2017/decorative" val="1"/>
              </a:ext>
            </a:extLst>
          </p:cNvPr>
          <p:cNvSpPr txBox="1">
            <a:spLocks/>
          </p:cNvSpPr>
          <p:nvPr>
            <p:custDataLst>
              <p:tags r:id="rId3"/>
            </p:custDataLst>
          </p:nvPr>
        </p:nvSpPr>
        <p:spPr>
          <a:xfrm>
            <a:off x="4030640" y="6434220"/>
            <a:ext cx="4130721" cy="28725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CA" dirty="0"/>
              <a:t>Making Technology work for everyone!</a:t>
            </a:r>
            <a:endParaRPr lang="en-US" dirty="0"/>
          </a:p>
        </p:txBody>
      </p:sp>
      <p:sp>
        <p:nvSpPr>
          <p:cNvPr id="5" name="Slide Number Placeholder 4">
            <a:extLst>
              <a:ext uri="{FF2B5EF4-FFF2-40B4-BE49-F238E27FC236}">
                <a16:creationId xmlns:a16="http://schemas.microsoft.com/office/drawing/2014/main" id="{B8D846A3-8E21-4D00-B13A-ABB6C9646B3D}"/>
              </a:ext>
              <a:ext uri="{C183D7F6-B498-43B3-948B-1728B52AA6E4}">
                <adec:decorative xmlns:adec="http://schemas.microsoft.com/office/drawing/2017/decorative" val="1"/>
              </a:ext>
            </a:extLst>
          </p:cNvPr>
          <p:cNvSpPr txBox="1">
            <a:spLocks/>
          </p:cNvSpPr>
          <p:nvPr>
            <p:custDataLst>
              <p:tags r:id="rId4"/>
            </p:custDataLst>
          </p:nvPr>
        </p:nvSpPr>
        <p:spPr>
          <a:xfrm>
            <a:off x="8737600" y="6356351"/>
            <a:ext cx="28448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2E86C063-E22E-2E4C-A523-54089486E38F}" type="slidenum">
              <a:rPr lang="en-US" smtClean="0"/>
              <a:pPr algn="r"/>
              <a:t>73</a:t>
            </a:fld>
            <a:endParaRPr lang="en-US" dirty="0"/>
          </a:p>
        </p:txBody>
      </p:sp>
    </p:spTree>
    <p:extLst>
      <p:ext uri="{BB962C8B-B14F-4D97-AF65-F5344CB8AC3E}">
        <p14:creationId xmlns:p14="http://schemas.microsoft.com/office/powerpoint/2010/main" val="12073825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65845cff374145571cdff00a&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NUM" val="1"/>
</p:tagLst>
</file>

<file path=ppt/tags/tag3.xml><?xml version="1.0" encoding="utf-8"?>
<p:tagLst xmlns:a="http://schemas.openxmlformats.org/drawingml/2006/main" xmlns:r="http://schemas.openxmlformats.org/officeDocument/2006/relationships" xmlns:p="http://schemas.openxmlformats.org/presentationml/2006/main">
  <p:tag name="NUM" val="2"/>
</p:tagLst>
</file>

<file path=ppt/tags/tag4.xml><?xml version="1.0" encoding="utf-8"?>
<p:tagLst xmlns:a="http://schemas.openxmlformats.org/drawingml/2006/main" xmlns:r="http://schemas.openxmlformats.org/officeDocument/2006/relationships" xmlns:p="http://schemas.openxmlformats.org/presentationml/2006/main">
  <p:tag name="NUM" val="1"/>
</p:tagLst>
</file>

<file path=ppt/tags/tag5.xml><?xml version="1.0" encoding="utf-8"?>
<p:tagLst xmlns:a="http://schemas.openxmlformats.org/drawingml/2006/main" xmlns:r="http://schemas.openxmlformats.org/officeDocument/2006/relationships" xmlns:p="http://schemas.openxmlformats.org/presentationml/2006/main">
  <p:tag name="NUM" val="2"/>
</p:tagLst>
</file>

<file path=ppt/tags/tag6.xml><?xml version="1.0" encoding="utf-8"?>
<p:tagLst xmlns:a="http://schemas.openxmlformats.org/drawingml/2006/main" xmlns:r="http://schemas.openxmlformats.org/officeDocument/2006/relationships" xmlns:p="http://schemas.openxmlformats.org/presentationml/2006/main">
  <p:tag name="NUM" val="3"/>
</p:tagLst>
</file>

<file path=ppt/tags/tag7.xml><?xml version="1.0" encoding="utf-8"?>
<p:tagLst xmlns:a="http://schemas.openxmlformats.org/drawingml/2006/main" xmlns:r="http://schemas.openxmlformats.org/officeDocument/2006/relationships" xmlns:p="http://schemas.openxmlformats.org/presentationml/2006/main">
  <p:tag name="NUM" val="4"/>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3"/>
</p:tagLst>
</file>

<file path=ppt/tags/tag11.xml><?xml version="1.0" encoding="utf-8"?>
<p:tagLst xmlns:a="http://schemas.openxmlformats.org/drawingml/2006/main" xmlns:r="http://schemas.openxmlformats.org/officeDocument/2006/relationships" xmlns:p="http://schemas.openxmlformats.org/presentationml/2006/main">
  <p:tag name="NUM" val="4"/>
</p:tagLst>
</file>

<file path=ppt/tags/tag12.xml><?xml version="1.0" encoding="utf-8"?>
<p:tagLst xmlns:a="http://schemas.openxmlformats.org/drawingml/2006/main" xmlns:r="http://schemas.openxmlformats.org/officeDocument/2006/relationships" xmlns:p="http://schemas.openxmlformats.org/presentationml/2006/main">
  <p:tag name="NUM" val="1"/>
</p:tagLst>
</file>

<file path=ppt/tags/tag13.xml><?xml version="1.0" encoding="utf-8"?>
<p:tagLst xmlns:a="http://schemas.openxmlformats.org/drawingml/2006/main" xmlns:r="http://schemas.openxmlformats.org/officeDocument/2006/relationships" xmlns:p="http://schemas.openxmlformats.org/presentationml/2006/main">
  <p:tag name="NUM" val="2"/>
</p:tagLst>
</file>

<file path=ppt/tags/tag14.xml><?xml version="1.0" encoding="utf-8"?>
<p:tagLst xmlns:a="http://schemas.openxmlformats.org/drawingml/2006/main" xmlns:r="http://schemas.openxmlformats.org/officeDocument/2006/relationships" xmlns:p="http://schemas.openxmlformats.org/presentationml/2006/main">
  <p:tag name="NUM" val="3"/>
</p:tagLst>
</file>

<file path=ppt/tags/tag15.xml><?xml version="1.0" encoding="utf-8"?>
<p:tagLst xmlns:a="http://schemas.openxmlformats.org/drawingml/2006/main" xmlns:r="http://schemas.openxmlformats.org/officeDocument/2006/relationships" xmlns:p="http://schemas.openxmlformats.org/presentationml/2006/main">
  <p:tag name="NUM" val="4"/>
</p:tagLst>
</file>

<file path=ppt/tags/tag16.xml><?xml version="1.0" encoding="utf-8"?>
<p:tagLst xmlns:a="http://schemas.openxmlformats.org/drawingml/2006/main" xmlns:r="http://schemas.openxmlformats.org/officeDocument/2006/relationships" xmlns:p="http://schemas.openxmlformats.org/presentationml/2006/main">
  <p:tag name="NUM" val="1"/>
</p:tagLst>
</file>

<file path=ppt/tags/tag17.xml><?xml version="1.0" encoding="utf-8"?>
<p:tagLst xmlns:a="http://schemas.openxmlformats.org/drawingml/2006/main" xmlns:r="http://schemas.openxmlformats.org/officeDocument/2006/relationships" xmlns:p="http://schemas.openxmlformats.org/presentationml/2006/main">
  <p:tag name="NUM" val="3"/>
</p:tagLst>
</file>

<file path=ppt/tags/tag18.xml><?xml version="1.0" encoding="utf-8"?>
<p:tagLst xmlns:a="http://schemas.openxmlformats.org/drawingml/2006/main" xmlns:r="http://schemas.openxmlformats.org/officeDocument/2006/relationships" xmlns:p="http://schemas.openxmlformats.org/presentationml/2006/main">
  <p:tag name="NUM" val="4"/>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3"/>
</p:tagLst>
</file>

<file path=ppt/tags/tag22.xml><?xml version="1.0" encoding="utf-8"?>
<p:tagLst xmlns:a="http://schemas.openxmlformats.org/drawingml/2006/main" xmlns:r="http://schemas.openxmlformats.org/officeDocument/2006/relationships" xmlns:p="http://schemas.openxmlformats.org/presentationml/2006/main">
  <p:tag name="NUM" val="4"/>
</p:tagLst>
</file>

<file path=ppt/tags/tag23.xml><?xml version="1.0" encoding="utf-8"?>
<p:tagLst xmlns:a="http://schemas.openxmlformats.org/drawingml/2006/main" xmlns:r="http://schemas.openxmlformats.org/officeDocument/2006/relationships" xmlns:p="http://schemas.openxmlformats.org/presentationml/2006/main">
  <p:tag name="NUM" val="1"/>
</p:tagLst>
</file>

<file path=ppt/tags/tag24.xml><?xml version="1.0" encoding="utf-8"?>
<p:tagLst xmlns:a="http://schemas.openxmlformats.org/drawingml/2006/main" xmlns:r="http://schemas.openxmlformats.org/officeDocument/2006/relationships" xmlns:p="http://schemas.openxmlformats.org/presentationml/2006/main">
  <p:tag name="NUM" val="2"/>
</p:tagLst>
</file>

<file path=ppt/tags/tag25.xml><?xml version="1.0" encoding="utf-8"?>
<p:tagLst xmlns:a="http://schemas.openxmlformats.org/drawingml/2006/main" xmlns:r="http://schemas.openxmlformats.org/officeDocument/2006/relationships" xmlns:p="http://schemas.openxmlformats.org/presentationml/2006/main">
  <p:tag name="NUM" val="3"/>
</p:tagLst>
</file>

<file path=ppt/tags/tag26.xml><?xml version="1.0" encoding="utf-8"?>
<p:tagLst xmlns:a="http://schemas.openxmlformats.org/drawingml/2006/main" xmlns:r="http://schemas.openxmlformats.org/officeDocument/2006/relationships" xmlns:p="http://schemas.openxmlformats.org/presentationml/2006/main">
  <p:tag name="NUM" val="4"/>
</p:tagLst>
</file>

<file path=ppt/tags/tag27.xml><?xml version="1.0" encoding="utf-8"?>
<p:tagLst xmlns:a="http://schemas.openxmlformats.org/drawingml/2006/main" xmlns:r="http://schemas.openxmlformats.org/officeDocument/2006/relationships" xmlns:p="http://schemas.openxmlformats.org/presentationml/2006/main">
  <p:tag name="NUM" val="1"/>
</p:tagLst>
</file>

<file path=ppt/tags/tag28.xml><?xml version="1.0" encoding="utf-8"?>
<p:tagLst xmlns:a="http://schemas.openxmlformats.org/drawingml/2006/main" xmlns:r="http://schemas.openxmlformats.org/officeDocument/2006/relationships" xmlns:p="http://schemas.openxmlformats.org/presentationml/2006/main">
  <p:tag name="NUM" val="2"/>
</p:tagLst>
</file>

<file path=ppt/tags/tag29.xml><?xml version="1.0" encoding="utf-8"?>
<p:tagLst xmlns:a="http://schemas.openxmlformats.org/drawingml/2006/main" xmlns:r="http://schemas.openxmlformats.org/officeDocument/2006/relationships" xmlns:p="http://schemas.openxmlformats.org/presentationml/2006/main">
  <p:tag name="NUM" val="3"/>
</p:tagLst>
</file>

<file path=ppt/tags/tag30.xml><?xml version="1.0" encoding="utf-8"?>
<p:tagLst xmlns:a="http://schemas.openxmlformats.org/drawingml/2006/main" xmlns:r="http://schemas.openxmlformats.org/officeDocument/2006/relationships" xmlns:p="http://schemas.openxmlformats.org/presentationml/2006/main">
  <p:tag name="NUM" val="4"/>
</p:tagLst>
</file>

<file path=ppt/tags/tag31.xml><?xml version="1.0" encoding="utf-8"?>
<p:tagLst xmlns:a="http://schemas.openxmlformats.org/drawingml/2006/main" xmlns:r="http://schemas.openxmlformats.org/officeDocument/2006/relationships" xmlns:p="http://schemas.openxmlformats.org/presentationml/2006/main">
  <p:tag name="NUM" val="1"/>
</p:tagLst>
</file>

<file path=ppt/tags/tag32.xml><?xml version="1.0" encoding="utf-8"?>
<p:tagLst xmlns:a="http://schemas.openxmlformats.org/drawingml/2006/main" xmlns:r="http://schemas.openxmlformats.org/officeDocument/2006/relationships" xmlns:p="http://schemas.openxmlformats.org/presentationml/2006/main">
  <p:tag name="NUM" val="2"/>
</p:tagLst>
</file>

<file path=ppt/tags/tag33.xml><?xml version="1.0" encoding="utf-8"?>
<p:tagLst xmlns:a="http://schemas.openxmlformats.org/drawingml/2006/main" xmlns:r="http://schemas.openxmlformats.org/officeDocument/2006/relationships" xmlns:p="http://schemas.openxmlformats.org/presentationml/2006/main">
  <p:tag name="NUM" val="3"/>
</p:tagLst>
</file>

<file path=ppt/tags/tag34.xml><?xml version="1.0" encoding="utf-8"?>
<p:tagLst xmlns:a="http://schemas.openxmlformats.org/drawingml/2006/main" xmlns:r="http://schemas.openxmlformats.org/officeDocument/2006/relationships" xmlns:p="http://schemas.openxmlformats.org/presentationml/2006/main">
  <p:tag name="NUM" val="4"/>
</p:tagLst>
</file>

<file path=ppt/tags/tag35.xml><?xml version="1.0" encoding="utf-8"?>
<p:tagLst xmlns:a="http://schemas.openxmlformats.org/drawingml/2006/main" xmlns:r="http://schemas.openxmlformats.org/officeDocument/2006/relationships" xmlns:p="http://schemas.openxmlformats.org/presentationml/2006/main">
  <p:tag name="NUM" val="2"/>
</p:tagLst>
</file>

<file path=ppt/tags/tag36.xml><?xml version="1.0" encoding="utf-8"?>
<p:tagLst xmlns:a="http://schemas.openxmlformats.org/drawingml/2006/main" xmlns:r="http://schemas.openxmlformats.org/officeDocument/2006/relationships" xmlns:p="http://schemas.openxmlformats.org/presentationml/2006/main">
  <p:tag name="NUM" val="1"/>
</p:tagLst>
</file>

<file path=ppt/tags/tag37.xml><?xml version="1.0" encoding="utf-8"?>
<p:tagLst xmlns:a="http://schemas.openxmlformats.org/drawingml/2006/main" xmlns:r="http://schemas.openxmlformats.org/officeDocument/2006/relationships" xmlns:p="http://schemas.openxmlformats.org/presentationml/2006/main">
  <p:tag name="NUM" val="3"/>
</p:tagLst>
</file>

<file path=ppt/tags/tag38.xml><?xml version="1.0" encoding="utf-8"?>
<p:tagLst xmlns:a="http://schemas.openxmlformats.org/drawingml/2006/main" xmlns:r="http://schemas.openxmlformats.org/officeDocument/2006/relationships" xmlns:p="http://schemas.openxmlformats.org/presentationml/2006/main">
  <p:tag name="NUM" val="3"/>
</p:tagLst>
</file>

<file path=ppt/tags/tag39.xml><?xml version="1.0" encoding="utf-8"?>
<p:tagLst xmlns:a="http://schemas.openxmlformats.org/drawingml/2006/main" xmlns:r="http://schemas.openxmlformats.org/officeDocument/2006/relationships" xmlns:p="http://schemas.openxmlformats.org/presentationml/2006/main">
  <p:tag name="NUM" val="5"/>
</p:tagLst>
</file>

<file path=ppt/tags/tag40.xml><?xml version="1.0" encoding="utf-8"?>
<p:tagLst xmlns:a="http://schemas.openxmlformats.org/drawingml/2006/main" xmlns:r="http://schemas.openxmlformats.org/officeDocument/2006/relationships" xmlns:p="http://schemas.openxmlformats.org/presentationml/2006/main">
  <p:tag name="NUM" val="1"/>
</p:tagLst>
</file>

<file path=ppt/tags/tag41.xml><?xml version="1.0" encoding="utf-8"?>
<p:tagLst xmlns:a="http://schemas.openxmlformats.org/drawingml/2006/main" xmlns:r="http://schemas.openxmlformats.org/officeDocument/2006/relationships" xmlns:p="http://schemas.openxmlformats.org/presentationml/2006/main">
  <p:tag name="NUM" val="2"/>
</p:tagLst>
</file>

<file path=ppt/tags/tag42.xml><?xml version="1.0" encoding="utf-8"?>
<p:tagLst xmlns:a="http://schemas.openxmlformats.org/drawingml/2006/main" xmlns:r="http://schemas.openxmlformats.org/officeDocument/2006/relationships" xmlns:p="http://schemas.openxmlformats.org/presentationml/2006/main">
  <p:tag name="NUM" val="3"/>
</p:tagLst>
</file>

<file path=ppt/tags/tag43.xml><?xml version="1.0" encoding="utf-8"?>
<p:tagLst xmlns:a="http://schemas.openxmlformats.org/drawingml/2006/main" xmlns:r="http://schemas.openxmlformats.org/officeDocument/2006/relationships" xmlns:p="http://schemas.openxmlformats.org/presentationml/2006/main">
  <p:tag name="NUM" val="4"/>
</p:tagLst>
</file>

<file path=ppt/tags/tag44.xml><?xml version="1.0" encoding="utf-8"?>
<p:tagLst xmlns:a="http://schemas.openxmlformats.org/drawingml/2006/main" xmlns:r="http://schemas.openxmlformats.org/officeDocument/2006/relationships" xmlns:p="http://schemas.openxmlformats.org/presentationml/2006/main">
  <p:tag name="NUM" val="1"/>
</p:tagLst>
</file>

<file path=ppt/tags/tag45.xml><?xml version="1.0" encoding="utf-8"?>
<p:tagLst xmlns:a="http://schemas.openxmlformats.org/drawingml/2006/main" xmlns:r="http://schemas.openxmlformats.org/officeDocument/2006/relationships" xmlns:p="http://schemas.openxmlformats.org/presentationml/2006/main">
  <p:tag name="NUM" val="2"/>
</p:tagLst>
</file>

<file path=ppt/tags/tag46.xml><?xml version="1.0" encoding="utf-8"?>
<p:tagLst xmlns:a="http://schemas.openxmlformats.org/drawingml/2006/main" xmlns:r="http://schemas.openxmlformats.org/officeDocument/2006/relationships" xmlns:p="http://schemas.openxmlformats.org/presentationml/2006/main">
  <p:tag name="NUM" val="3"/>
</p:tagLst>
</file>

<file path=ppt/tags/tag47.xml><?xml version="1.0" encoding="utf-8"?>
<p:tagLst xmlns:a="http://schemas.openxmlformats.org/drawingml/2006/main" xmlns:r="http://schemas.openxmlformats.org/officeDocument/2006/relationships" xmlns:p="http://schemas.openxmlformats.org/presentationml/2006/main">
  <p:tag name="NUM" val="4"/>
</p:tagLst>
</file>

<file path=ppt/tags/tag48.xml><?xml version="1.0" encoding="utf-8"?>
<p:tagLst xmlns:a="http://schemas.openxmlformats.org/drawingml/2006/main" xmlns:r="http://schemas.openxmlformats.org/officeDocument/2006/relationships" xmlns:p="http://schemas.openxmlformats.org/presentationml/2006/main">
  <p:tag name="NUM" val="1"/>
</p:tagLst>
</file>

<file path=ppt/tags/tag49.xml><?xml version="1.0" encoding="utf-8"?>
<p:tagLst xmlns:a="http://schemas.openxmlformats.org/drawingml/2006/main" xmlns:r="http://schemas.openxmlformats.org/officeDocument/2006/relationships" xmlns:p="http://schemas.openxmlformats.org/presentationml/2006/main">
  <p:tag name="NUM" val="2"/>
</p:tagLst>
</file>

<file path=ppt/tags/tag50.xml><?xml version="1.0" encoding="utf-8"?>
<p:tagLst xmlns:a="http://schemas.openxmlformats.org/drawingml/2006/main" xmlns:r="http://schemas.openxmlformats.org/officeDocument/2006/relationships" xmlns:p="http://schemas.openxmlformats.org/presentationml/2006/main">
  <p:tag name="NUM" val="3"/>
</p:tagLst>
</file>

<file path=ppt/tags/tag51.xml><?xml version="1.0" encoding="utf-8"?>
<p:tagLst xmlns:a="http://schemas.openxmlformats.org/drawingml/2006/main" xmlns:r="http://schemas.openxmlformats.org/officeDocument/2006/relationships" xmlns:p="http://schemas.openxmlformats.org/presentationml/2006/main">
  <p:tag name="NUM" val="4"/>
</p:tagLst>
</file>

<file path=ppt/tags/tag52.xml><?xml version="1.0" encoding="utf-8"?>
<p:tagLst xmlns:a="http://schemas.openxmlformats.org/drawingml/2006/main" xmlns:r="http://schemas.openxmlformats.org/officeDocument/2006/relationships" xmlns:p="http://schemas.openxmlformats.org/presentationml/2006/main">
  <p:tag name="NUM" val="1"/>
</p:tagLst>
</file>

<file path=ppt/tags/tag53.xml><?xml version="1.0" encoding="utf-8"?>
<p:tagLst xmlns:a="http://schemas.openxmlformats.org/drawingml/2006/main" xmlns:r="http://schemas.openxmlformats.org/officeDocument/2006/relationships" xmlns:p="http://schemas.openxmlformats.org/presentationml/2006/main">
  <p:tag name="NUM" val="2"/>
</p:tagLst>
</file>

<file path=ppt/tags/tag54.xml><?xml version="1.0" encoding="utf-8"?>
<p:tagLst xmlns:a="http://schemas.openxmlformats.org/drawingml/2006/main" xmlns:r="http://schemas.openxmlformats.org/officeDocument/2006/relationships" xmlns:p="http://schemas.openxmlformats.org/presentationml/2006/main">
  <p:tag name="NUM" val="3"/>
</p:tagLst>
</file>

<file path=ppt/tags/tag55.xml><?xml version="1.0" encoding="utf-8"?>
<p:tagLst xmlns:a="http://schemas.openxmlformats.org/drawingml/2006/main" xmlns:r="http://schemas.openxmlformats.org/officeDocument/2006/relationships" xmlns:p="http://schemas.openxmlformats.org/presentationml/2006/main">
  <p:tag name="NUM" val="4"/>
</p:tagLst>
</file>

<file path=ppt/tags/tag56.xml><?xml version="1.0" encoding="utf-8"?>
<p:tagLst xmlns:a="http://schemas.openxmlformats.org/drawingml/2006/main" xmlns:r="http://schemas.openxmlformats.org/officeDocument/2006/relationships" xmlns:p="http://schemas.openxmlformats.org/presentationml/2006/main">
  <p:tag name="NUM" val="1"/>
</p:tagLst>
</file>

<file path=ppt/tags/tag57.xml><?xml version="1.0" encoding="utf-8"?>
<p:tagLst xmlns:a="http://schemas.openxmlformats.org/drawingml/2006/main" xmlns:r="http://schemas.openxmlformats.org/officeDocument/2006/relationships" xmlns:p="http://schemas.openxmlformats.org/presentationml/2006/main">
  <p:tag name="NUM" val="2"/>
</p:tagLst>
</file>

<file path=ppt/tags/tag58.xml><?xml version="1.0" encoding="utf-8"?>
<p:tagLst xmlns:a="http://schemas.openxmlformats.org/drawingml/2006/main" xmlns:r="http://schemas.openxmlformats.org/officeDocument/2006/relationships" xmlns:p="http://schemas.openxmlformats.org/presentationml/2006/main">
  <p:tag name="NUM" val="3"/>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5"/>
</p:tagLst>
</file>

<file path=ppt/tags/tag61.xml><?xml version="1.0" encoding="utf-8"?>
<p:tagLst xmlns:a="http://schemas.openxmlformats.org/drawingml/2006/main" xmlns:r="http://schemas.openxmlformats.org/officeDocument/2006/relationships" xmlns:p="http://schemas.openxmlformats.org/presentationml/2006/main">
  <p:tag name="NUM" val="1"/>
</p:tagLst>
</file>

<file path=ppt/tags/tag62.xml><?xml version="1.0" encoding="utf-8"?>
<p:tagLst xmlns:a="http://schemas.openxmlformats.org/drawingml/2006/main" xmlns:r="http://schemas.openxmlformats.org/officeDocument/2006/relationships" xmlns:p="http://schemas.openxmlformats.org/presentationml/2006/main">
  <p:tag name="NUM" val="2"/>
</p:tagLst>
</file>

<file path=ppt/tags/tag63.xml><?xml version="1.0" encoding="utf-8"?>
<p:tagLst xmlns:a="http://schemas.openxmlformats.org/drawingml/2006/main" xmlns:r="http://schemas.openxmlformats.org/officeDocument/2006/relationships" xmlns:p="http://schemas.openxmlformats.org/presentationml/2006/main">
  <p:tag name="NUM" val="3"/>
</p:tagLst>
</file>

<file path=ppt/tags/tag64.xml><?xml version="1.0" encoding="utf-8"?>
<p:tagLst xmlns:a="http://schemas.openxmlformats.org/drawingml/2006/main" xmlns:r="http://schemas.openxmlformats.org/officeDocument/2006/relationships" xmlns:p="http://schemas.openxmlformats.org/presentationml/2006/main">
  <p:tag name="NUM" val="4"/>
</p:tagLst>
</file>

<file path=ppt/tags/tag65.xml><?xml version="1.0" encoding="utf-8"?>
<p:tagLst xmlns:a="http://schemas.openxmlformats.org/drawingml/2006/main" xmlns:r="http://schemas.openxmlformats.org/officeDocument/2006/relationships" xmlns:p="http://schemas.openxmlformats.org/presentationml/2006/main">
  <p:tag name="NUM" val="1"/>
</p:tagLst>
</file>

<file path=ppt/tags/tag66.xml><?xml version="1.0" encoding="utf-8"?>
<p:tagLst xmlns:a="http://schemas.openxmlformats.org/drawingml/2006/main" xmlns:r="http://schemas.openxmlformats.org/officeDocument/2006/relationships" xmlns:p="http://schemas.openxmlformats.org/presentationml/2006/main">
  <p:tag name="NUM" val="3"/>
</p:tagLst>
</file>

<file path=ppt/tags/tag67.xml><?xml version="1.0" encoding="utf-8"?>
<p:tagLst xmlns:a="http://schemas.openxmlformats.org/drawingml/2006/main" xmlns:r="http://schemas.openxmlformats.org/officeDocument/2006/relationships" xmlns:p="http://schemas.openxmlformats.org/presentationml/2006/main">
  <p:tag name="NUM" val="4"/>
</p:tagLst>
</file>

<file path=ppt/tags/tag68.xml><?xml version="1.0" encoding="utf-8"?>
<p:tagLst xmlns:a="http://schemas.openxmlformats.org/drawingml/2006/main" xmlns:r="http://schemas.openxmlformats.org/officeDocument/2006/relationships" xmlns:p="http://schemas.openxmlformats.org/presentationml/2006/main">
  <p:tag name="NUM" val="1"/>
</p:tagLst>
</file>

<file path=ppt/tags/tag69.xml><?xml version="1.0" encoding="utf-8"?>
<p:tagLst xmlns:a="http://schemas.openxmlformats.org/drawingml/2006/main" xmlns:r="http://schemas.openxmlformats.org/officeDocument/2006/relationships" xmlns:p="http://schemas.openxmlformats.org/presentationml/2006/main">
  <p:tag name="NUM" val="2"/>
</p:tagLst>
</file>

<file path=ppt/tags/tag70.xml><?xml version="1.0" encoding="utf-8"?>
<p:tagLst xmlns:a="http://schemas.openxmlformats.org/drawingml/2006/main" xmlns:r="http://schemas.openxmlformats.org/officeDocument/2006/relationships" xmlns:p="http://schemas.openxmlformats.org/presentationml/2006/main">
  <p:tag name="NUM" val="3"/>
</p:tagLst>
</file>

<file path=ppt/tags/tag71.xml><?xml version="1.0" encoding="utf-8"?>
<p:tagLst xmlns:a="http://schemas.openxmlformats.org/drawingml/2006/main" xmlns:r="http://schemas.openxmlformats.org/officeDocument/2006/relationships" xmlns:p="http://schemas.openxmlformats.org/presentationml/2006/main">
  <p:tag name="NUM" val="4"/>
</p:tagLst>
</file>

<file path=ppt/tags/tag72.xml><?xml version="1.0" encoding="utf-8"?>
<p:tagLst xmlns:a="http://schemas.openxmlformats.org/drawingml/2006/main" xmlns:r="http://schemas.openxmlformats.org/officeDocument/2006/relationships" xmlns:p="http://schemas.openxmlformats.org/presentationml/2006/main">
  <p:tag name="NUM" val="1"/>
</p:tagLst>
</file>

<file path=ppt/tags/tag73.xml><?xml version="1.0" encoding="utf-8"?>
<p:tagLst xmlns:a="http://schemas.openxmlformats.org/drawingml/2006/main" xmlns:r="http://schemas.openxmlformats.org/officeDocument/2006/relationships" xmlns:p="http://schemas.openxmlformats.org/presentationml/2006/main">
  <p:tag name="NUM" val="2"/>
</p:tagLst>
</file>

<file path=ppt/tags/tag74.xml><?xml version="1.0" encoding="utf-8"?>
<p:tagLst xmlns:a="http://schemas.openxmlformats.org/drawingml/2006/main" xmlns:r="http://schemas.openxmlformats.org/officeDocument/2006/relationships" xmlns:p="http://schemas.openxmlformats.org/presentationml/2006/main">
  <p:tag name="NUM" val="3"/>
</p:tagLst>
</file>

<file path=ppt/tags/tag75.xml><?xml version="1.0" encoding="utf-8"?>
<p:tagLst xmlns:a="http://schemas.openxmlformats.org/drawingml/2006/main" xmlns:r="http://schemas.openxmlformats.org/officeDocument/2006/relationships" xmlns:p="http://schemas.openxmlformats.org/presentationml/2006/main">
  <p:tag name="NUM" val="4"/>
</p:tagLst>
</file>

<file path=ppt/tags/tag76.xml><?xml version="1.0" encoding="utf-8"?>
<p:tagLst xmlns:a="http://schemas.openxmlformats.org/drawingml/2006/main" xmlns:r="http://schemas.openxmlformats.org/officeDocument/2006/relationships" xmlns:p="http://schemas.openxmlformats.org/presentationml/2006/main">
  <p:tag name="NUM" val="1"/>
</p:tagLst>
</file>

<file path=ppt/tags/tag77.xml><?xml version="1.0" encoding="utf-8"?>
<p:tagLst xmlns:a="http://schemas.openxmlformats.org/drawingml/2006/main" xmlns:r="http://schemas.openxmlformats.org/officeDocument/2006/relationships" xmlns:p="http://schemas.openxmlformats.org/presentationml/2006/main">
  <p:tag name="NUM" val="2"/>
</p:tagLst>
</file>

<file path=ppt/tags/tag78.xml><?xml version="1.0" encoding="utf-8"?>
<p:tagLst xmlns:a="http://schemas.openxmlformats.org/drawingml/2006/main" xmlns:r="http://schemas.openxmlformats.org/officeDocument/2006/relationships" xmlns:p="http://schemas.openxmlformats.org/presentationml/2006/main">
  <p:tag name="NUM" val="3"/>
</p:tagLst>
</file>

<file path=ppt/tags/tag79.xml><?xml version="1.0" encoding="utf-8"?>
<p:tagLst xmlns:a="http://schemas.openxmlformats.org/drawingml/2006/main" xmlns:r="http://schemas.openxmlformats.org/officeDocument/2006/relationships" xmlns:p="http://schemas.openxmlformats.org/presentationml/2006/main">
  <p:tag name="NUM" val="4"/>
</p:tagLst>
</file>

<file path=ppt/tags/tag80.xml><?xml version="1.0" encoding="utf-8"?>
<p:tagLst xmlns:a="http://schemas.openxmlformats.org/drawingml/2006/main" xmlns:r="http://schemas.openxmlformats.org/officeDocument/2006/relationships" xmlns:p="http://schemas.openxmlformats.org/presentationml/2006/main">
  <p:tag name="NUM" val="5"/>
</p:tagLst>
</file>

<file path=ppt/tags/tag81.xml><?xml version="1.0" encoding="utf-8"?>
<p:tagLst xmlns:a="http://schemas.openxmlformats.org/drawingml/2006/main" xmlns:r="http://schemas.openxmlformats.org/officeDocument/2006/relationships" xmlns:p="http://schemas.openxmlformats.org/presentationml/2006/main">
  <p:tag name="NUM" val="6"/>
</p:tagLst>
</file>

<file path=ppt/tags/tag82.xml><?xml version="1.0" encoding="utf-8"?>
<p:tagLst xmlns:a="http://schemas.openxmlformats.org/drawingml/2006/main" xmlns:r="http://schemas.openxmlformats.org/officeDocument/2006/relationships" xmlns:p="http://schemas.openxmlformats.org/presentationml/2006/main">
  <p:tag name="NUM" val="1"/>
</p:tagLst>
</file>

<file path=ppt/tags/tag83.xml><?xml version="1.0" encoding="utf-8"?>
<p:tagLst xmlns:a="http://schemas.openxmlformats.org/drawingml/2006/main" xmlns:r="http://schemas.openxmlformats.org/officeDocument/2006/relationships" xmlns:p="http://schemas.openxmlformats.org/presentationml/2006/main">
  <p:tag name="NUM" val="2"/>
</p:tagLst>
</file>

<file path=ppt/tags/tag84.xml><?xml version="1.0" encoding="utf-8"?>
<p:tagLst xmlns:a="http://schemas.openxmlformats.org/drawingml/2006/main" xmlns:r="http://schemas.openxmlformats.org/officeDocument/2006/relationships" xmlns:p="http://schemas.openxmlformats.org/presentationml/2006/main">
  <p:tag name="NUM" val="3"/>
</p:tagLst>
</file>

<file path=ppt/tags/tag85.xml><?xml version="1.0" encoding="utf-8"?>
<p:tagLst xmlns:a="http://schemas.openxmlformats.org/drawingml/2006/main" xmlns:r="http://schemas.openxmlformats.org/officeDocument/2006/relationships" xmlns:p="http://schemas.openxmlformats.org/presentationml/2006/main">
  <p:tag name="NUM" val="4"/>
</p:tagLst>
</file>

<file path=ppt/tags/tag86.xml><?xml version="1.0" encoding="utf-8"?>
<p:tagLst xmlns:a="http://schemas.openxmlformats.org/drawingml/2006/main" xmlns:r="http://schemas.openxmlformats.org/officeDocument/2006/relationships" xmlns:p="http://schemas.openxmlformats.org/presentationml/2006/main">
  <p:tag name="NUM" val="5"/>
</p:tagLst>
</file>

<file path=ppt/tags/tag87.xml><?xml version="1.0" encoding="utf-8"?>
<p:tagLst xmlns:a="http://schemas.openxmlformats.org/drawingml/2006/main" xmlns:r="http://schemas.openxmlformats.org/officeDocument/2006/relationships" xmlns:p="http://schemas.openxmlformats.org/presentationml/2006/main">
  <p:tag name="NUM" val="6"/>
</p:tagLst>
</file>

<file path=ppt/tags/tag88.xml><?xml version="1.0" encoding="utf-8"?>
<p:tagLst xmlns:a="http://schemas.openxmlformats.org/drawingml/2006/main" xmlns:r="http://schemas.openxmlformats.org/officeDocument/2006/relationships" xmlns:p="http://schemas.openxmlformats.org/presentationml/2006/main">
  <p:tag name="NUM" val="1"/>
</p:tagLst>
</file>

<file path=ppt/tags/tag89.xml><?xml version="1.0" encoding="utf-8"?>
<p:tagLst xmlns:a="http://schemas.openxmlformats.org/drawingml/2006/main" xmlns:r="http://schemas.openxmlformats.org/officeDocument/2006/relationships" xmlns:p="http://schemas.openxmlformats.org/presentationml/2006/main">
  <p:tag name="NUM" val="2"/>
</p:tagLst>
</file>

<file path=ppt/tags/tag90.xml><?xml version="1.0" encoding="utf-8"?>
<p:tagLst xmlns:a="http://schemas.openxmlformats.org/drawingml/2006/main" xmlns:r="http://schemas.openxmlformats.org/officeDocument/2006/relationships" xmlns:p="http://schemas.openxmlformats.org/presentationml/2006/main">
  <p:tag name="NUM" val="3"/>
</p:tagLst>
</file>

<file path=ppt/tags/tag91.xml><?xml version="1.0" encoding="utf-8"?>
<p:tagLst xmlns:a="http://schemas.openxmlformats.org/drawingml/2006/main" xmlns:r="http://schemas.openxmlformats.org/officeDocument/2006/relationships" xmlns:p="http://schemas.openxmlformats.org/presentationml/2006/main">
  <p:tag name="NUM" val="4"/>
</p:tagLst>
</file>

<file path=ppt/tags/tag92.xml><?xml version="1.0" encoding="utf-8"?>
<p:tagLst xmlns:a="http://schemas.openxmlformats.org/drawingml/2006/main" xmlns:r="http://schemas.openxmlformats.org/officeDocument/2006/relationships" xmlns:p="http://schemas.openxmlformats.org/presentationml/2006/main">
  <p:tag name="NUM" val="1"/>
</p:tagLst>
</file>

<file path=ppt/tags/tag93.xml><?xml version="1.0" encoding="utf-8"?>
<p:tagLst xmlns:a="http://schemas.openxmlformats.org/drawingml/2006/main" xmlns:r="http://schemas.openxmlformats.org/officeDocument/2006/relationships" xmlns:p="http://schemas.openxmlformats.org/presentationml/2006/main">
  <p:tag name="NUM" val="2"/>
</p:tagLst>
</file>

<file path=ppt/tags/tag94.xml><?xml version="1.0" encoding="utf-8"?>
<p:tagLst xmlns:a="http://schemas.openxmlformats.org/drawingml/2006/main" xmlns:r="http://schemas.openxmlformats.org/officeDocument/2006/relationships" xmlns:p="http://schemas.openxmlformats.org/presentationml/2006/main">
  <p:tag name="NUM" val="3"/>
</p:tagLst>
</file>

<file path=ppt/tags/tag95.xml><?xml version="1.0" encoding="utf-8"?>
<p:tagLst xmlns:a="http://schemas.openxmlformats.org/drawingml/2006/main" xmlns:r="http://schemas.openxmlformats.org/officeDocument/2006/relationships" xmlns:p="http://schemas.openxmlformats.org/presentationml/2006/main">
  <p:tag name="NUM" val="4"/>
</p:tagLst>
</file>

<file path=ppt/tags/tag96.xml><?xml version="1.0" encoding="utf-8"?>
<p:tagLst xmlns:a="http://schemas.openxmlformats.org/drawingml/2006/main" xmlns:r="http://schemas.openxmlformats.org/officeDocument/2006/relationships" xmlns:p="http://schemas.openxmlformats.org/presentationml/2006/main">
  <p:tag name="NUM" val="1"/>
</p:tagLst>
</file>

<file path=ppt/tags/tag97.xml><?xml version="1.0" encoding="utf-8"?>
<p:tagLst xmlns:a="http://schemas.openxmlformats.org/drawingml/2006/main" xmlns:r="http://schemas.openxmlformats.org/officeDocument/2006/relationships" xmlns:p="http://schemas.openxmlformats.org/presentationml/2006/main">
  <p:tag name="NUM" val="2"/>
</p:tagLst>
</file>

<file path=ppt/tags/tag98.xml><?xml version="1.0" encoding="utf-8"?>
<p:tagLst xmlns:a="http://schemas.openxmlformats.org/drawingml/2006/main" xmlns:r="http://schemas.openxmlformats.org/officeDocument/2006/relationships" xmlns:p="http://schemas.openxmlformats.org/presentationml/2006/main">
  <p:tag name="NUM" val="3"/>
</p:tagLst>
</file>

<file path=ppt/tags/tag99.xml><?xml version="1.0" encoding="utf-8"?>
<p:tagLst xmlns:a="http://schemas.openxmlformats.org/drawingml/2006/main" xmlns:r="http://schemas.openxmlformats.org/officeDocument/2006/relationships" xmlns:p="http://schemas.openxmlformats.org/presentationml/2006/main">
  <p:tag name="NUM" val="4"/>
</p:tagLst>
</file>

<file path=ppt/tags/tag100.xml><?xml version="1.0" encoding="utf-8"?>
<p:tagLst xmlns:a="http://schemas.openxmlformats.org/drawingml/2006/main" xmlns:r="http://schemas.openxmlformats.org/officeDocument/2006/relationships" xmlns:p="http://schemas.openxmlformats.org/presentationml/2006/main">
  <p:tag name="NUM" val="1"/>
</p:tagLst>
</file>

<file path=ppt/tags/tag101.xml><?xml version="1.0" encoding="utf-8"?>
<p:tagLst xmlns:a="http://schemas.openxmlformats.org/drawingml/2006/main" xmlns:r="http://schemas.openxmlformats.org/officeDocument/2006/relationships" xmlns:p="http://schemas.openxmlformats.org/presentationml/2006/main">
  <p:tag name="NUM" val="2"/>
</p:tagLst>
</file>

<file path=ppt/tags/tag102.xml><?xml version="1.0" encoding="utf-8"?>
<p:tagLst xmlns:a="http://schemas.openxmlformats.org/drawingml/2006/main" xmlns:r="http://schemas.openxmlformats.org/officeDocument/2006/relationships" xmlns:p="http://schemas.openxmlformats.org/presentationml/2006/main">
  <p:tag name="NUM" val="3"/>
</p:tagLst>
</file>

<file path=ppt/tags/tag103.xml><?xml version="1.0" encoding="utf-8"?>
<p:tagLst xmlns:a="http://schemas.openxmlformats.org/drawingml/2006/main" xmlns:r="http://schemas.openxmlformats.org/officeDocument/2006/relationships" xmlns:p="http://schemas.openxmlformats.org/presentationml/2006/main">
  <p:tag name="NUM" val="4"/>
</p:tagLst>
</file>

<file path=ppt/tags/tag104.xml><?xml version="1.0" encoding="utf-8"?>
<p:tagLst xmlns:a="http://schemas.openxmlformats.org/drawingml/2006/main" xmlns:r="http://schemas.openxmlformats.org/officeDocument/2006/relationships" xmlns:p="http://schemas.openxmlformats.org/presentationml/2006/main">
  <p:tag name="NUM" val="1"/>
</p:tagLst>
</file>

<file path=ppt/tags/tag105.xml><?xml version="1.0" encoding="utf-8"?>
<p:tagLst xmlns:a="http://schemas.openxmlformats.org/drawingml/2006/main" xmlns:r="http://schemas.openxmlformats.org/officeDocument/2006/relationships" xmlns:p="http://schemas.openxmlformats.org/presentationml/2006/main">
  <p:tag name="NUM" val="2"/>
</p:tagLst>
</file>

<file path=ppt/tags/tag106.xml><?xml version="1.0" encoding="utf-8"?>
<p:tagLst xmlns:a="http://schemas.openxmlformats.org/drawingml/2006/main" xmlns:r="http://schemas.openxmlformats.org/officeDocument/2006/relationships" xmlns:p="http://schemas.openxmlformats.org/presentationml/2006/main">
  <p:tag name="NUM" val="3"/>
</p:tagLst>
</file>

<file path=ppt/tags/tag107.xml><?xml version="1.0" encoding="utf-8"?>
<p:tagLst xmlns:a="http://schemas.openxmlformats.org/drawingml/2006/main" xmlns:r="http://schemas.openxmlformats.org/officeDocument/2006/relationships" xmlns:p="http://schemas.openxmlformats.org/presentationml/2006/main">
  <p:tag name="NUM" val="4"/>
</p:tagLst>
</file>

<file path=ppt/tags/tag108.xml><?xml version="1.0" encoding="utf-8"?>
<p:tagLst xmlns:a="http://schemas.openxmlformats.org/drawingml/2006/main" xmlns:r="http://schemas.openxmlformats.org/officeDocument/2006/relationships" xmlns:p="http://schemas.openxmlformats.org/presentationml/2006/main">
  <p:tag name="NUM" val="1"/>
</p:tagLst>
</file>

<file path=ppt/tags/tag109.xml><?xml version="1.0" encoding="utf-8"?>
<p:tagLst xmlns:a="http://schemas.openxmlformats.org/drawingml/2006/main" xmlns:r="http://schemas.openxmlformats.org/officeDocument/2006/relationships" xmlns:p="http://schemas.openxmlformats.org/presentationml/2006/main">
  <p:tag name="NUM" val="2"/>
</p:tagLst>
</file>

<file path=ppt/tags/tag110.xml><?xml version="1.0" encoding="utf-8"?>
<p:tagLst xmlns:a="http://schemas.openxmlformats.org/drawingml/2006/main" xmlns:r="http://schemas.openxmlformats.org/officeDocument/2006/relationships" xmlns:p="http://schemas.openxmlformats.org/presentationml/2006/main">
  <p:tag name="NUM" val="3"/>
</p:tagLst>
</file>

<file path=ppt/tags/tag111.xml><?xml version="1.0" encoding="utf-8"?>
<p:tagLst xmlns:a="http://schemas.openxmlformats.org/drawingml/2006/main" xmlns:r="http://schemas.openxmlformats.org/officeDocument/2006/relationships" xmlns:p="http://schemas.openxmlformats.org/presentationml/2006/main">
  <p:tag name="NUM" val="4"/>
</p:tagLst>
</file>

<file path=ppt/tags/tag112.xml><?xml version="1.0" encoding="utf-8"?>
<p:tagLst xmlns:a="http://schemas.openxmlformats.org/drawingml/2006/main" xmlns:r="http://schemas.openxmlformats.org/officeDocument/2006/relationships" xmlns:p="http://schemas.openxmlformats.org/presentationml/2006/main">
  <p:tag name="NUM" val="1"/>
</p:tagLst>
</file>

<file path=ppt/tags/tag113.xml><?xml version="1.0" encoding="utf-8"?>
<p:tagLst xmlns:a="http://schemas.openxmlformats.org/drawingml/2006/main" xmlns:r="http://schemas.openxmlformats.org/officeDocument/2006/relationships" xmlns:p="http://schemas.openxmlformats.org/presentationml/2006/main">
  <p:tag name="NUM" val="3"/>
</p:tagLst>
</file>

<file path=ppt/tags/tag114.xml><?xml version="1.0" encoding="utf-8"?>
<p:tagLst xmlns:a="http://schemas.openxmlformats.org/drawingml/2006/main" xmlns:r="http://schemas.openxmlformats.org/officeDocument/2006/relationships" xmlns:p="http://schemas.openxmlformats.org/presentationml/2006/main">
  <p:tag name="NUM" val="4"/>
</p:tagLst>
</file>

<file path=ppt/tags/tag115.xml><?xml version="1.0" encoding="utf-8"?>
<p:tagLst xmlns:a="http://schemas.openxmlformats.org/drawingml/2006/main" xmlns:r="http://schemas.openxmlformats.org/officeDocument/2006/relationships" xmlns:p="http://schemas.openxmlformats.org/presentationml/2006/main">
  <p:tag name="NUM" val="1"/>
</p:tagLst>
</file>

<file path=ppt/tags/tag116.xml><?xml version="1.0" encoding="utf-8"?>
<p:tagLst xmlns:a="http://schemas.openxmlformats.org/drawingml/2006/main" xmlns:r="http://schemas.openxmlformats.org/officeDocument/2006/relationships" xmlns:p="http://schemas.openxmlformats.org/presentationml/2006/main">
  <p:tag name="NUM" val="2"/>
</p:tagLst>
</file>

<file path=ppt/tags/tag117.xml><?xml version="1.0" encoding="utf-8"?>
<p:tagLst xmlns:a="http://schemas.openxmlformats.org/drawingml/2006/main" xmlns:r="http://schemas.openxmlformats.org/officeDocument/2006/relationships" xmlns:p="http://schemas.openxmlformats.org/presentationml/2006/main">
  <p:tag name="NUM" val="3"/>
</p:tagLst>
</file>

<file path=ppt/tags/tag118.xml><?xml version="1.0" encoding="utf-8"?>
<p:tagLst xmlns:a="http://schemas.openxmlformats.org/drawingml/2006/main" xmlns:r="http://schemas.openxmlformats.org/officeDocument/2006/relationships" xmlns:p="http://schemas.openxmlformats.org/presentationml/2006/main">
  <p:tag name="NUM" val="4"/>
</p:tagLst>
</file>

<file path=ppt/tags/tag119.xml><?xml version="1.0" encoding="utf-8"?>
<p:tagLst xmlns:a="http://schemas.openxmlformats.org/drawingml/2006/main" xmlns:r="http://schemas.openxmlformats.org/officeDocument/2006/relationships" xmlns:p="http://schemas.openxmlformats.org/presentationml/2006/main">
  <p:tag name="NUM" val="1"/>
</p:tagLst>
</file>

<file path=ppt/tags/tag120.xml><?xml version="1.0" encoding="utf-8"?>
<p:tagLst xmlns:a="http://schemas.openxmlformats.org/drawingml/2006/main" xmlns:r="http://schemas.openxmlformats.org/officeDocument/2006/relationships" xmlns:p="http://schemas.openxmlformats.org/presentationml/2006/main">
  <p:tag name="NUM" val="2"/>
</p:tagLst>
</file>

<file path=ppt/tags/tag121.xml><?xml version="1.0" encoding="utf-8"?>
<p:tagLst xmlns:a="http://schemas.openxmlformats.org/drawingml/2006/main" xmlns:r="http://schemas.openxmlformats.org/officeDocument/2006/relationships" xmlns:p="http://schemas.openxmlformats.org/presentationml/2006/main">
  <p:tag name="NUM" val="3"/>
</p:tagLst>
</file>

<file path=ppt/tags/tag122.xml><?xml version="1.0" encoding="utf-8"?>
<p:tagLst xmlns:a="http://schemas.openxmlformats.org/drawingml/2006/main" xmlns:r="http://schemas.openxmlformats.org/officeDocument/2006/relationships" xmlns:p="http://schemas.openxmlformats.org/presentationml/2006/main">
  <p:tag name="NUM" val="4"/>
</p:tagLst>
</file>

<file path=ppt/tags/tag123.xml><?xml version="1.0" encoding="utf-8"?>
<p:tagLst xmlns:a="http://schemas.openxmlformats.org/drawingml/2006/main" xmlns:r="http://schemas.openxmlformats.org/officeDocument/2006/relationships" xmlns:p="http://schemas.openxmlformats.org/presentationml/2006/main">
  <p:tag name="NUM" val="1"/>
</p:tagLst>
</file>

<file path=ppt/tags/tag124.xml><?xml version="1.0" encoding="utf-8"?>
<p:tagLst xmlns:a="http://schemas.openxmlformats.org/drawingml/2006/main" xmlns:r="http://schemas.openxmlformats.org/officeDocument/2006/relationships" xmlns:p="http://schemas.openxmlformats.org/presentationml/2006/main">
  <p:tag name="NUM" val="2"/>
</p:tagLst>
</file>

<file path=ppt/tags/tag125.xml><?xml version="1.0" encoding="utf-8"?>
<p:tagLst xmlns:a="http://schemas.openxmlformats.org/drawingml/2006/main" xmlns:r="http://schemas.openxmlformats.org/officeDocument/2006/relationships" xmlns:p="http://schemas.openxmlformats.org/presentationml/2006/main">
  <p:tag name="NUM" val="3"/>
</p:tagLst>
</file>

<file path=ppt/tags/tag126.xml><?xml version="1.0" encoding="utf-8"?>
<p:tagLst xmlns:a="http://schemas.openxmlformats.org/drawingml/2006/main" xmlns:r="http://schemas.openxmlformats.org/officeDocument/2006/relationships" xmlns:p="http://schemas.openxmlformats.org/presentationml/2006/main">
  <p:tag name="NUM" val="4"/>
</p:tagLst>
</file>

<file path=ppt/tags/tag127.xml><?xml version="1.0" encoding="utf-8"?>
<p:tagLst xmlns:a="http://schemas.openxmlformats.org/drawingml/2006/main" xmlns:r="http://schemas.openxmlformats.org/officeDocument/2006/relationships" xmlns:p="http://schemas.openxmlformats.org/presentationml/2006/main">
  <p:tag name="NUM" val="5"/>
</p:tagLst>
</file>

<file path=ppt/tags/tag128.xml><?xml version="1.0" encoding="utf-8"?>
<p:tagLst xmlns:a="http://schemas.openxmlformats.org/drawingml/2006/main" xmlns:r="http://schemas.openxmlformats.org/officeDocument/2006/relationships" xmlns:p="http://schemas.openxmlformats.org/presentationml/2006/main">
  <p:tag name="NUM" val="6"/>
</p:tagLst>
</file>

<file path=ppt/tags/tag129.xml><?xml version="1.0" encoding="utf-8"?>
<p:tagLst xmlns:a="http://schemas.openxmlformats.org/drawingml/2006/main" xmlns:r="http://schemas.openxmlformats.org/officeDocument/2006/relationships" xmlns:p="http://schemas.openxmlformats.org/presentationml/2006/main">
  <p:tag name="NUM" val="1"/>
</p:tagLst>
</file>

<file path=ppt/tags/tag130.xml><?xml version="1.0" encoding="utf-8"?>
<p:tagLst xmlns:a="http://schemas.openxmlformats.org/drawingml/2006/main" xmlns:r="http://schemas.openxmlformats.org/officeDocument/2006/relationships" xmlns:p="http://schemas.openxmlformats.org/presentationml/2006/main">
  <p:tag name="NUM" val="2"/>
</p:tagLst>
</file>

<file path=ppt/tags/tag131.xml><?xml version="1.0" encoding="utf-8"?>
<p:tagLst xmlns:a="http://schemas.openxmlformats.org/drawingml/2006/main" xmlns:r="http://schemas.openxmlformats.org/officeDocument/2006/relationships" xmlns:p="http://schemas.openxmlformats.org/presentationml/2006/main">
  <p:tag name="NUM" val="3"/>
</p:tagLst>
</file>

<file path=ppt/tags/tag132.xml><?xml version="1.0" encoding="utf-8"?>
<p:tagLst xmlns:a="http://schemas.openxmlformats.org/drawingml/2006/main" xmlns:r="http://schemas.openxmlformats.org/officeDocument/2006/relationships" xmlns:p="http://schemas.openxmlformats.org/presentationml/2006/main">
  <p:tag name="NUM" val="4"/>
</p:tagLst>
</file>

<file path=ppt/tags/tag133.xml><?xml version="1.0" encoding="utf-8"?>
<p:tagLst xmlns:a="http://schemas.openxmlformats.org/drawingml/2006/main" xmlns:r="http://schemas.openxmlformats.org/officeDocument/2006/relationships" xmlns:p="http://schemas.openxmlformats.org/presentationml/2006/main">
  <p:tag name="NUM" val="1"/>
</p:tagLst>
</file>

<file path=ppt/tags/tag134.xml><?xml version="1.0" encoding="utf-8"?>
<p:tagLst xmlns:a="http://schemas.openxmlformats.org/drawingml/2006/main" xmlns:r="http://schemas.openxmlformats.org/officeDocument/2006/relationships" xmlns:p="http://schemas.openxmlformats.org/presentationml/2006/main">
  <p:tag name="NUM" val="2"/>
</p:tagLst>
</file>

<file path=ppt/tags/tag135.xml><?xml version="1.0" encoding="utf-8"?>
<p:tagLst xmlns:a="http://schemas.openxmlformats.org/drawingml/2006/main" xmlns:r="http://schemas.openxmlformats.org/officeDocument/2006/relationships" xmlns:p="http://schemas.openxmlformats.org/presentationml/2006/main">
  <p:tag name="NUM" val="3"/>
</p:tagLst>
</file>

<file path=ppt/tags/tag136.xml><?xml version="1.0" encoding="utf-8"?>
<p:tagLst xmlns:a="http://schemas.openxmlformats.org/drawingml/2006/main" xmlns:r="http://schemas.openxmlformats.org/officeDocument/2006/relationships" xmlns:p="http://schemas.openxmlformats.org/presentationml/2006/main">
  <p:tag name="NUM" val="4"/>
</p:tagLst>
</file>

<file path=ppt/tags/tag137.xml><?xml version="1.0" encoding="utf-8"?>
<p:tagLst xmlns:a="http://schemas.openxmlformats.org/drawingml/2006/main" xmlns:r="http://schemas.openxmlformats.org/officeDocument/2006/relationships" xmlns:p="http://schemas.openxmlformats.org/presentationml/2006/main">
  <p:tag name="NUM" val="5"/>
</p:tagLst>
</file>

<file path=ppt/tags/tag138.xml><?xml version="1.0" encoding="utf-8"?>
<p:tagLst xmlns:a="http://schemas.openxmlformats.org/drawingml/2006/main" xmlns:r="http://schemas.openxmlformats.org/officeDocument/2006/relationships" xmlns:p="http://schemas.openxmlformats.org/presentationml/2006/main">
  <p:tag name="NUM" val="1"/>
</p:tagLst>
</file>

<file path=ppt/tags/tag139.xml><?xml version="1.0" encoding="utf-8"?>
<p:tagLst xmlns:a="http://schemas.openxmlformats.org/drawingml/2006/main" xmlns:r="http://schemas.openxmlformats.org/officeDocument/2006/relationships" xmlns:p="http://schemas.openxmlformats.org/presentationml/2006/main">
  <p:tag name="NUM" val="2"/>
</p:tagLst>
</file>

<file path=ppt/tags/tag140.xml><?xml version="1.0" encoding="utf-8"?>
<p:tagLst xmlns:a="http://schemas.openxmlformats.org/drawingml/2006/main" xmlns:r="http://schemas.openxmlformats.org/officeDocument/2006/relationships" xmlns:p="http://schemas.openxmlformats.org/presentationml/2006/main">
  <p:tag name="NUM" val="3"/>
</p:tagLst>
</file>

<file path=ppt/tags/tag141.xml><?xml version="1.0" encoding="utf-8"?>
<p:tagLst xmlns:a="http://schemas.openxmlformats.org/drawingml/2006/main" xmlns:r="http://schemas.openxmlformats.org/officeDocument/2006/relationships" xmlns:p="http://schemas.openxmlformats.org/presentationml/2006/main">
  <p:tag name="NUM" val="4"/>
</p:tagLst>
</file>

<file path=ppt/tags/tag142.xml><?xml version="1.0" encoding="utf-8"?>
<p:tagLst xmlns:a="http://schemas.openxmlformats.org/drawingml/2006/main" xmlns:r="http://schemas.openxmlformats.org/officeDocument/2006/relationships" xmlns:p="http://schemas.openxmlformats.org/presentationml/2006/main">
  <p:tag name="NUM" val="5"/>
</p:tagLst>
</file>

<file path=ppt/tags/tag143.xml><?xml version="1.0" encoding="utf-8"?>
<p:tagLst xmlns:a="http://schemas.openxmlformats.org/drawingml/2006/main" xmlns:r="http://schemas.openxmlformats.org/officeDocument/2006/relationships" xmlns:p="http://schemas.openxmlformats.org/presentationml/2006/main">
  <p:tag name="NUM" val="6"/>
</p:tagLst>
</file>

<file path=ppt/tags/tag144.xml><?xml version="1.0" encoding="utf-8"?>
<p:tagLst xmlns:a="http://schemas.openxmlformats.org/drawingml/2006/main" xmlns:r="http://schemas.openxmlformats.org/officeDocument/2006/relationships" xmlns:p="http://schemas.openxmlformats.org/presentationml/2006/main">
  <p:tag name="NUM" val="1"/>
</p:tagLst>
</file>

<file path=ppt/tags/tag145.xml><?xml version="1.0" encoding="utf-8"?>
<p:tagLst xmlns:a="http://schemas.openxmlformats.org/drawingml/2006/main" xmlns:r="http://schemas.openxmlformats.org/officeDocument/2006/relationships" xmlns:p="http://schemas.openxmlformats.org/presentationml/2006/main">
  <p:tag name="NUM" val="2"/>
</p:tagLst>
</file>

<file path=ppt/tags/tag146.xml><?xml version="1.0" encoding="utf-8"?>
<p:tagLst xmlns:a="http://schemas.openxmlformats.org/drawingml/2006/main" xmlns:r="http://schemas.openxmlformats.org/officeDocument/2006/relationships" xmlns:p="http://schemas.openxmlformats.org/presentationml/2006/main">
  <p:tag name="NUM" val="3"/>
</p:tagLst>
</file>

<file path=ppt/tags/tag147.xml><?xml version="1.0" encoding="utf-8"?>
<p:tagLst xmlns:a="http://schemas.openxmlformats.org/drawingml/2006/main" xmlns:r="http://schemas.openxmlformats.org/officeDocument/2006/relationships" xmlns:p="http://schemas.openxmlformats.org/presentationml/2006/main">
  <p:tag name="NUM" val="4"/>
</p:tagLst>
</file>

<file path=ppt/tags/tag148.xml><?xml version="1.0" encoding="utf-8"?>
<p:tagLst xmlns:a="http://schemas.openxmlformats.org/drawingml/2006/main" xmlns:r="http://schemas.openxmlformats.org/officeDocument/2006/relationships" xmlns:p="http://schemas.openxmlformats.org/presentationml/2006/main">
  <p:tag name="NUM" val="5"/>
</p:tagLst>
</file>

<file path=ppt/tags/tag149.xml><?xml version="1.0" encoding="utf-8"?>
<p:tagLst xmlns:a="http://schemas.openxmlformats.org/drawingml/2006/main" xmlns:r="http://schemas.openxmlformats.org/officeDocument/2006/relationships" xmlns:p="http://schemas.openxmlformats.org/presentationml/2006/main">
  <p:tag name="NUM" val="1"/>
</p:tagLst>
</file>

<file path=ppt/tags/tag150.xml><?xml version="1.0" encoding="utf-8"?>
<p:tagLst xmlns:a="http://schemas.openxmlformats.org/drawingml/2006/main" xmlns:r="http://schemas.openxmlformats.org/officeDocument/2006/relationships" xmlns:p="http://schemas.openxmlformats.org/presentationml/2006/main">
  <p:tag name="NUM" val="2"/>
</p:tagLst>
</file>

<file path=ppt/tags/tag151.xml><?xml version="1.0" encoding="utf-8"?>
<p:tagLst xmlns:a="http://schemas.openxmlformats.org/drawingml/2006/main" xmlns:r="http://schemas.openxmlformats.org/officeDocument/2006/relationships" xmlns:p="http://schemas.openxmlformats.org/presentationml/2006/main">
  <p:tag name="NUM" val="3"/>
</p:tagLst>
</file>

<file path=ppt/tags/tag152.xml><?xml version="1.0" encoding="utf-8"?>
<p:tagLst xmlns:a="http://schemas.openxmlformats.org/drawingml/2006/main" xmlns:r="http://schemas.openxmlformats.org/officeDocument/2006/relationships" xmlns:p="http://schemas.openxmlformats.org/presentationml/2006/main">
  <p:tag name="NUM" val="4"/>
</p:tagLst>
</file>

<file path=ppt/tags/tag153.xml><?xml version="1.0" encoding="utf-8"?>
<p:tagLst xmlns:a="http://schemas.openxmlformats.org/drawingml/2006/main" xmlns:r="http://schemas.openxmlformats.org/officeDocument/2006/relationships" xmlns:p="http://schemas.openxmlformats.org/presentationml/2006/main">
  <p:tag name="NUM" val="1"/>
</p:tagLst>
</file>

<file path=ppt/tags/tag154.xml><?xml version="1.0" encoding="utf-8"?>
<p:tagLst xmlns:a="http://schemas.openxmlformats.org/drawingml/2006/main" xmlns:r="http://schemas.openxmlformats.org/officeDocument/2006/relationships" xmlns:p="http://schemas.openxmlformats.org/presentationml/2006/main">
  <p:tag name="NUM" val="2"/>
</p:tagLst>
</file>

<file path=ppt/tags/tag155.xml><?xml version="1.0" encoding="utf-8"?>
<p:tagLst xmlns:a="http://schemas.openxmlformats.org/drawingml/2006/main" xmlns:r="http://schemas.openxmlformats.org/officeDocument/2006/relationships" xmlns:p="http://schemas.openxmlformats.org/presentationml/2006/main">
  <p:tag name="NUM" val="3"/>
</p:tagLst>
</file>

<file path=ppt/tags/tag156.xml><?xml version="1.0" encoding="utf-8"?>
<p:tagLst xmlns:a="http://schemas.openxmlformats.org/drawingml/2006/main" xmlns:r="http://schemas.openxmlformats.org/officeDocument/2006/relationships" xmlns:p="http://schemas.openxmlformats.org/presentationml/2006/main">
  <p:tag name="NUM" val="4"/>
</p:tagLst>
</file>

<file path=ppt/tags/tag157.xml><?xml version="1.0" encoding="utf-8"?>
<p:tagLst xmlns:a="http://schemas.openxmlformats.org/drawingml/2006/main" xmlns:r="http://schemas.openxmlformats.org/officeDocument/2006/relationships" xmlns:p="http://schemas.openxmlformats.org/presentationml/2006/main">
  <p:tag name="NUM" val="1"/>
</p:tagLst>
</file>

<file path=ppt/tags/tag158.xml><?xml version="1.0" encoding="utf-8"?>
<p:tagLst xmlns:a="http://schemas.openxmlformats.org/drawingml/2006/main" xmlns:r="http://schemas.openxmlformats.org/officeDocument/2006/relationships" xmlns:p="http://schemas.openxmlformats.org/presentationml/2006/main">
  <p:tag name="NUM" val="2"/>
</p:tagLst>
</file>

<file path=ppt/tags/tag159.xml><?xml version="1.0" encoding="utf-8"?>
<p:tagLst xmlns:a="http://schemas.openxmlformats.org/drawingml/2006/main" xmlns:r="http://schemas.openxmlformats.org/officeDocument/2006/relationships" xmlns:p="http://schemas.openxmlformats.org/presentationml/2006/main">
  <p:tag name="NUM" val="4"/>
</p:tagLst>
</file>

<file path=ppt/tags/tag160.xml><?xml version="1.0" encoding="utf-8"?>
<p:tagLst xmlns:a="http://schemas.openxmlformats.org/drawingml/2006/main" xmlns:r="http://schemas.openxmlformats.org/officeDocument/2006/relationships" xmlns:p="http://schemas.openxmlformats.org/presentationml/2006/main">
  <p:tag name="NUM" val="6"/>
</p:tagLst>
</file>

<file path=ppt/tags/tag161.xml><?xml version="1.0" encoding="utf-8"?>
<p:tagLst xmlns:a="http://schemas.openxmlformats.org/drawingml/2006/main" xmlns:r="http://schemas.openxmlformats.org/officeDocument/2006/relationships" xmlns:p="http://schemas.openxmlformats.org/presentationml/2006/main">
  <p:tag name="NUM" val="7"/>
</p:tagLst>
</file>

<file path=ppt/tags/tag162.xml><?xml version="1.0" encoding="utf-8"?>
<p:tagLst xmlns:a="http://schemas.openxmlformats.org/drawingml/2006/main" xmlns:r="http://schemas.openxmlformats.org/officeDocument/2006/relationships" xmlns:p="http://schemas.openxmlformats.org/presentationml/2006/main">
  <p:tag name="NUM" val="1"/>
</p:tagLst>
</file>

<file path=ppt/tags/tag163.xml><?xml version="1.0" encoding="utf-8"?>
<p:tagLst xmlns:a="http://schemas.openxmlformats.org/drawingml/2006/main" xmlns:r="http://schemas.openxmlformats.org/officeDocument/2006/relationships" xmlns:p="http://schemas.openxmlformats.org/presentationml/2006/main">
  <p:tag name="NUM" val="2"/>
</p:tagLst>
</file>

<file path=ppt/tags/tag164.xml><?xml version="1.0" encoding="utf-8"?>
<p:tagLst xmlns:a="http://schemas.openxmlformats.org/drawingml/2006/main" xmlns:r="http://schemas.openxmlformats.org/officeDocument/2006/relationships" xmlns:p="http://schemas.openxmlformats.org/presentationml/2006/main">
  <p:tag name="NUM" val="3"/>
</p:tagLst>
</file>

<file path=ppt/tags/tag165.xml><?xml version="1.0" encoding="utf-8"?>
<p:tagLst xmlns:a="http://schemas.openxmlformats.org/drawingml/2006/main" xmlns:r="http://schemas.openxmlformats.org/officeDocument/2006/relationships" xmlns:p="http://schemas.openxmlformats.org/presentationml/2006/main">
  <p:tag name="NUM" val="4"/>
</p:tagLst>
</file>

<file path=ppt/tags/tag166.xml><?xml version="1.0" encoding="utf-8"?>
<p:tagLst xmlns:a="http://schemas.openxmlformats.org/drawingml/2006/main" xmlns:r="http://schemas.openxmlformats.org/officeDocument/2006/relationships" xmlns:p="http://schemas.openxmlformats.org/presentationml/2006/main">
  <p:tag name="NUM" val="5"/>
</p:tagLst>
</file>

<file path=ppt/tags/tag167.xml><?xml version="1.0" encoding="utf-8"?>
<p:tagLst xmlns:a="http://schemas.openxmlformats.org/drawingml/2006/main" xmlns:r="http://schemas.openxmlformats.org/officeDocument/2006/relationships" xmlns:p="http://schemas.openxmlformats.org/presentationml/2006/main">
  <p:tag name="NUM" val="1"/>
</p:tagLst>
</file>

<file path=ppt/tags/tag168.xml><?xml version="1.0" encoding="utf-8"?>
<p:tagLst xmlns:a="http://schemas.openxmlformats.org/drawingml/2006/main" xmlns:r="http://schemas.openxmlformats.org/officeDocument/2006/relationships" xmlns:p="http://schemas.openxmlformats.org/presentationml/2006/main">
  <p:tag name="NUM" val="2"/>
</p:tagLst>
</file>

<file path=ppt/tags/tag169.xml><?xml version="1.0" encoding="utf-8"?>
<p:tagLst xmlns:a="http://schemas.openxmlformats.org/drawingml/2006/main" xmlns:r="http://schemas.openxmlformats.org/officeDocument/2006/relationships" xmlns:p="http://schemas.openxmlformats.org/presentationml/2006/main">
  <p:tag name="NUM" val="3"/>
</p:tagLst>
</file>

<file path=ppt/tags/tag170.xml><?xml version="1.0" encoding="utf-8"?>
<p:tagLst xmlns:a="http://schemas.openxmlformats.org/drawingml/2006/main" xmlns:r="http://schemas.openxmlformats.org/officeDocument/2006/relationships" xmlns:p="http://schemas.openxmlformats.org/presentationml/2006/main">
  <p:tag name="NUM" val="4"/>
</p:tagLst>
</file>

<file path=ppt/tags/tag171.xml><?xml version="1.0" encoding="utf-8"?>
<p:tagLst xmlns:a="http://schemas.openxmlformats.org/drawingml/2006/main" xmlns:r="http://schemas.openxmlformats.org/officeDocument/2006/relationships" xmlns:p="http://schemas.openxmlformats.org/presentationml/2006/main">
  <p:tag name="NUM" val="5"/>
</p:tagLst>
</file>

<file path=ppt/tags/tag172.xml><?xml version="1.0" encoding="utf-8"?>
<p:tagLst xmlns:a="http://schemas.openxmlformats.org/drawingml/2006/main" xmlns:r="http://schemas.openxmlformats.org/officeDocument/2006/relationships" xmlns:p="http://schemas.openxmlformats.org/presentationml/2006/main">
  <p:tag name="NUM" val="1"/>
</p:tagLst>
</file>

<file path=ppt/tags/tag173.xml><?xml version="1.0" encoding="utf-8"?>
<p:tagLst xmlns:a="http://schemas.openxmlformats.org/drawingml/2006/main" xmlns:r="http://schemas.openxmlformats.org/officeDocument/2006/relationships" xmlns:p="http://schemas.openxmlformats.org/presentationml/2006/main">
  <p:tag name="NUM" val="2"/>
</p:tagLst>
</file>

<file path=ppt/tags/tag174.xml><?xml version="1.0" encoding="utf-8"?>
<p:tagLst xmlns:a="http://schemas.openxmlformats.org/drawingml/2006/main" xmlns:r="http://schemas.openxmlformats.org/officeDocument/2006/relationships" xmlns:p="http://schemas.openxmlformats.org/presentationml/2006/main">
  <p:tag name="NUM" val="3"/>
</p:tagLst>
</file>

<file path=ppt/tags/tag175.xml><?xml version="1.0" encoding="utf-8"?>
<p:tagLst xmlns:a="http://schemas.openxmlformats.org/drawingml/2006/main" xmlns:r="http://schemas.openxmlformats.org/officeDocument/2006/relationships" xmlns:p="http://schemas.openxmlformats.org/presentationml/2006/main">
  <p:tag name="NUM" val="4"/>
</p:tagLst>
</file>

<file path=ppt/tags/tag176.xml><?xml version="1.0" encoding="utf-8"?>
<p:tagLst xmlns:a="http://schemas.openxmlformats.org/drawingml/2006/main" xmlns:r="http://schemas.openxmlformats.org/officeDocument/2006/relationships" xmlns:p="http://schemas.openxmlformats.org/presentationml/2006/main">
  <p:tag name="NUM" val="1"/>
</p:tagLst>
</file>

<file path=ppt/tags/tag177.xml><?xml version="1.0" encoding="utf-8"?>
<p:tagLst xmlns:a="http://schemas.openxmlformats.org/drawingml/2006/main" xmlns:r="http://schemas.openxmlformats.org/officeDocument/2006/relationships" xmlns:p="http://schemas.openxmlformats.org/presentationml/2006/main">
  <p:tag name="NUM" val="2"/>
</p:tagLst>
</file>

<file path=ppt/tags/tag178.xml><?xml version="1.0" encoding="utf-8"?>
<p:tagLst xmlns:a="http://schemas.openxmlformats.org/drawingml/2006/main" xmlns:r="http://schemas.openxmlformats.org/officeDocument/2006/relationships" xmlns:p="http://schemas.openxmlformats.org/presentationml/2006/main">
  <p:tag name="NUM" val="3"/>
</p:tagLst>
</file>

<file path=ppt/tags/tag179.xml><?xml version="1.0" encoding="utf-8"?>
<p:tagLst xmlns:a="http://schemas.openxmlformats.org/drawingml/2006/main" xmlns:r="http://schemas.openxmlformats.org/officeDocument/2006/relationships" xmlns:p="http://schemas.openxmlformats.org/presentationml/2006/main">
  <p:tag name="NUM" val="4"/>
</p:tagLst>
</file>

<file path=ppt/tags/tag180.xml><?xml version="1.0" encoding="utf-8"?>
<p:tagLst xmlns:a="http://schemas.openxmlformats.org/drawingml/2006/main" xmlns:r="http://schemas.openxmlformats.org/officeDocument/2006/relationships" xmlns:p="http://schemas.openxmlformats.org/presentationml/2006/main">
  <p:tag name="NUM" val="5"/>
</p:tagLst>
</file>

<file path=ppt/tags/tag181.xml><?xml version="1.0" encoding="utf-8"?>
<p:tagLst xmlns:a="http://schemas.openxmlformats.org/drawingml/2006/main" xmlns:r="http://schemas.openxmlformats.org/officeDocument/2006/relationships" xmlns:p="http://schemas.openxmlformats.org/presentationml/2006/main">
  <p:tag name="NUM" val="1"/>
</p:tagLst>
</file>

<file path=ppt/tags/tag182.xml><?xml version="1.0" encoding="utf-8"?>
<p:tagLst xmlns:a="http://schemas.openxmlformats.org/drawingml/2006/main" xmlns:r="http://schemas.openxmlformats.org/officeDocument/2006/relationships" xmlns:p="http://schemas.openxmlformats.org/presentationml/2006/main">
  <p:tag name="NUM" val="3"/>
</p:tagLst>
</file>

<file path=ppt/tags/tag183.xml><?xml version="1.0" encoding="utf-8"?>
<p:tagLst xmlns:a="http://schemas.openxmlformats.org/drawingml/2006/main" xmlns:r="http://schemas.openxmlformats.org/officeDocument/2006/relationships" xmlns:p="http://schemas.openxmlformats.org/presentationml/2006/main">
  <p:tag name="NUM" val="2"/>
</p:tagLst>
</file>

<file path=ppt/tags/tag184.xml><?xml version="1.0" encoding="utf-8"?>
<p:tagLst xmlns:a="http://schemas.openxmlformats.org/drawingml/2006/main" xmlns:r="http://schemas.openxmlformats.org/officeDocument/2006/relationships" xmlns:p="http://schemas.openxmlformats.org/presentationml/2006/main">
  <p:tag name="NUM" val="4"/>
</p:tagLst>
</file>

<file path=ppt/tags/tag185.xml><?xml version="1.0" encoding="utf-8"?>
<p:tagLst xmlns:a="http://schemas.openxmlformats.org/drawingml/2006/main" xmlns:r="http://schemas.openxmlformats.org/officeDocument/2006/relationships" xmlns:p="http://schemas.openxmlformats.org/presentationml/2006/main">
  <p:tag name="NUM" val="5"/>
</p:tagLst>
</file>

<file path=ppt/tags/tag186.xml><?xml version="1.0" encoding="utf-8"?>
<p:tagLst xmlns:a="http://schemas.openxmlformats.org/drawingml/2006/main" xmlns:r="http://schemas.openxmlformats.org/officeDocument/2006/relationships" xmlns:p="http://schemas.openxmlformats.org/presentationml/2006/main">
  <p:tag name="NUM" val="6"/>
</p:tagLst>
</file>

<file path=ppt/tags/tag187.xml><?xml version="1.0" encoding="utf-8"?>
<p:tagLst xmlns:a="http://schemas.openxmlformats.org/drawingml/2006/main" xmlns:r="http://schemas.openxmlformats.org/officeDocument/2006/relationships" xmlns:p="http://schemas.openxmlformats.org/presentationml/2006/main">
  <p:tag name="NUM" val="1"/>
</p:tagLst>
</file>

<file path=ppt/tags/tag188.xml><?xml version="1.0" encoding="utf-8"?>
<p:tagLst xmlns:a="http://schemas.openxmlformats.org/drawingml/2006/main" xmlns:r="http://schemas.openxmlformats.org/officeDocument/2006/relationships" xmlns:p="http://schemas.openxmlformats.org/presentationml/2006/main">
  <p:tag name="NUM" val="2"/>
</p:tagLst>
</file>

<file path=ppt/tags/tag189.xml><?xml version="1.0" encoding="utf-8"?>
<p:tagLst xmlns:a="http://schemas.openxmlformats.org/drawingml/2006/main" xmlns:r="http://schemas.openxmlformats.org/officeDocument/2006/relationships" xmlns:p="http://schemas.openxmlformats.org/presentationml/2006/main">
  <p:tag name="NUM" val="3"/>
</p:tagLst>
</file>

<file path=ppt/tags/tag190.xml><?xml version="1.0" encoding="utf-8"?>
<p:tagLst xmlns:a="http://schemas.openxmlformats.org/drawingml/2006/main" xmlns:r="http://schemas.openxmlformats.org/officeDocument/2006/relationships" xmlns:p="http://schemas.openxmlformats.org/presentationml/2006/main">
  <p:tag name="NUM" val="5"/>
</p:tagLst>
</file>

<file path=ppt/tags/tag191.xml><?xml version="1.0" encoding="utf-8"?>
<p:tagLst xmlns:a="http://schemas.openxmlformats.org/drawingml/2006/main" xmlns:r="http://schemas.openxmlformats.org/officeDocument/2006/relationships" xmlns:p="http://schemas.openxmlformats.org/presentationml/2006/main">
  <p:tag name="NUM" val="1"/>
</p:tagLst>
</file>

<file path=ppt/tags/tag192.xml><?xml version="1.0" encoding="utf-8"?>
<p:tagLst xmlns:a="http://schemas.openxmlformats.org/drawingml/2006/main" xmlns:r="http://schemas.openxmlformats.org/officeDocument/2006/relationships" xmlns:p="http://schemas.openxmlformats.org/presentationml/2006/main">
  <p:tag name="NUM" val="2"/>
</p:tagLst>
</file>

<file path=ppt/tags/tag193.xml><?xml version="1.0" encoding="utf-8"?>
<p:tagLst xmlns:a="http://schemas.openxmlformats.org/drawingml/2006/main" xmlns:r="http://schemas.openxmlformats.org/officeDocument/2006/relationships" xmlns:p="http://schemas.openxmlformats.org/presentationml/2006/main">
  <p:tag name="NUM" val="3"/>
</p:tagLst>
</file>

<file path=ppt/tags/tag194.xml><?xml version="1.0" encoding="utf-8"?>
<p:tagLst xmlns:a="http://schemas.openxmlformats.org/drawingml/2006/main" xmlns:r="http://schemas.openxmlformats.org/officeDocument/2006/relationships" xmlns:p="http://schemas.openxmlformats.org/presentationml/2006/main">
  <p:tag name="NUM" val="4"/>
</p:tagLst>
</file>

<file path=ppt/tags/tag195.xml><?xml version="1.0" encoding="utf-8"?>
<p:tagLst xmlns:a="http://schemas.openxmlformats.org/drawingml/2006/main" xmlns:r="http://schemas.openxmlformats.org/officeDocument/2006/relationships" xmlns:p="http://schemas.openxmlformats.org/presentationml/2006/main">
  <p:tag name="NUM" val="1"/>
</p:tagLst>
</file>

<file path=ppt/tags/tag196.xml><?xml version="1.0" encoding="utf-8"?>
<p:tagLst xmlns:a="http://schemas.openxmlformats.org/drawingml/2006/main" xmlns:r="http://schemas.openxmlformats.org/officeDocument/2006/relationships" xmlns:p="http://schemas.openxmlformats.org/presentationml/2006/main">
  <p:tag name="NUM" val="2"/>
</p:tagLst>
</file>

<file path=ppt/tags/tag197.xml><?xml version="1.0" encoding="utf-8"?>
<p:tagLst xmlns:a="http://schemas.openxmlformats.org/drawingml/2006/main" xmlns:r="http://schemas.openxmlformats.org/officeDocument/2006/relationships" xmlns:p="http://schemas.openxmlformats.org/presentationml/2006/main">
  <p:tag name="NUM" val="3"/>
</p:tagLst>
</file>

<file path=ppt/tags/tag198.xml><?xml version="1.0" encoding="utf-8"?>
<p:tagLst xmlns:a="http://schemas.openxmlformats.org/drawingml/2006/main" xmlns:r="http://schemas.openxmlformats.org/officeDocument/2006/relationships" xmlns:p="http://schemas.openxmlformats.org/presentationml/2006/main">
  <p:tag name="NUM" val="4"/>
</p:tagLst>
</file>

<file path=ppt/tags/tag199.xml><?xml version="1.0" encoding="utf-8"?>
<p:tagLst xmlns:a="http://schemas.openxmlformats.org/drawingml/2006/main" xmlns:r="http://schemas.openxmlformats.org/officeDocument/2006/relationships" xmlns:p="http://schemas.openxmlformats.org/presentationml/2006/main">
  <p:tag name="NUM" val="1"/>
</p:tagLst>
</file>

<file path=ppt/tags/tag200.xml><?xml version="1.0" encoding="utf-8"?>
<p:tagLst xmlns:a="http://schemas.openxmlformats.org/drawingml/2006/main" xmlns:r="http://schemas.openxmlformats.org/officeDocument/2006/relationships" xmlns:p="http://schemas.openxmlformats.org/presentationml/2006/main">
  <p:tag name="NUM" val="2"/>
</p:tagLst>
</file>

<file path=ppt/tags/tag201.xml><?xml version="1.0" encoding="utf-8"?>
<p:tagLst xmlns:a="http://schemas.openxmlformats.org/drawingml/2006/main" xmlns:r="http://schemas.openxmlformats.org/officeDocument/2006/relationships" xmlns:p="http://schemas.openxmlformats.org/presentationml/2006/main">
  <p:tag name="NUM" val="4"/>
</p:tagLst>
</file>

<file path=ppt/tags/tag202.xml><?xml version="1.0" encoding="utf-8"?>
<p:tagLst xmlns:a="http://schemas.openxmlformats.org/drawingml/2006/main" xmlns:r="http://schemas.openxmlformats.org/officeDocument/2006/relationships" xmlns:p="http://schemas.openxmlformats.org/presentationml/2006/main">
  <p:tag name="NUM" val="5"/>
</p:tagLst>
</file>

<file path=ppt/tags/tag203.xml><?xml version="1.0" encoding="utf-8"?>
<p:tagLst xmlns:a="http://schemas.openxmlformats.org/drawingml/2006/main" xmlns:r="http://schemas.openxmlformats.org/officeDocument/2006/relationships" xmlns:p="http://schemas.openxmlformats.org/presentationml/2006/main">
  <p:tag name="NUM" val="5"/>
</p:tagLst>
</file>

<file path=ppt/tags/tag204.xml><?xml version="1.0" encoding="utf-8"?>
<p:tagLst xmlns:a="http://schemas.openxmlformats.org/drawingml/2006/main" xmlns:r="http://schemas.openxmlformats.org/officeDocument/2006/relationships" xmlns:p="http://schemas.openxmlformats.org/presentationml/2006/main">
  <p:tag name="NUM" val="1"/>
</p:tagLst>
</file>

<file path=ppt/tags/tag205.xml><?xml version="1.0" encoding="utf-8"?>
<p:tagLst xmlns:a="http://schemas.openxmlformats.org/drawingml/2006/main" xmlns:r="http://schemas.openxmlformats.org/officeDocument/2006/relationships" xmlns:p="http://schemas.openxmlformats.org/presentationml/2006/main">
  <p:tag name="NUM" val="2"/>
</p:tagLst>
</file>

<file path=ppt/tags/tag206.xml><?xml version="1.0" encoding="utf-8"?>
<p:tagLst xmlns:a="http://schemas.openxmlformats.org/drawingml/2006/main" xmlns:r="http://schemas.openxmlformats.org/officeDocument/2006/relationships" xmlns:p="http://schemas.openxmlformats.org/presentationml/2006/main">
  <p:tag name="NUM" val="4"/>
</p:tagLst>
</file>

<file path=ppt/tags/tag207.xml><?xml version="1.0" encoding="utf-8"?>
<p:tagLst xmlns:a="http://schemas.openxmlformats.org/drawingml/2006/main" xmlns:r="http://schemas.openxmlformats.org/officeDocument/2006/relationships" xmlns:p="http://schemas.openxmlformats.org/presentationml/2006/main">
  <p:tag name="NUM" val="1"/>
</p:tagLst>
</file>

<file path=ppt/tags/tag208.xml><?xml version="1.0" encoding="utf-8"?>
<p:tagLst xmlns:a="http://schemas.openxmlformats.org/drawingml/2006/main" xmlns:r="http://schemas.openxmlformats.org/officeDocument/2006/relationships" xmlns:p="http://schemas.openxmlformats.org/presentationml/2006/main">
  <p:tag name="NUM" val="2"/>
</p:tagLst>
</file>

<file path=ppt/tags/tag209.xml><?xml version="1.0" encoding="utf-8"?>
<p:tagLst xmlns:a="http://schemas.openxmlformats.org/drawingml/2006/main" xmlns:r="http://schemas.openxmlformats.org/officeDocument/2006/relationships" xmlns:p="http://schemas.openxmlformats.org/presentationml/2006/main">
  <p:tag name="NUM" val="3"/>
</p:tagLst>
</file>

<file path=ppt/tags/tag210.xml><?xml version="1.0" encoding="utf-8"?>
<p:tagLst xmlns:a="http://schemas.openxmlformats.org/drawingml/2006/main" xmlns:r="http://schemas.openxmlformats.org/officeDocument/2006/relationships" xmlns:p="http://schemas.openxmlformats.org/presentationml/2006/main">
  <p:tag name="NUM" val="4"/>
</p:tagLst>
</file>

<file path=ppt/tags/tag211.xml><?xml version="1.0" encoding="utf-8"?>
<p:tagLst xmlns:a="http://schemas.openxmlformats.org/drawingml/2006/main" xmlns:r="http://schemas.openxmlformats.org/officeDocument/2006/relationships" xmlns:p="http://schemas.openxmlformats.org/presentationml/2006/main">
  <p:tag name="NUM" val="1"/>
</p:tagLst>
</file>

<file path=ppt/tags/tag212.xml><?xml version="1.0" encoding="utf-8"?>
<p:tagLst xmlns:a="http://schemas.openxmlformats.org/drawingml/2006/main" xmlns:r="http://schemas.openxmlformats.org/officeDocument/2006/relationships" xmlns:p="http://schemas.openxmlformats.org/presentationml/2006/main">
  <p:tag name="NUM" val="2"/>
</p:tagLst>
</file>

<file path=ppt/tags/tag213.xml><?xml version="1.0" encoding="utf-8"?>
<p:tagLst xmlns:a="http://schemas.openxmlformats.org/drawingml/2006/main" xmlns:r="http://schemas.openxmlformats.org/officeDocument/2006/relationships" xmlns:p="http://schemas.openxmlformats.org/presentationml/2006/main">
  <p:tag name="NUM" val="3"/>
</p:tagLst>
</file>

<file path=ppt/tags/tag214.xml><?xml version="1.0" encoding="utf-8"?>
<p:tagLst xmlns:a="http://schemas.openxmlformats.org/drawingml/2006/main" xmlns:r="http://schemas.openxmlformats.org/officeDocument/2006/relationships" xmlns:p="http://schemas.openxmlformats.org/presentationml/2006/main">
  <p:tag name="NUM" val="4"/>
</p:tagLst>
</file>

<file path=ppt/tags/tag215.xml><?xml version="1.0" encoding="utf-8"?>
<p:tagLst xmlns:a="http://schemas.openxmlformats.org/drawingml/2006/main" xmlns:r="http://schemas.openxmlformats.org/officeDocument/2006/relationships" xmlns:p="http://schemas.openxmlformats.org/presentationml/2006/main">
  <p:tag name="NUM" val="1"/>
</p:tagLst>
</file>

<file path=ppt/tags/tag216.xml><?xml version="1.0" encoding="utf-8"?>
<p:tagLst xmlns:a="http://schemas.openxmlformats.org/drawingml/2006/main" xmlns:r="http://schemas.openxmlformats.org/officeDocument/2006/relationships" xmlns:p="http://schemas.openxmlformats.org/presentationml/2006/main">
  <p:tag name="NUM" val="2"/>
</p:tagLst>
</file>

<file path=ppt/tags/tag217.xml><?xml version="1.0" encoding="utf-8"?>
<p:tagLst xmlns:a="http://schemas.openxmlformats.org/drawingml/2006/main" xmlns:r="http://schemas.openxmlformats.org/officeDocument/2006/relationships" xmlns:p="http://schemas.openxmlformats.org/presentationml/2006/main">
  <p:tag name="NUM" val="3"/>
</p:tagLst>
</file>

<file path=ppt/tags/tag218.xml><?xml version="1.0" encoding="utf-8"?>
<p:tagLst xmlns:a="http://schemas.openxmlformats.org/drawingml/2006/main" xmlns:r="http://schemas.openxmlformats.org/officeDocument/2006/relationships" xmlns:p="http://schemas.openxmlformats.org/presentationml/2006/main">
  <p:tag name="NUM" val="4"/>
</p:tagLst>
</file>

<file path=ppt/tags/tag219.xml><?xml version="1.0" encoding="utf-8"?>
<p:tagLst xmlns:a="http://schemas.openxmlformats.org/drawingml/2006/main" xmlns:r="http://schemas.openxmlformats.org/officeDocument/2006/relationships" xmlns:p="http://schemas.openxmlformats.org/presentationml/2006/main">
  <p:tag name="NUM" val="1"/>
</p:tagLst>
</file>

<file path=ppt/tags/tag220.xml><?xml version="1.0" encoding="utf-8"?>
<p:tagLst xmlns:a="http://schemas.openxmlformats.org/drawingml/2006/main" xmlns:r="http://schemas.openxmlformats.org/officeDocument/2006/relationships" xmlns:p="http://schemas.openxmlformats.org/presentationml/2006/main">
  <p:tag name="NUM" val="2"/>
</p:tagLst>
</file>

<file path=ppt/tags/tag221.xml><?xml version="1.0" encoding="utf-8"?>
<p:tagLst xmlns:a="http://schemas.openxmlformats.org/drawingml/2006/main" xmlns:r="http://schemas.openxmlformats.org/officeDocument/2006/relationships" xmlns:p="http://schemas.openxmlformats.org/presentationml/2006/main">
  <p:tag name="NUM" val="4"/>
</p:tagLst>
</file>

<file path=ppt/tags/tag222.xml><?xml version="1.0" encoding="utf-8"?>
<p:tagLst xmlns:a="http://schemas.openxmlformats.org/drawingml/2006/main" xmlns:r="http://schemas.openxmlformats.org/officeDocument/2006/relationships" xmlns:p="http://schemas.openxmlformats.org/presentationml/2006/main">
  <p:tag name="NUM" val="1"/>
</p:tagLst>
</file>

<file path=ppt/tags/tag223.xml><?xml version="1.0" encoding="utf-8"?>
<p:tagLst xmlns:a="http://schemas.openxmlformats.org/drawingml/2006/main" xmlns:r="http://schemas.openxmlformats.org/officeDocument/2006/relationships" xmlns:p="http://schemas.openxmlformats.org/presentationml/2006/main">
  <p:tag name="NUM" val="3"/>
</p:tagLst>
</file>

<file path=ppt/tags/tag224.xml><?xml version="1.0" encoding="utf-8"?>
<p:tagLst xmlns:a="http://schemas.openxmlformats.org/drawingml/2006/main" xmlns:r="http://schemas.openxmlformats.org/officeDocument/2006/relationships" xmlns:p="http://schemas.openxmlformats.org/presentationml/2006/main">
  <p:tag name="NUM" val="4"/>
</p:tagLst>
</file>

<file path=ppt/tags/tag225.xml><?xml version="1.0" encoding="utf-8"?>
<p:tagLst xmlns:a="http://schemas.openxmlformats.org/drawingml/2006/main" xmlns:r="http://schemas.openxmlformats.org/officeDocument/2006/relationships" xmlns:p="http://schemas.openxmlformats.org/presentationml/2006/main">
  <p:tag name="NUM" val="1"/>
</p:tagLst>
</file>

<file path=ppt/tags/tag226.xml><?xml version="1.0" encoding="utf-8"?>
<p:tagLst xmlns:a="http://schemas.openxmlformats.org/drawingml/2006/main" xmlns:r="http://schemas.openxmlformats.org/officeDocument/2006/relationships" xmlns:p="http://schemas.openxmlformats.org/presentationml/2006/main">
  <p:tag name="NUM" val="2"/>
</p:tagLst>
</file>

<file path=ppt/tags/tag227.xml><?xml version="1.0" encoding="utf-8"?>
<p:tagLst xmlns:a="http://schemas.openxmlformats.org/drawingml/2006/main" xmlns:r="http://schemas.openxmlformats.org/officeDocument/2006/relationships" xmlns:p="http://schemas.openxmlformats.org/presentationml/2006/main">
  <p:tag name="NUM" val="3"/>
</p:tagLst>
</file>

<file path=ppt/tags/tag228.xml><?xml version="1.0" encoding="utf-8"?>
<p:tagLst xmlns:a="http://schemas.openxmlformats.org/drawingml/2006/main" xmlns:r="http://schemas.openxmlformats.org/officeDocument/2006/relationships" xmlns:p="http://schemas.openxmlformats.org/presentationml/2006/main">
  <p:tag name="NUM" val="4"/>
</p:tagLst>
</file>

<file path=ppt/tags/tag229.xml><?xml version="1.0" encoding="utf-8"?>
<p:tagLst xmlns:a="http://schemas.openxmlformats.org/drawingml/2006/main" xmlns:r="http://schemas.openxmlformats.org/officeDocument/2006/relationships" xmlns:p="http://schemas.openxmlformats.org/presentationml/2006/main">
  <p:tag name="NUM" val="1"/>
</p:tagLst>
</file>

<file path=ppt/tags/tag230.xml><?xml version="1.0" encoding="utf-8"?>
<p:tagLst xmlns:a="http://schemas.openxmlformats.org/drawingml/2006/main" xmlns:r="http://schemas.openxmlformats.org/officeDocument/2006/relationships" xmlns:p="http://schemas.openxmlformats.org/presentationml/2006/main">
  <p:tag name="NUM" val="2"/>
</p:tagLst>
</file>

<file path=ppt/tags/tag231.xml><?xml version="1.0" encoding="utf-8"?>
<p:tagLst xmlns:a="http://schemas.openxmlformats.org/drawingml/2006/main" xmlns:r="http://schemas.openxmlformats.org/officeDocument/2006/relationships" xmlns:p="http://schemas.openxmlformats.org/presentationml/2006/main">
  <p:tag name="NUM" val="3"/>
</p:tagLst>
</file>

<file path=ppt/tags/tag232.xml><?xml version="1.0" encoding="utf-8"?>
<p:tagLst xmlns:a="http://schemas.openxmlformats.org/drawingml/2006/main" xmlns:r="http://schemas.openxmlformats.org/officeDocument/2006/relationships" xmlns:p="http://schemas.openxmlformats.org/presentationml/2006/main">
  <p:tag name="NUM" val="4"/>
</p:tagLst>
</file>

<file path=ppt/tags/tag233.xml><?xml version="1.0" encoding="utf-8"?>
<p:tagLst xmlns:a="http://schemas.openxmlformats.org/drawingml/2006/main" xmlns:r="http://schemas.openxmlformats.org/officeDocument/2006/relationships" xmlns:p="http://schemas.openxmlformats.org/presentationml/2006/main">
  <p:tag name="NUM" val="1"/>
</p:tagLst>
</file>

<file path=ppt/tags/tag234.xml><?xml version="1.0" encoding="utf-8"?>
<p:tagLst xmlns:a="http://schemas.openxmlformats.org/drawingml/2006/main" xmlns:r="http://schemas.openxmlformats.org/officeDocument/2006/relationships" xmlns:p="http://schemas.openxmlformats.org/presentationml/2006/main">
  <p:tag name="NUM" val="2"/>
</p:tagLst>
</file>

<file path=ppt/tags/tag235.xml><?xml version="1.0" encoding="utf-8"?>
<p:tagLst xmlns:a="http://schemas.openxmlformats.org/drawingml/2006/main" xmlns:r="http://schemas.openxmlformats.org/officeDocument/2006/relationships" xmlns:p="http://schemas.openxmlformats.org/presentationml/2006/main">
  <p:tag name="NUM" val="3"/>
</p:tagLst>
</file>

<file path=ppt/tags/tag236.xml><?xml version="1.0" encoding="utf-8"?>
<p:tagLst xmlns:a="http://schemas.openxmlformats.org/drawingml/2006/main" xmlns:r="http://schemas.openxmlformats.org/officeDocument/2006/relationships" xmlns:p="http://schemas.openxmlformats.org/presentationml/2006/main">
  <p:tag name="NUM" val="4"/>
</p:tagLst>
</file>

<file path=ppt/tags/tag237.xml><?xml version="1.0" encoding="utf-8"?>
<p:tagLst xmlns:a="http://schemas.openxmlformats.org/drawingml/2006/main" xmlns:r="http://schemas.openxmlformats.org/officeDocument/2006/relationships" xmlns:p="http://schemas.openxmlformats.org/presentationml/2006/main">
  <p:tag name="NUM" val="1"/>
</p:tagLst>
</file>

<file path=ppt/tags/tag238.xml><?xml version="1.0" encoding="utf-8"?>
<p:tagLst xmlns:a="http://schemas.openxmlformats.org/drawingml/2006/main" xmlns:r="http://schemas.openxmlformats.org/officeDocument/2006/relationships" xmlns:p="http://schemas.openxmlformats.org/presentationml/2006/main">
  <p:tag name="NUM" val="2"/>
</p:tagLst>
</file>

<file path=ppt/tags/tag239.xml><?xml version="1.0" encoding="utf-8"?>
<p:tagLst xmlns:a="http://schemas.openxmlformats.org/drawingml/2006/main" xmlns:r="http://schemas.openxmlformats.org/officeDocument/2006/relationships" xmlns:p="http://schemas.openxmlformats.org/presentationml/2006/main">
  <p:tag name="NUM" val="3"/>
</p:tagLst>
</file>

<file path=ppt/tags/tag240.xml><?xml version="1.0" encoding="utf-8"?>
<p:tagLst xmlns:a="http://schemas.openxmlformats.org/drawingml/2006/main" xmlns:r="http://schemas.openxmlformats.org/officeDocument/2006/relationships" xmlns:p="http://schemas.openxmlformats.org/presentationml/2006/main">
  <p:tag name="NUM" val="4"/>
</p:tagLst>
</file>

<file path=ppt/tags/tag241.xml><?xml version="1.0" encoding="utf-8"?>
<p:tagLst xmlns:a="http://schemas.openxmlformats.org/drawingml/2006/main" xmlns:r="http://schemas.openxmlformats.org/officeDocument/2006/relationships" xmlns:p="http://schemas.openxmlformats.org/presentationml/2006/main">
  <p:tag name="NUM" val="5"/>
</p:tagLst>
</file>

<file path=ppt/tags/tag242.xml><?xml version="1.0" encoding="utf-8"?>
<p:tagLst xmlns:a="http://schemas.openxmlformats.org/drawingml/2006/main" xmlns:r="http://schemas.openxmlformats.org/officeDocument/2006/relationships" xmlns:p="http://schemas.openxmlformats.org/presentationml/2006/main">
  <p:tag name="NUM" val="1"/>
</p:tagLst>
</file>

<file path=ppt/tags/tag243.xml><?xml version="1.0" encoding="utf-8"?>
<p:tagLst xmlns:a="http://schemas.openxmlformats.org/drawingml/2006/main" xmlns:r="http://schemas.openxmlformats.org/officeDocument/2006/relationships" xmlns:p="http://schemas.openxmlformats.org/presentationml/2006/main">
  <p:tag name="NUM" val="2"/>
</p:tagLst>
</file>

<file path=ppt/tags/tag244.xml><?xml version="1.0" encoding="utf-8"?>
<p:tagLst xmlns:a="http://schemas.openxmlformats.org/drawingml/2006/main" xmlns:r="http://schemas.openxmlformats.org/officeDocument/2006/relationships" xmlns:p="http://schemas.openxmlformats.org/presentationml/2006/main">
  <p:tag name="NUM" val="3"/>
</p:tagLst>
</file>

<file path=ppt/tags/tag245.xml><?xml version="1.0" encoding="utf-8"?>
<p:tagLst xmlns:a="http://schemas.openxmlformats.org/drawingml/2006/main" xmlns:r="http://schemas.openxmlformats.org/officeDocument/2006/relationships" xmlns:p="http://schemas.openxmlformats.org/presentationml/2006/main">
  <p:tag name="NUM" val="5"/>
</p:tagLst>
</file>

<file path=ppt/tags/tag246.xml><?xml version="1.0" encoding="utf-8"?>
<p:tagLst xmlns:a="http://schemas.openxmlformats.org/drawingml/2006/main" xmlns:r="http://schemas.openxmlformats.org/officeDocument/2006/relationships" xmlns:p="http://schemas.openxmlformats.org/presentationml/2006/main">
  <p:tag name="NUM" val="1"/>
</p:tagLst>
</file>

<file path=ppt/tags/tag247.xml><?xml version="1.0" encoding="utf-8"?>
<p:tagLst xmlns:a="http://schemas.openxmlformats.org/drawingml/2006/main" xmlns:r="http://schemas.openxmlformats.org/officeDocument/2006/relationships" xmlns:p="http://schemas.openxmlformats.org/presentationml/2006/main">
  <p:tag name="NUM" val="2"/>
</p:tagLst>
</file>

<file path=ppt/tags/tag248.xml><?xml version="1.0" encoding="utf-8"?>
<p:tagLst xmlns:a="http://schemas.openxmlformats.org/drawingml/2006/main" xmlns:r="http://schemas.openxmlformats.org/officeDocument/2006/relationships" xmlns:p="http://schemas.openxmlformats.org/presentationml/2006/main">
  <p:tag name="NUM" val="3"/>
</p:tagLst>
</file>

<file path=ppt/tags/tag249.xml><?xml version="1.0" encoding="utf-8"?>
<p:tagLst xmlns:a="http://schemas.openxmlformats.org/drawingml/2006/main" xmlns:r="http://schemas.openxmlformats.org/officeDocument/2006/relationships" xmlns:p="http://schemas.openxmlformats.org/presentationml/2006/main">
  <p:tag name="NUM" val="4"/>
</p:tagLst>
</file>

<file path=ppt/tags/tag250.xml><?xml version="1.0" encoding="utf-8"?>
<p:tagLst xmlns:a="http://schemas.openxmlformats.org/drawingml/2006/main" xmlns:r="http://schemas.openxmlformats.org/officeDocument/2006/relationships" xmlns:p="http://schemas.openxmlformats.org/presentationml/2006/main">
  <p:tag name="NUM" val="5"/>
</p:tagLst>
</file>

<file path=ppt/tags/tag251.xml><?xml version="1.0" encoding="utf-8"?>
<p:tagLst xmlns:a="http://schemas.openxmlformats.org/drawingml/2006/main" xmlns:r="http://schemas.openxmlformats.org/officeDocument/2006/relationships" xmlns:p="http://schemas.openxmlformats.org/presentationml/2006/main">
  <p:tag name="NUM" val="1"/>
</p:tagLst>
</file>

<file path=ppt/tags/tag252.xml><?xml version="1.0" encoding="utf-8"?>
<p:tagLst xmlns:a="http://schemas.openxmlformats.org/drawingml/2006/main" xmlns:r="http://schemas.openxmlformats.org/officeDocument/2006/relationships" xmlns:p="http://schemas.openxmlformats.org/presentationml/2006/main">
  <p:tag name="NUM" val="2"/>
</p:tagLst>
</file>

<file path=ppt/tags/tag253.xml><?xml version="1.0" encoding="utf-8"?>
<p:tagLst xmlns:a="http://schemas.openxmlformats.org/drawingml/2006/main" xmlns:r="http://schemas.openxmlformats.org/officeDocument/2006/relationships" xmlns:p="http://schemas.openxmlformats.org/presentationml/2006/main">
  <p:tag name="NUM" val="3"/>
</p:tagLst>
</file>

<file path=ppt/tags/tag254.xml><?xml version="1.0" encoding="utf-8"?>
<p:tagLst xmlns:a="http://schemas.openxmlformats.org/drawingml/2006/main" xmlns:r="http://schemas.openxmlformats.org/officeDocument/2006/relationships" xmlns:p="http://schemas.openxmlformats.org/presentationml/2006/main">
  <p:tag name="NUM" val="4"/>
</p:tagLst>
</file>

<file path=ppt/tags/tag255.xml><?xml version="1.0" encoding="utf-8"?>
<p:tagLst xmlns:a="http://schemas.openxmlformats.org/drawingml/2006/main" xmlns:r="http://schemas.openxmlformats.org/officeDocument/2006/relationships" xmlns:p="http://schemas.openxmlformats.org/presentationml/2006/main">
  <p:tag name="NUM" val="5"/>
</p:tagLst>
</file>

<file path=ppt/tags/tag256.xml><?xml version="1.0" encoding="utf-8"?>
<p:tagLst xmlns:a="http://schemas.openxmlformats.org/drawingml/2006/main" xmlns:r="http://schemas.openxmlformats.org/officeDocument/2006/relationships" xmlns:p="http://schemas.openxmlformats.org/presentationml/2006/main">
  <p:tag name="NUM" val="1"/>
</p:tagLst>
</file>

<file path=ppt/tags/tag257.xml><?xml version="1.0" encoding="utf-8"?>
<p:tagLst xmlns:a="http://schemas.openxmlformats.org/drawingml/2006/main" xmlns:r="http://schemas.openxmlformats.org/officeDocument/2006/relationships" xmlns:p="http://schemas.openxmlformats.org/presentationml/2006/main">
  <p:tag name="NUM" val="2"/>
</p:tagLst>
</file>

<file path=ppt/tags/tag258.xml><?xml version="1.0" encoding="utf-8"?>
<p:tagLst xmlns:a="http://schemas.openxmlformats.org/drawingml/2006/main" xmlns:r="http://schemas.openxmlformats.org/officeDocument/2006/relationships" xmlns:p="http://schemas.openxmlformats.org/presentationml/2006/main">
  <p:tag name="NUM" val="3"/>
</p:tagLst>
</file>

<file path=ppt/tags/tag259.xml><?xml version="1.0" encoding="utf-8"?>
<p:tagLst xmlns:a="http://schemas.openxmlformats.org/drawingml/2006/main" xmlns:r="http://schemas.openxmlformats.org/officeDocument/2006/relationships" xmlns:p="http://schemas.openxmlformats.org/presentationml/2006/main">
  <p:tag name="NUM" val="4"/>
</p:tagLst>
</file>

<file path=ppt/tags/tag260.xml><?xml version="1.0" encoding="utf-8"?>
<p:tagLst xmlns:a="http://schemas.openxmlformats.org/drawingml/2006/main" xmlns:r="http://schemas.openxmlformats.org/officeDocument/2006/relationships" xmlns:p="http://schemas.openxmlformats.org/presentationml/2006/main">
  <p:tag name="NUM" val="1"/>
</p:tagLst>
</file>

<file path=ppt/tags/tag261.xml><?xml version="1.0" encoding="utf-8"?>
<p:tagLst xmlns:a="http://schemas.openxmlformats.org/drawingml/2006/main" xmlns:r="http://schemas.openxmlformats.org/officeDocument/2006/relationships" xmlns:p="http://schemas.openxmlformats.org/presentationml/2006/main">
  <p:tag name="NUM" val="2"/>
</p:tagLst>
</file>

<file path=ppt/tags/tag262.xml><?xml version="1.0" encoding="utf-8"?>
<p:tagLst xmlns:a="http://schemas.openxmlformats.org/drawingml/2006/main" xmlns:r="http://schemas.openxmlformats.org/officeDocument/2006/relationships" xmlns:p="http://schemas.openxmlformats.org/presentationml/2006/main">
  <p:tag name="NUM" val="3"/>
</p:tagLst>
</file>

<file path=ppt/tags/tag263.xml><?xml version="1.0" encoding="utf-8"?>
<p:tagLst xmlns:a="http://schemas.openxmlformats.org/drawingml/2006/main" xmlns:r="http://schemas.openxmlformats.org/officeDocument/2006/relationships" xmlns:p="http://schemas.openxmlformats.org/presentationml/2006/main">
  <p:tag name="NUM" val="4"/>
</p:tagLst>
</file>

<file path=ppt/tags/tag264.xml><?xml version="1.0" encoding="utf-8"?>
<p:tagLst xmlns:a="http://schemas.openxmlformats.org/drawingml/2006/main" xmlns:r="http://schemas.openxmlformats.org/officeDocument/2006/relationships" xmlns:p="http://schemas.openxmlformats.org/presentationml/2006/main">
  <p:tag name="NUM" val="1"/>
</p:tagLst>
</file>

<file path=ppt/tags/tag265.xml><?xml version="1.0" encoding="utf-8"?>
<p:tagLst xmlns:a="http://schemas.openxmlformats.org/drawingml/2006/main" xmlns:r="http://schemas.openxmlformats.org/officeDocument/2006/relationships" xmlns:p="http://schemas.openxmlformats.org/presentationml/2006/main">
  <p:tag name="NUM" val="2"/>
</p:tagLst>
</file>

<file path=ppt/tags/tag266.xml><?xml version="1.0" encoding="utf-8"?>
<p:tagLst xmlns:a="http://schemas.openxmlformats.org/drawingml/2006/main" xmlns:r="http://schemas.openxmlformats.org/officeDocument/2006/relationships" xmlns:p="http://schemas.openxmlformats.org/presentationml/2006/main">
  <p:tag name="NUM" val="3"/>
</p:tagLst>
</file>

<file path=ppt/tags/tag267.xml><?xml version="1.0" encoding="utf-8"?>
<p:tagLst xmlns:a="http://schemas.openxmlformats.org/drawingml/2006/main" xmlns:r="http://schemas.openxmlformats.org/officeDocument/2006/relationships" xmlns:p="http://schemas.openxmlformats.org/presentationml/2006/main">
  <p:tag name="NUM" val="4"/>
</p:tagLst>
</file>

<file path=ppt/tags/tag268.xml><?xml version="1.0" encoding="utf-8"?>
<p:tagLst xmlns:a="http://schemas.openxmlformats.org/drawingml/2006/main" xmlns:r="http://schemas.openxmlformats.org/officeDocument/2006/relationships" xmlns:p="http://schemas.openxmlformats.org/presentationml/2006/main">
  <p:tag name="NUM" val="1"/>
</p:tagLst>
</file>

<file path=ppt/tags/tag269.xml><?xml version="1.0" encoding="utf-8"?>
<p:tagLst xmlns:a="http://schemas.openxmlformats.org/drawingml/2006/main" xmlns:r="http://schemas.openxmlformats.org/officeDocument/2006/relationships" xmlns:p="http://schemas.openxmlformats.org/presentationml/2006/main">
  <p:tag name="NUM" val="2"/>
</p:tagLst>
</file>

<file path=ppt/tags/tag270.xml><?xml version="1.0" encoding="utf-8"?>
<p:tagLst xmlns:a="http://schemas.openxmlformats.org/drawingml/2006/main" xmlns:r="http://schemas.openxmlformats.org/officeDocument/2006/relationships" xmlns:p="http://schemas.openxmlformats.org/presentationml/2006/main">
  <p:tag name="NUM" val="3"/>
</p:tagLst>
</file>

<file path=ppt/tags/tag271.xml><?xml version="1.0" encoding="utf-8"?>
<p:tagLst xmlns:a="http://schemas.openxmlformats.org/drawingml/2006/main" xmlns:r="http://schemas.openxmlformats.org/officeDocument/2006/relationships" xmlns:p="http://schemas.openxmlformats.org/presentationml/2006/main">
  <p:tag name="NUM" val="4"/>
</p:tagLst>
</file>

<file path=ppt/tags/tag272.xml><?xml version="1.0" encoding="utf-8"?>
<p:tagLst xmlns:a="http://schemas.openxmlformats.org/drawingml/2006/main" xmlns:r="http://schemas.openxmlformats.org/officeDocument/2006/relationships" xmlns:p="http://schemas.openxmlformats.org/presentationml/2006/main">
  <p:tag name="NUM" val="1"/>
</p:tagLst>
</file>

<file path=ppt/tags/tag273.xml><?xml version="1.0" encoding="utf-8"?>
<p:tagLst xmlns:a="http://schemas.openxmlformats.org/drawingml/2006/main" xmlns:r="http://schemas.openxmlformats.org/officeDocument/2006/relationships" xmlns:p="http://schemas.openxmlformats.org/presentationml/2006/main">
  <p:tag name="NUM" val="2"/>
</p:tagLst>
</file>

<file path=ppt/tags/tag274.xml><?xml version="1.0" encoding="utf-8"?>
<p:tagLst xmlns:a="http://schemas.openxmlformats.org/drawingml/2006/main" xmlns:r="http://schemas.openxmlformats.org/officeDocument/2006/relationships" xmlns:p="http://schemas.openxmlformats.org/presentationml/2006/main">
  <p:tag name="NUM" val="3"/>
</p:tagLst>
</file>

<file path=ppt/tags/tag275.xml><?xml version="1.0" encoding="utf-8"?>
<p:tagLst xmlns:a="http://schemas.openxmlformats.org/drawingml/2006/main" xmlns:r="http://schemas.openxmlformats.org/officeDocument/2006/relationships" xmlns:p="http://schemas.openxmlformats.org/presentationml/2006/main">
  <p:tag name="NUM" val="4"/>
</p:tagLst>
</file>

<file path=ppt/tags/tag276.xml><?xml version="1.0" encoding="utf-8"?>
<p:tagLst xmlns:a="http://schemas.openxmlformats.org/drawingml/2006/main" xmlns:r="http://schemas.openxmlformats.org/officeDocument/2006/relationships" xmlns:p="http://schemas.openxmlformats.org/presentationml/2006/main">
  <p:tag name="NUM" val="1"/>
</p:tagLst>
</file>

<file path=ppt/tags/tag277.xml><?xml version="1.0" encoding="utf-8"?>
<p:tagLst xmlns:a="http://schemas.openxmlformats.org/drawingml/2006/main" xmlns:r="http://schemas.openxmlformats.org/officeDocument/2006/relationships" xmlns:p="http://schemas.openxmlformats.org/presentationml/2006/main">
  <p:tag name="NUM" val="3"/>
</p:tagLst>
</file>

<file path=ppt/tags/tag278.xml><?xml version="1.0" encoding="utf-8"?>
<p:tagLst xmlns:a="http://schemas.openxmlformats.org/drawingml/2006/main" xmlns:r="http://schemas.openxmlformats.org/officeDocument/2006/relationships" xmlns:p="http://schemas.openxmlformats.org/presentationml/2006/main">
  <p:tag name="NUM" val="4"/>
</p:tagLst>
</file>

<file path=ppt/tags/tag279.xml><?xml version="1.0" encoding="utf-8"?>
<p:tagLst xmlns:a="http://schemas.openxmlformats.org/drawingml/2006/main" xmlns:r="http://schemas.openxmlformats.org/officeDocument/2006/relationships" xmlns:p="http://schemas.openxmlformats.org/presentationml/2006/main">
  <p:tag name="NUM" val="1"/>
</p:tagLst>
</file>

<file path=ppt/tags/tag280.xml><?xml version="1.0" encoding="utf-8"?>
<p:tagLst xmlns:a="http://schemas.openxmlformats.org/drawingml/2006/main" xmlns:r="http://schemas.openxmlformats.org/officeDocument/2006/relationships" xmlns:p="http://schemas.openxmlformats.org/presentationml/2006/main">
  <p:tag name="NUM" val="2"/>
</p:tagLst>
</file>

<file path=ppt/tags/tag281.xml><?xml version="1.0" encoding="utf-8"?>
<p:tagLst xmlns:a="http://schemas.openxmlformats.org/drawingml/2006/main" xmlns:r="http://schemas.openxmlformats.org/officeDocument/2006/relationships" xmlns:p="http://schemas.openxmlformats.org/presentationml/2006/main">
  <p:tag name="NUM" val="3"/>
</p:tagLst>
</file>

<file path=ppt/tags/tag282.xml><?xml version="1.0" encoding="utf-8"?>
<p:tagLst xmlns:a="http://schemas.openxmlformats.org/drawingml/2006/main" xmlns:r="http://schemas.openxmlformats.org/officeDocument/2006/relationships" xmlns:p="http://schemas.openxmlformats.org/presentationml/2006/main">
  <p:tag name="NUM" val="4"/>
</p:tagLst>
</file>

<file path=ppt/tags/tag283.xml><?xml version="1.0" encoding="utf-8"?>
<p:tagLst xmlns:a="http://schemas.openxmlformats.org/drawingml/2006/main" xmlns:r="http://schemas.openxmlformats.org/officeDocument/2006/relationships" xmlns:p="http://schemas.openxmlformats.org/presentationml/2006/main">
  <p:tag name="NUM" val="1"/>
</p:tagLst>
</file>

<file path=ppt/tags/tag284.xml><?xml version="1.0" encoding="utf-8"?>
<p:tagLst xmlns:a="http://schemas.openxmlformats.org/drawingml/2006/main" xmlns:r="http://schemas.openxmlformats.org/officeDocument/2006/relationships" xmlns:p="http://schemas.openxmlformats.org/presentationml/2006/main">
  <p:tag name="NUM" val="2"/>
</p:tagLst>
</file>

<file path=ppt/tags/tag285.xml><?xml version="1.0" encoding="utf-8"?>
<p:tagLst xmlns:a="http://schemas.openxmlformats.org/drawingml/2006/main" xmlns:r="http://schemas.openxmlformats.org/officeDocument/2006/relationships" xmlns:p="http://schemas.openxmlformats.org/presentationml/2006/main">
  <p:tag name="NUM" val="3"/>
</p:tagLst>
</file>

<file path=ppt/tags/tag286.xml><?xml version="1.0" encoding="utf-8"?>
<p:tagLst xmlns:a="http://schemas.openxmlformats.org/drawingml/2006/main" xmlns:r="http://schemas.openxmlformats.org/officeDocument/2006/relationships" xmlns:p="http://schemas.openxmlformats.org/presentationml/2006/main">
  <p:tag name="NUM" val="4"/>
</p:tagLst>
</file>

<file path=ppt/tags/tag287.xml><?xml version="1.0" encoding="utf-8"?>
<p:tagLst xmlns:a="http://schemas.openxmlformats.org/drawingml/2006/main" xmlns:r="http://schemas.openxmlformats.org/officeDocument/2006/relationships" xmlns:p="http://schemas.openxmlformats.org/presentationml/2006/main">
  <p:tag name="NUM" val="1"/>
</p:tagLst>
</file>

<file path=ppt/tags/tag288.xml><?xml version="1.0" encoding="utf-8"?>
<p:tagLst xmlns:a="http://schemas.openxmlformats.org/drawingml/2006/main" xmlns:r="http://schemas.openxmlformats.org/officeDocument/2006/relationships" xmlns:p="http://schemas.openxmlformats.org/presentationml/2006/main">
  <p:tag name="NUM" val="2"/>
</p:tagLst>
</file>

<file path=ppt/tags/tag289.xml><?xml version="1.0" encoding="utf-8"?>
<p:tagLst xmlns:a="http://schemas.openxmlformats.org/drawingml/2006/main" xmlns:r="http://schemas.openxmlformats.org/officeDocument/2006/relationships" xmlns:p="http://schemas.openxmlformats.org/presentationml/2006/main">
  <p:tag name="NUM" val="3"/>
</p:tagLst>
</file>

<file path=ppt/tags/tag290.xml><?xml version="1.0" encoding="utf-8"?>
<p:tagLst xmlns:a="http://schemas.openxmlformats.org/drawingml/2006/main" xmlns:r="http://schemas.openxmlformats.org/officeDocument/2006/relationships" xmlns:p="http://schemas.openxmlformats.org/presentationml/2006/main">
  <p:tag name="NUM" val="4"/>
</p:tagLst>
</file>

<file path=ppt/tags/tag291.xml><?xml version="1.0" encoding="utf-8"?>
<p:tagLst xmlns:a="http://schemas.openxmlformats.org/drawingml/2006/main" xmlns:r="http://schemas.openxmlformats.org/officeDocument/2006/relationships" xmlns:p="http://schemas.openxmlformats.org/presentationml/2006/main">
  <p:tag name="NUM" val="1"/>
</p:tagLst>
</file>

<file path=ppt/tags/tag292.xml><?xml version="1.0" encoding="utf-8"?>
<p:tagLst xmlns:a="http://schemas.openxmlformats.org/drawingml/2006/main" xmlns:r="http://schemas.openxmlformats.org/officeDocument/2006/relationships" xmlns:p="http://schemas.openxmlformats.org/presentationml/2006/main">
  <p:tag name="NUM" val="2"/>
</p:tagLst>
</file>

<file path=ppt/tags/tag293.xml><?xml version="1.0" encoding="utf-8"?>
<p:tagLst xmlns:a="http://schemas.openxmlformats.org/drawingml/2006/main" xmlns:r="http://schemas.openxmlformats.org/officeDocument/2006/relationships" xmlns:p="http://schemas.openxmlformats.org/presentationml/2006/main">
  <p:tag name="NUM" val="3"/>
</p:tagLst>
</file>

<file path=ppt/tags/tag294.xml><?xml version="1.0" encoding="utf-8"?>
<p:tagLst xmlns:a="http://schemas.openxmlformats.org/drawingml/2006/main" xmlns:r="http://schemas.openxmlformats.org/officeDocument/2006/relationships" xmlns:p="http://schemas.openxmlformats.org/presentationml/2006/main">
  <p:tag name="NUM" val="4"/>
</p:tagLst>
</file>

<file path=ppt/tags/tag295.xml><?xml version="1.0" encoding="utf-8"?>
<p:tagLst xmlns:a="http://schemas.openxmlformats.org/drawingml/2006/main" xmlns:r="http://schemas.openxmlformats.org/officeDocument/2006/relationships" xmlns:p="http://schemas.openxmlformats.org/presentationml/2006/main">
  <p:tag name="NUM" val="1"/>
</p:tagLst>
</file>

<file path=ppt/tags/tag296.xml><?xml version="1.0" encoding="utf-8"?>
<p:tagLst xmlns:a="http://schemas.openxmlformats.org/drawingml/2006/main" xmlns:r="http://schemas.openxmlformats.org/officeDocument/2006/relationships" xmlns:p="http://schemas.openxmlformats.org/presentationml/2006/main">
  <p:tag name="NUM" val="2"/>
</p:tagLst>
</file>

<file path=ppt/tags/tag297.xml><?xml version="1.0" encoding="utf-8"?>
<p:tagLst xmlns:a="http://schemas.openxmlformats.org/drawingml/2006/main" xmlns:r="http://schemas.openxmlformats.org/officeDocument/2006/relationships" xmlns:p="http://schemas.openxmlformats.org/presentationml/2006/main">
  <p:tag name="NUM" val="3"/>
</p:tagLst>
</file>

<file path=ppt/tags/tag298.xml><?xml version="1.0" encoding="utf-8"?>
<p:tagLst xmlns:a="http://schemas.openxmlformats.org/drawingml/2006/main" xmlns:r="http://schemas.openxmlformats.org/officeDocument/2006/relationships" xmlns:p="http://schemas.openxmlformats.org/presentationml/2006/main">
  <p:tag name="NUM" val="4"/>
</p:tagLst>
</file>

<file path=ppt/tags/tag299.xml><?xml version="1.0" encoding="utf-8"?>
<p:tagLst xmlns:a="http://schemas.openxmlformats.org/drawingml/2006/main" xmlns:r="http://schemas.openxmlformats.org/officeDocument/2006/relationships" xmlns:p="http://schemas.openxmlformats.org/presentationml/2006/main">
  <p:tag name="NUM" val="1"/>
</p:tagLst>
</file>

<file path=ppt/tags/tag300.xml><?xml version="1.0" encoding="utf-8"?>
<p:tagLst xmlns:a="http://schemas.openxmlformats.org/drawingml/2006/main" xmlns:r="http://schemas.openxmlformats.org/officeDocument/2006/relationships" xmlns:p="http://schemas.openxmlformats.org/presentationml/2006/main">
  <p:tag name="NUM" val="2"/>
</p:tagLst>
</file>

<file path=ppt/tags/tag301.xml><?xml version="1.0" encoding="utf-8"?>
<p:tagLst xmlns:a="http://schemas.openxmlformats.org/drawingml/2006/main" xmlns:r="http://schemas.openxmlformats.org/officeDocument/2006/relationships" xmlns:p="http://schemas.openxmlformats.org/presentationml/2006/main">
  <p:tag name="NUM" val="3"/>
</p:tagLst>
</file>

<file path=ppt/tags/tag302.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PPT_ESDC_Final_EN02">
  <a:themeElements>
    <a:clrScheme name="ESDC_Secondary">
      <a:dk1>
        <a:srgbClr val="000000"/>
      </a:dk1>
      <a:lt1>
        <a:sysClr val="window" lastClr="FFFFFF"/>
      </a:lt1>
      <a:dk2>
        <a:srgbClr val="1F497D"/>
      </a:dk2>
      <a:lt2>
        <a:srgbClr val="9EB8C1"/>
      </a:lt2>
      <a:accent1>
        <a:srgbClr val="5E459C"/>
      </a:accent1>
      <a:accent2>
        <a:srgbClr val="8E469B"/>
      </a:accent2>
      <a:accent3>
        <a:srgbClr val="1B8A8C"/>
      </a:accent3>
      <a:accent4>
        <a:srgbClr val="B1D06B"/>
      </a:accent4>
      <a:accent5>
        <a:srgbClr val="0A5A92"/>
      </a:accent5>
      <a:accent6>
        <a:srgbClr val="67C5D3"/>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4" id="{FECCD28A-9C4B-4B3C-8812-3F2C086ACCD9}" vid="{1053BDF8-6378-4340-8D78-13A7CACB781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Archive xmlns="ace4b0eb-5a71-4509-aca2-a01f77719f67">Current</Archive>
    <Section xmlns="ace4b0eb-5a71-4509-aca2-a01f77719f67">Presentations</Section>
    <Type_x0020_of_x0020_Document xmlns="ace4b0eb-5a71-4509-aca2-a01f77719f67">Presentation</Type_x0020_of_x0020_Document>
    <Language xmlns="ace4b0eb-5a71-4509-aca2-a01f77719f67">English</Language>
    <Document_x0020_Category xmlns="ace4b0eb-5a71-4509-aca2-a01f77719f67" xsi:nil="true"/>
    <_dlc_DocId xmlns="16ae990d-cc4b-4634-8c8f-e8cf67732c6a">QK4V2QTRKY7A-17-1505</_dlc_DocId>
    <_dlc_DocIdUrl xmlns="16ae990d-cc4b-4634-8c8f-e8cf67732c6a">
      <Url>https://dialogue/grp/BU6206833/_layouts/DocIdRedir.aspx?ID=QK4V2QTRKY7A-17-1505</Url>
      <Description>QK4V2QTRKY7A-17-1505</Description>
    </_dlc_DocIdUrl>
    <Email_x005f_x0020_Date xmlns="f76aaf80-9812-406c-9dd3-ccb851cf3a75" xsi:nil="true"/>
    <Email_x005f_x0020_Attachments xmlns="f76aaf80-9812-406c-9dd3-ccb851cf3a75" xsi:nil="true"/>
    <lcf76f155ced4ddcb4097134ff3c332f xmlns="ace4b0eb-5a71-4509-aca2-a01f77719f67">
      <Terms xmlns="http://schemas.microsoft.com/office/infopath/2007/PartnerControls"/>
    </lcf76f155ced4ddcb4097134ff3c332f>
    <Email_x005f_x0020_From xmlns="f76aaf80-9812-406c-9dd3-ccb851cf3a75" xsi:nil="true"/>
    <Email_x005f_x0020_To xmlns="f76aaf80-9812-406c-9dd3-ccb851cf3a75" xsi:nil="true"/>
    <Email_x005f_x0020_Subject xmlns="f76aaf80-9812-406c-9dd3-ccb851cf3a75" xsi:nil="true"/>
    <Email_x005f_x0020_Conversation_x005f_x0020_Topic xmlns="f76aaf80-9812-406c-9dd3-ccb851cf3a75" xsi:nil="true"/>
    <Email_x005f_x0020_CC xmlns="f76aaf80-9812-406c-9dd3-ccb851cf3a75" xsi:nil="true"/>
    <TaxCatchAll xmlns="f76aaf80-9812-406c-9dd3-ccb851cf3a7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996FFD35530A44D99A16E7D38BEB0BA" ma:contentTypeVersion="60" ma:contentTypeDescription="Create a new document." ma:contentTypeScope="" ma:versionID="57b4f7682266734f856d140a491cff15">
  <xsd:schema xmlns:xsd="http://www.w3.org/2001/XMLSchema" xmlns:xs="http://www.w3.org/2001/XMLSchema" xmlns:p="http://schemas.microsoft.com/office/2006/metadata/properties" xmlns:ns2="16ae990d-cc4b-4634-8c8f-e8cf67732c6a" xmlns:ns3="ace4b0eb-5a71-4509-aca2-a01f77719f67" xmlns:ns4="f76aaf80-9812-406c-9dd3-ccb851cf3a75" targetNamespace="http://schemas.microsoft.com/office/2006/metadata/properties" ma:root="true" ma:fieldsID="83b976aa2160c3095338d3d289cdbc84" ns2:_="" ns3:_="" ns4:_="">
    <xsd:import namespace="16ae990d-cc4b-4634-8c8f-e8cf67732c6a"/>
    <xsd:import namespace="ace4b0eb-5a71-4509-aca2-a01f77719f67"/>
    <xsd:import namespace="f76aaf80-9812-406c-9dd3-ccb851cf3a75"/>
    <xsd:element name="properties">
      <xsd:complexType>
        <xsd:sequence>
          <xsd:element name="documentManagement">
            <xsd:complexType>
              <xsd:all>
                <xsd:element ref="ns2:_dlc_DocId" minOccurs="0"/>
                <xsd:element ref="ns2:_dlc_DocIdUrl" minOccurs="0"/>
                <xsd:element ref="ns2:_dlc_DocIdPersistId" minOccurs="0"/>
                <xsd:element ref="ns3:Archive" minOccurs="0"/>
                <xsd:element ref="ns3:Language" minOccurs="0"/>
                <xsd:element ref="ns3:Type_x0020_of_x0020_Document" minOccurs="0"/>
                <xsd:element ref="ns3:Section" minOccurs="0"/>
                <xsd:element ref="ns3:Document_x0020_Category"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lcf76f155ced4ddcb4097134ff3c332f" minOccurs="0"/>
                <xsd:element ref="ns4:TaxCatchAll" minOccurs="0"/>
                <xsd:element ref="ns4:Email_x005f_x0020_To" minOccurs="0"/>
                <xsd:element ref="ns4:Email_x005f_x0020_From" minOccurs="0"/>
                <xsd:element ref="ns4:Email_x005f_x0020_Subject" minOccurs="0"/>
                <xsd:element ref="ns4:Email_x005f_x0020_Conversation_x005f_x0020_Topic" minOccurs="0"/>
                <xsd:element ref="ns4:Email_x005f_x0020_CC" minOccurs="0"/>
                <xsd:element ref="ns4:Email_x005f_x0020_Date" minOccurs="0"/>
                <xsd:element ref="ns4:Email_x005f_x0020_Attachments" minOccurs="0"/>
                <xsd:element ref="ns3:MediaServiceObjectDetectorVersions" minOccurs="0"/>
                <xsd:element ref="ns3:MediaLengthInSecond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ae990d-cc4b-4634-8c8f-e8cf67732c6a"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2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ce4b0eb-5a71-4509-aca2-a01f77719f67" elementFormDefault="qualified">
    <xsd:import namespace="http://schemas.microsoft.com/office/2006/documentManagement/types"/>
    <xsd:import namespace="http://schemas.microsoft.com/office/infopath/2007/PartnerControls"/>
    <xsd:element name="Archive" ma:index="11" nillable="true" ma:displayName="Document Status" ma:default="Current" ma:description="Use the Document Status tag to archive documents no longer referenced. (For use by information owners regarding later disposal/retention.) Default is Current." ma:format="Dropdown" ma:hidden="true" ma:internalName="Archive" ma:readOnly="false">
      <xsd:simpleType>
        <xsd:restriction base="dms:Choice">
          <xsd:enumeration value="Current"/>
          <xsd:enumeration value="Older/Archived"/>
        </xsd:restriction>
      </xsd:simpleType>
    </xsd:element>
    <xsd:element name="Language" ma:index="12" nillable="true" ma:displayName="Language" ma:default="English" ma:description="Choose Language.  The default is English." ma:format="Dropdown" ma:internalName="Language">
      <xsd:simpleType>
        <xsd:restriction base="dms:Choice">
          <xsd:enumeration value="TBD"/>
          <xsd:enumeration value="English"/>
          <xsd:enumeration value="French"/>
          <xsd:enumeration value="Bilingual"/>
          <xsd:enumeration value="unknown"/>
        </xsd:restriction>
      </xsd:simpleType>
    </xsd:element>
    <xsd:element name="Type_x0020_of_x0020_Document" ma:index="13" nillable="true" ma:displayName="Document Type" ma:default="TBD" ma:format="Dropdown" ma:internalName="Type_x0020_of_x0020_Document">
      <xsd:simpleType>
        <xsd:restriction base="dms:Choice">
          <xsd:enumeration value="TBD"/>
          <xsd:enumeration value="Analysis"/>
          <xsd:enumeration value="Briefing Note"/>
          <xsd:enumeration value="Checklist"/>
          <xsd:enumeration value="Guide/Reference"/>
          <xsd:enumeration value="Meeting"/>
          <xsd:enumeration value="Newsletter"/>
          <xsd:enumeration value="Photo"/>
          <xsd:enumeration value="Presentation"/>
          <xsd:enumeration value="Promotion"/>
          <xsd:enumeration value="Report"/>
          <xsd:enumeration value="Schedule"/>
          <xsd:enumeration value="Strategy"/>
          <xsd:enumeration value="Summary"/>
          <xsd:enumeration value="Survey"/>
          <xsd:enumeration value="Template"/>
          <xsd:enumeration value="N/A"/>
        </xsd:restriction>
      </xsd:simpleType>
    </xsd:element>
    <xsd:element name="Section" ma:index="14" nillable="true" ma:displayName="Section" ma:format="Dropdown" ma:internalName="Section">
      <xsd:simpleType>
        <xsd:restriction base="dms:Choice">
          <xsd:enumeration value="Accessibility 101"/>
          <xsd:enumeration value="Accessibility Coaching"/>
          <xsd:enumeration value="Accessibility Toolkit"/>
          <xsd:enumeration value="Activities and Events"/>
          <xsd:enumeration value="Communications"/>
          <xsd:enumeration value="COVID"/>
          <xsd:enumeration value="Intake"/>
          <xsd:enumeration value="iService"/>
          <xsd:enumeration value="Planning"/>
          <xsd:enumeration value="Presentations"/>
          <xsd:enumeration value="Project and Ideas"/>
          <xsd:enumeration value="Promotional Documents"/>
          <xsd:enumeration value="Training and Learning"/>
        </xsd:restriction>
      </xsd:simpleType>
    </xsd:element>
    <xsd:element name="Document_x0020_Category" ma:index="15" nillable="true" ma:displayName="Document Category" ma:hidden="true" ma:list="{8a84491e-cd86-4f3f-9bde-e8192fcb0c48}" ma:internalName="Document_x0020_Category" ma:readOnly="false" ma:showField="Title">
      <xsd:simpleType>
        <xsd:restriction base="dms:Lookup"/>
      </xsd:simpleType>
    </xsd:element>
    <xsd:element name="MediaServiceMetadata" ma:index="16" nillable="true" ma:displayName="MediaServiceMetadata" ma:hidden="true" ma:internalName="MediaServiceMetadata" ma:readOnly="true">
      <xsd:simpleType>
        <xsd:restriction base="dms:Note"/>
      </xsd:simpleType>
    </xsd:element>
    <xsd:element name="MediaServiceFastMetadata" ma:index="17" nillable="true" ma:displayName="MediaServiceFastMetadata" ma:hidden="true" ma:internalName="MediaServiceFastMetadata" ma:readOnly="true">
      <xsd:simpleType>
        <xsd:restriction base="dms:Note"/>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MediaServiceAutoTags" ma:index="21" nillable="true" ma:displayName="Tags" ma:internalName="MediaServiceAutoTag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lcf76f155ced4ddcb4097134ff3c332f" ma:index="28" nillable="true" ma:taxonomy="true" ma:internalName="lcf76f155ced4ddcb4097134ff3c332f" ma:taxonomyFieldName="MediaServiceImageTags" ma:displayName="Image Tags" ma:readOnly="false" ma:fieldId="{5cf76f15-5ced-4ddc-b409-7134ff3c332f}" ma:taxonomyMulti="true" ma:sspId="3fa6f064-5af2-4239-ab23-685642d5954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7" nillable="true" ma:displayName="MediaServiceObjectDetectorVersions" ma:hidden="true" ma:indexed="true" ma:internalName="MediaServiceObjectDetectorVersions" ma:readOnly="true">
      <xsd:simpleType>
        <xsd:restriction base="dms:Text"/>
      </xsd:simpleType>
    </xsd:element>
    <xsd:element name="MediaLengthInSeconds" ma:index="38" nillable="true" ma:displayName="MediaLengthInSeconds" ma:hidden="true" ma:internalName="MediaLengthInSeconds" ma:readOnly="true">
      <xsd:simpleType>
        <xsd:restriction base="dms:Unknown"/>
      </xsd:simpleType>
    </xsd:element>
    <xsd:element name="MediaServiceSearchProperties" ma:index="3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76aaf80-9812-406c-9dd3-ccb851cf3a75" elementFormDefault="qualified">
    <xsd:import namespace="http://schemas.microsoft.com/office/2006/documentManagement/types"/>
    <xsd:import namespace="http://schemas.microsoft.com/office/infopath/2007/PartnerControls"/>
    <xsd:element name="TaxCatchAll" ma:index="29" nillable="true" ma:displayName="Taxonomy Catch All Column" ma:hidden="true" ma:list="{919f05df-14d2-4296-bc8b-444aef0d3ef0}" ma:internalName="TaxCatchAll" ma:showField="CatchAllData" ma:web="16ae990d-cc4b-4634-8c8f-e8cf67732c6a">
      <xsd:complexType>
        <xsd:complexContent>
          <xsd:extension base="dms:MultiChoiceLookup">
            <xsd:sequence>
              <xsd:element name="Value" type="dms:Lookup" maxOccurs="unbounded" minOccurs="0" nillable="true"/>
            </xsd:sequence>
          </xsd:extension>
        </xsd:complexContent>
      </xsd:complexType>
    </xsd:element>
    <xsd:element name="Email_x005f_x0020_To" ma:index="30" nillable="true" ma:displayName="Email To" ma:description="Email To" ma:hidden="true" ma:internalName="Email_x0020_To" ma:readOnly="false">
      <xsd:simpleType>
        <xsd:restriction base="dms:Text">
          <xsd:maxLength value="255"/>
        </xsd:restriction>
      </xsd:simpleType>
    </xsd:element>
    <xsd:element name="Email_x005f_x0020_From" ma:index="31" nillable="true" ma:displayName="Email From" ma:description="Email From" ma:hidden="true" ma:internalName="Email_x0020_From" ma:readOnly="false">
      <xsd:simpleType>
        <xsd:restriction base="dms:Text">
          <xsd:maxLength value="255"/>
        </xsd:restriction>
      </xsd:simpleType>
    </xsd:element>
    <xsd:element name="Email_x005f_x0020_Subject" ma:index="32" nillable="true" ma:displayName="Email Subject" ma:description="Email Subject" ma:hidden="true" ma:internalName="Email_x0020_Subject" ma:readOnly="false">
      <xsd:simpleType>
        <xsd:restriction base="dms:Text">
          <xsd:maxLength value="255"/>
        </xsd:restriction>
      </xsd:simpleType>
    </xsd:element>
    <xsd:element name="Email_x005f_x0020_Conversation_x005f_x0020_Topic" ma:index="33" nillable="true" ma:displayName="Email Conversation Topic" ma:description="Email Conversation Topic" ma:hidden="true" ma:internalName="Email_x0020_Conversation_x0020_Topic" ma:readOnly="false">
      <xsd:simpleType>
        <xsd:restriction base="dms:Text">
          <xsd:maxLength value="255"/>
        </xsd:restriction>
      </xsd:simpleType>
    </xsd:element>
    <xsd:element name="Email_x005f_x0020_CC" ma:index="34" nillable="true" ma:displayName="Email CC" ma:description="Email CC" ma:hidden="true" ma:internalName="Email_x0020_CC" ma:readOnly="false">
      <xsd:simpleType>
        <xsd:restriction base="dms:Text">
          <xsd:maxLength value="255"/>
        </xsd:restriction>
      </xsd:simpleType>
    </xsd:element>
    <xsd:element name="Email_x005f_x0020_Date" ma:index="35" nillable="true" ma:displayName="Email Date" ma:description="Email Date" ma:format="DateOnly" ma:hidden="true" ma:internalName="Email_x0020_Date" ma:readOnly="false">
      <xsd:simpleType>
        <xsd:restriction base="dms:DateTime"/>
      </xsd:simpleType>
    </xsd:element>
    <xsd:element name="Email_x005f_x0020_Attachments" ma:index="36" nillable="true" ma:displayName="Email Attachments" ma:description="Email Attachments" ma:hidden="true" ma:internalName="Email_x0020_Attachments" ma:readOnly="false">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file>

<file path=customXml/itemProps1.xml><?xml version="1.0" encoding="utf-8"?>
<ds:datastoreItem xmlns:ds="http://schemas.openxmlformats.org/officeDocument/2006/customXml" ds:itemID="{964A6F48-B097-4499-8325-F714BDD99500}">
  <ds:schemaRefs>
    <ds:schemaRef ds:uri="http://www.w3.org/XML/1998/namespace"/>
    <ds:schemaRef ds:uri="http://schemas.microsoft.com/office/2006/documentManagement/types"/>
    <ds:schemaRef ds:uri="http://purl.org/dc/elements/1.1/"/>
    <ds:schemaRef ds:uri="http://schemas.microsoft.com/office/infopath/2007/PartnerControls"/>
    <ds:schemaRef ds:uri="http://purl.org/dc/dcmitype/"/>
    <ds:schemaRef ds:uri="http://schemas.openxmlformats.org/package/2006/metadata/core-properties"/>
    <ds:schemaRef ds:uri="http://schemas.microsoft.com/office/2006/metadata/properties"/>
    <ds:schemaRef ds:uri="b604265f-bd31-4bf8-9ddc-2aeba1ed1831"/>
    <ds:schemaRef ds:uri="e9333a8b-cbfc-481d-b961-db367683e9a2"/>
    <ds:schemaRef ds:uri="http://purl.org/dc/terms/"/>
    <ds:schemaRef ds:uri="ace4b0eb-5a71-4509-aca2-a01f77719f67"/>
    <ds:schemaRef ds:uri="16ae990d-cc4b-4634-8c8f-e8cf67732c6a"/>
    <ds:schemaRef ds:uri="f76aaf80-9812-406c-9dd3-ccb851cf3a75"/>
  </ds:schemaRefs>
</ds:datastoreItem>
</file>

<file path=customXml/itemProps2.xml><?xml version="1.0" encoding="utf-8"?>
<ds:datastoreItem xmlns:ds="http://schemas.openxmlformats.org/officeDocument/2006/customXml" ds:itemID="{B0AAC984-BC5B-420B-9BA4-446A14531E2C}">
  <ds:schemaRefs>
    <ds:schemaRef ds:uri="http://schemas.microsoft.com/sharepoint/v3/contenttype/forms"/>
  </ds:schemaRefs>
</ds:datastoreItem>
</file>

<file path=customXml/itemProps3.xml><?xml version="1.0" encoding="utf-8"?>
<ds:datastoreItem xmlns:ds="http://schemas.openxmlformats.org/officeDocument/2006/customXml" ds:itemID="{3D5B7790-0D1E-407B-8A10-01B3ED2C72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ae990d-cc4b-4634-8c8f-e8cf67732c6a"/>
    <ds:schemaRef ds:uri="ace4b0eb-5a71-4509-aca2-a01f77719f67"/>
    <ds:schemaRef ds:uri="f76aaf80-9812-406c-9dd3-ccb851cf3a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7D5C3BBF-38A9-4D3E-9CB5-26BE656961D3}">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Digital Accessibility_DRAFT</Template>
  <TotalTime>33579</TotalTime>
  <Words>4649</Words>
  <Application>Microsoft Office PowerPoint</Application>
  <PresentationFormat>Widescreen</PresentationFormat>
  <Paragraphs>577</Paragraphs>
  <Slides>73</Slides>
  <Notes>66</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73</vt:i4>
      </vt:variant>
    </vt:vector>
  </HeadingPairs>
  <TitlesOfParts>
    <vt:vector size="84" baseType="lpstr">
      <vt:lpstr>Arial</vt:lpstr>
      <vt:lpstr>Arial</vt:lpstr>
      <vt:lpstr>Calibri</vt:lpstr>
      <vt:lpstr>Helvetica</vt:lpstr>
      <vt:lpstr>Lato</vt:lpstr>
      <vt:lpstr>Open Sans</vt:lpstr>
      <vt:lpstr>Trebuchet MS</vt:lpstr>
      <vt:lpstr>Verdana</vt:lpstr>
      <vt:lpstr>Wingdings</vt:lpstr>
      <vt:lpstr>PPT_ESDC_Final_EN02</vt:lpstr>
      <vt:lpstr>Bitmap Image</vt:lpstr>
      <vt:lpstr>Creating Accessible  content using  Microsoft 365</vt:lpstr>
      <vt:lpstr>Land Acknowledgment</vt:lpstr>
      <vt:lpstr>Administrative Information</vt:lpstr>
      <vt:lpstr>Course Objectives</vt:lpstr>
      <vt:lpstr>Agenda</vt:lpstr>
      <vt:lpstr>Global Accessibility Best Practices</vt:lpstr>
      <vt:lpstr>Global Best Practices Section Includes</vt:lpstr>
      <vt:lpstr>Plain Language</vt:lpstr>
      <vt:lpstr>To Learn about Plain Language</vt:lpstr>
      <vt:lpstr>Acronym</vt:lpstr>
      <vt:lpstr>Appearance of Text</vt:lpstr>
      <vt:lpstr>Image</vt:lpstr>
      <vt:lpstr>Alternative Text for Non-text Object</vt:lpstr>
      <vt:lpstr>Writing Alternative Text</vt:lpstr>
      <vt:lpstr>Descriptive Hyperlink </vt:lpstr>
      <vt:lpstr>Edit Hyperlink with a Descriptive Text</vt:lpstr>
      <vt:lpstr>Colour</vt:lpstr>
      <vt:lpstr>Best Practices for emails in Outlook</vt:lpstr>
      <vt:lpstr>Outlook Section Includes</vt:lpstr>
      <vt:lpstr>Write One Language at a Time</vt:lpstr>
      <vt:lpstr>First: Create a Bookmark to Jump to</vt:lpstr>
      <vt:lpstr>Second: Create a Link to the Bookmark</vt:lpstr>
      <vt:lpstr>Accessible Signature Block</vt:lpstr>
      <vt:lpstr>Example of an Accessible Signature Block*</vt:lpstr>
      <vt:lpstr>Language Markup</vt:lpstr>
      <vt:lpstr>Steps to Identify Language</vt:lpstr>
      <vt:lpstr>Also Applies to Outlook</vt:lpstr>
      <vt:lpstr>Hands-on for Outlook</vt:lpstr>
      <vt:lpstr>Best Practices for Word</vt:lpstr>
      <vt:lpstr>Word Section Includes</vt:lpstr>
      <vt:lpstr>Heading and Style</vt:lpstr>
      <vt:lpstr>Why Use Heading and Style?</vt:lpstr>
      <vt:lpstr>Avoid Custom Styles</vt:lpstr>
      <vt:lpstr>Apply Heading Style</vt:lpstr>
      <vt:lpstr>Modify a Style</vt:lpstr>
      <vt:lpstr>Use the Navigation Pane</vt:lpstr>
      <vt:lpstr>Table</vt:lpstr>
      <vt:lpstr>Table Tips</vt:lpstr>
      <vt:lpstr>Example of Tables</vt:lpstr>
      <vt:lpstr>Add Alternative Text to a Table</vt:lpstr>
      <vt:lpstr>Define a Table Header Row</vt:lpstr>
      <vt:lpstr>The Accessibility Checker</vt:lpstr>
      <vt:lpstr>Older Document Format</vt:lpstr>
      <vt:lpstr>Where is the Accessibility Checker? </vt:lpstr>
      <vt:lpstr>Inspection Results </vt:lpstr>
      <vt:lpstr>Reading level of content</vt:lpstr>
      <vt:lpstr>Readability Statistics</vt:lpstr>
      <vt:lpstr>Activate Readability Statistics</vt:lpstr>
      <vt:lpstr>Obtain Readability Statistics</vt:lpstr>
      <vt:lpstr>To Lower the Readability Statistics</vt:lpstr>
      <vt:lpstr>Also Applies to Word</vt:lpstr>
      <vt:lpstr>Hands-on Exercise for Word</vt:lpstr>
      <vt:lpstr>Break Time</vt:lpstr>
      <vt:lpstr>Best Practices for PowerPoint</vt:lpstr>
      <vt:lpstr>PowerPoint Section Includes</vt:lpstr>
      <vt:lpstr>PowerPoint General Tips</vt:lpstr>
      <vt:lpstr>Reading Order Pane</vt:lpstr>
      <vt:lpstr>Display the Reading Order Pane</vt:lpstr>
      <vt:lpstr>Example of Reading Order</vt:lpstr>
      <vt:lpstr>Outline View Pane</vt:lpstr>
      <vt:lpstr>Display Outline View</vt:lpstr>
      <vt:lpstr>Accessible chart</vt:lpstr>
      <vt:lpstr>Example of an Accessible Pie Chart</vt:lpstr>
      <vt:lpstr>Animation and Transition</vt:lpstr>
      <vt:lpstr>Also applies to PowerPoint</vt:lpstr>
      <vt:lpstr>Hands-on exercise for PowerPoint</vt:lpstr>
      <vt:lpstr>Resources</vt:lpstr>
      <vt:lpstr>Resources on accessibility</vt:lpstr>
      <vt:lpstr>Resources on accessibility – part 2</vt:lpstr>
      <vt:lpstr>Resources on accessibility – part 3</vt:lpstr>
      <vt:lpstr>Resources from ITAO</vt:lpstr>
      <vt:lpstr>ITAO Contact Information</vt:lpstr>
      <vt:lpstr>Questions?</vt:lpstr>
    </vt:vector>
  </TitlesOfParts>
  <Company>GC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Accessibility of Documents with Microsoft 365</dc:title>
  <dc:subject>presentation on creating accessible documents</dc:subject>
  <dc:creator>Anne Simard</dc:creator>
  <cp:keywords>ITAO; training; M365</cp:keywords>
  <cp:lastModifiedBy>Anne Simard</cp:lastModifiedBy>
  <cp:revision>840</cp:revision>
  <cp:lastPrinted>2019-01-04T12:58:38Z</cp:lastPrinted>
  <dcterms:created xsi:type="dcterms:W3CDTF">2018-05-09T12:07:24Z</dcterms:created>
  <dcterms:modified xsi:type="dcterms:W3CDTF">2023-12-21T15:42:56Z</dcterms:modified>
  <cp:category>training</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policyId">
    <vt:lpwstr/>
  </property>
  <property fmtid="{D5CDD505-2E9C-101B-9397-08002B2CF9AE}" pid="3" name="ContentTypeId">
    <vt:lpwstr>0x010100C996FFD35530A44D99A16E7D38BEB0BA</vt:lpwstr>
  </property>
  <property fmtid="{D5CDD505-2E9C-101B-9397-08002B2CF9AE}" pid="4" name="ItemRetentionFormula">
    <vt:lpwstr/>
  </property>
  <property fmtid="{D5CDD505-2E9C-101B-9397-08002B2CF9AE}" pid="5" name="WorkflowChangePath">
    <vt:lpwstr>7ab30019-3554-4919-b6f6-c90dc74a1bdf,4;</vt:lpwstr>
  </property>
  <property fmtid="{D5CDD505-2E9C-101B-9397-08002B2CF9AE}" pid="6" name="Order">
    <vt:r8>23100</vt:r8>
  </property>
  <property fmtid="{D5CDD505-2E9C-101B-9397-08002B2CF9AE}" pid="7" name="_dlc_DocIdItemGuid">
    <vt:lpwstr>acd1bad0-b7c2-45c3-b0f3-73abe61e1165</vt:lpwstr>
  </property>
  <property fmtid="{D5CDD505-2E9C-101B-9397-08002B2CF9AE}" pid="8" name="Classification">
    <vt:lpwstr>Unclassified</vt:lpwstr>
  </property>
  <property fmtid="{D5CDD505-2E9C-101B-9397-08002B2CF9AE}" pid="9" name="Fiscal Year">
    <vt:lpwstr>Multi-year</vt:lpwstr>
  </property>
  <property fmtid="{D5CDD505-2E9C-101B-9397-08002B2CF9AE}" pid="10" name="MSIP_Label_0b0f69b2-48a3-41c3-8376-797e288adb4a_Enabled">
    <vt:lpwstr>true</vt:lpwstr>
  </property>
  <property fmtid="{D5CDD505-2E9C-101B-9397-08002B2CF9AE}" pid="11" name="MSIP_Label_0b0f69b2-48a3-41c3-8376-797e288adb4a_SetDate">
    <vt:lpwstr>2023-11-03T13:35:44Z</vt:lpwstr>
  </property>
  <property fmtid="{D5CDD505-2E9C-101B-9397-08002B2CF9AE}" pid="12" name="MSIP_Label_0b0f69b2-48a3-41c3-8376-797e288adb4a_Method">
    <vt:lpwstr>Privileged</vt:lpwstr>
  </property>
  <property fmtid="{D5CDD505-2E9C-101B-9397-08002B2CF9AE}" pid="13" name="MSIP_Label_0b0f69b2-48a3-41c3-8376-797e288adb4a_Name">
    <vt:lpwstr>UNCLASSIFIED</vt:lpwstr>
  </property>
  <property fmtid="{D5CDD505-2E9C-101B-9397-08002B2CF9AE}" pid="14" name="MSIP_Label_0b0f69b2-48a3-41c3-8376-797e288adb4a_SiteId">
    <vt:lpwstr>9ed55846-8a81-4246-acd8-b1a01abfc0d1</vt:lpwstr>
  </property>
  <property fmtid="{D5CDD505-2E9C-101B-9397-08002B2CF9AE}" pid="15" name="MSIP_Label_0b0f69b2-48a3-41c3-8376-797e288adb4a_ActionId">
    <vt:lpwstr>cbb3c910-fccf-41f0-8fc8-77ece63756c6</vt:lpwstr>
  </property>
  <property fmtid="{D5CDD505-2E9C-101B-9397-08002B2CF9AE}" pid="16" name="MSIP_Label_0b0f69b2-48a3-41c3-8376-797e288adb4a_ContentBits">
    <vt:lpwstr>0</vt:lpwstr>
  </property>
  <property fmtid="{D5CDD505-2E9C-101B-9397-08002B2CF9AE}" pid="17" name="MediaServiceImageTags">
    <vt:lpwstr/>
  </property>
</Properties>
</file>