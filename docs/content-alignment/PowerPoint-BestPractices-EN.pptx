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7.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0.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6.xml" ContentType="application/vnd.openxmlformats-officedocument.presentationml.tags+xml"/>
  <Override PartName="/ppt/tags/tag17.xml" ContentType="application/vnd.openxmlformats-officedocument.presentationml.tags+xml"/>
  <Override PartName="/ppt/notesSlides/notesSlide2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77" r:id="rId6"/>
    <p:sldMasterId id="2147483691" r:id="rId7"/>
  </p:sldMasterIdLst>
  <p:notesMasterIdLst>
    <p:notesMasterId r:id="rId37"/>
  </p:notesMasterIdLst>
  <p:sldIdLst>
    <p:sldId id="372" r:id="rId8"/>
    <p:sldId id="380" r:id="rId9"/>
    <p:sldId id="382" r:id="rId10"/>
    <p:sldId id="409" r:id="rId11"/>
    <p:sldId id="415" r:id="rId12"/>
    <p:sldId id="426" r:id="rId13"/>
    <p:sldId id="405" r:id="rId14"/>
    <p:sldId id="442" r:id="rId15"/>
    <p:sldId id="440" r:id="rId16"/>
    <p:sldId id="429" r:id="rId17"/>
    <p:sldId id="425" r:id="rId18"/>
    <p:sldId id="403" r:id="rId19"/>
    <p:sldId id="436" r:id="rId20"/>
    <p:sldId id="422" r:id="rId21"/>
    <p:sldId id="468" r:id="rId22"/>
    <p:sldId id="469" r:id="rId23"/>
    <p:sldId id="402" r:id="rId24"/>
    <p:sldId id="439" r:id="rId25"/>
    <p:sldId id="413" r:id="rId26"/>
    <p:sldId id="464" r:id="rId27"/>
    <p:sldId id="465" r:id="rId28"/>
    <p:sldId id="408" r:id="rId29"/>
    <p:sldId id="302" r:id="rId30"/>
    <p:sldId id="430" r:id="rId31"/>
    <p:sldId id="441" r:id="rId32"/>
    <p:sldId id="445" r:id="rId33"/>
    <p:sldId id="463" r:id="rId34"/>
    <p:sldId id="391" r:id="rId35"/>
    <p:sldId id="36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895304-6F0D-424E-AD12-0C10BF02D95F}">
          <p14:sldIdLst>
            <p14:sldId id="372"/>
            <p14:sldId id="380"/>
          </p14:sldIdLst>
        </p14:section>
        <p14:section name="Main Content" id="{511D6EE1-8B9B-4BFB-A738-B1F1D1ED4419}">
          <p14:sldIdLst>
            <p14:sldId id="382"/>
            <p14:sldId id="409"/>
            <p14:sldId id="415"/>
            <p14:sldId id="426"/>
            <p14:sldId id="405"/>
            <p14:sldId id="442"/>
            <p14:sldId id="440"/>
            <p14:sldId id="429"/>
            <p14:sldId id="425"/>
            <p14:sldId id="403"/>
            <p14:sldId id="436"/>
            <p14:sldId id="422"/>
            <p14:sldId id="468"/>
            <p14:sldId id="469"/>
            <p14:sldId id="402"/>
            <p14:sldId id="439"/>
            <p14:sldId id="413"/>
            <p14:sldId id="464"/>
            <p14:sldId id="465"/>
            <p14:sldId id="408"/>
            <p14:sldId id="302"/>
            <p14:sldId id="430"/>
            <p14:sldId id="441"/>
            <p14:sldId id="445"/>
            <p14:sldId id="463"/>
          </p14:sldIdLst>
        </p14:section>
        <p14:section name="Conclusion" id="{249C82B2-6655-4C6F-97F4-FF9172E94050}">
          <p14:sldIdLst>
            <p14:sldId id="391"/>
            <p14:sldId id="3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2D3EB22-7D9D-A5B6-184D-4C566FD3F96F}" name="Bowden, Larry LA [NC]" initials="LB" userId="S::larry.bowden@hrsdc-rhdcc.gc.ca::fd9108ba-7739-4c68-80f7-f9bd2d2dd6e0" providerId="AD"/>
  <p188:author id="{F87EBE9B-5970-957E-FFAA-A259D527E666}" name="Teixeira, Cathy C [NC]" initials="CT" userId="S::cathy.teixeira@hrsdc-rhdcc.gc.ca::6838d84d-f5d0-40b6-9a62-ef0a781fb22b" providerId="AD"/>
  <p188:author id="{D7510F9C-62B6-99B0-AD51-ECE3784EDEFC}" name="Lauzon, Kelly-Anne KA [NC]" initials="KL" userId="S::kellyanne.lauzon@hrsdc-rhdcc.gc.ca::7aef1d40-5978-47ef-814a-4f29919efe29" providerId="AD"/>
  <p188:author id="{8324B9A7-1926-E616-EF16-6DCC8E7D49C4}" name="Middleton, Victoria V [NC]" initials="VM" userId="S::victoria.middleton@hrsdc-rhdcc.gc.ca::22f21fdf-f06b-4733-8c9c-c01a61d7314c" providerId="AD"/>
  <p188:author id="{EC5ED9BF-C0C8-7F19-9387-AAFE529CB18C}" name="van den Hoogen, Alexis A [NC]" initials="Av" userId="S::alexis.vandenhoogen@hrsdc-rhdcc.gc.ca::0e6b4f92-49d1-4f5f-9d44-7c60038334b3" providerId="AD"/>
  <p188:author id="{8485FFDA-DBE5-EEC1-1092-42CEB58937B6}" name="King, Christopher CA [NC]" initials="CK" userId="S::christopher.king@hrsdc-rhdcc.gc.ca::1cbb39f6-f639-4e50-9875-b2d9035f687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A20000"/>
    <a:srgbClr val="B40000"/>
    <a:srgbClr val="F5B09D"/>
    <a:srgbClr val="F1896E"/>
    <a:srgbClr val="F5A9AB"/>
    <a:srgbClr val="F18487"/>
    <a:srgbClr val="CCE7E2"/>
    <a:srgbClr val="01A4B5"/>
    <a:srgbClr val="018B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F6BFEE-7AC3-4C70-85E0-B80CFF7A6D49}" v="1" dt="2025-08-11T13:30:15.478"/>
    <p1510:client id="{BADFF599-7A5B-4DB0-96B3-4ECE362A62B0}" v="2" dt="2025-08-12T14:16:25.5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73" autoAdjust="0"/>
  </p:normalViewPr>
  <p:slideViewPr>
    <p:cSldViewPr snapToGrid="0">
      <p:cViewPr varScale="1">
        <p:scale>
          <a:sx n="101" d="100"/>
          <a:sy n="101" d="100"/>
        </p:scale>
        <p:origin x="876" y="10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viewProps" Target="viewProps.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5/10/relationships/revisionInfo" Target="revisionInfo.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microsoft.com/office/2018/10/relationships/authors" Target="author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CA" sz="2800" b="1">
                <a:solidFill>
                  <a:schemeClr val="tx1"/>
                </a:solidFill>
              </a:rPr>
              <a:t>Chart Title</a:t>
            </a:r>
          </a:p>
        </c:rich>
      </c:tx>
      <c:layout>
        <c:manualLayout>
          <c:xMode val="edge"/>
          <c:yMode val="edge"/>
          <c:x val="1.3032135191759189E-2"/>
          <c:y val="3.3900786537584521E-2"/>
        </c:manualLayout>
      </c:layout>
      <c:overlay val="0"/>
      <c:spPr>
        <a:noFill/>
        <a:ln w="15875">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explosion val="1"/>
            <c:spPr>
              <a:pattFill prst="ltHorz">
                <a:fgClr>
                  <a:schemeClr val="accent1">
                    <a:lumMod val="50000"/>
                  </a:schemeClr>
                </a:fgClr>
                <a:bgClr>
                  <a:schemeClr val="bg1"/>
                </a:bgClr>
              </a:pattFill>
              <a:ln w="25400">
                <a:solidFill>
                  <a:srgbClr val="214820"/>
                </a:solidFill>
              </a:ln>
              <a:effectLst/>
            </c:spPr>
            <c:extLst>
              <c:ext xmlns:c16="http://schemas.microsoft.com/office/drawing/2014/chart" uri="{C3380CC4-5D6E-409C-BE32-E72D297353CC}">
                <c16:uniqueId val="{00000004-2D3D-4931-8FAB-F9791C973DA5}"/>
              </c:ext>
            </c:extLst>
          </c:dPt>
          <c:dPt>
            <c:idx val="1"/>
            <c:bubble3D val="0"/>
            <c:explosion val="5"/>
            <c:spPr>
              <a:pattFill prst="shingle">
                <a:fgClr>
                  <a:srgbClr val="9E0000"/>
                </a:fgClr>
                <a:bgClr>
                  <a:schemeClr val="bg1"/>
                </a:bgClr>
              </a:pattFill>
              <a:ln w="19050">
                <a:solidFill>
                  <a:srgbClr val="9E0000"/>
                </a:solidFill>
              </a:ln>
              <a:effectLst/>
            </c:spPr>
            <c:extLst>
              <c:ext xmlns:c16="http://schemas.microsoft.com/office/drawing/2014/chart" uri="{C3380CC4-5D6E-409C-BE32-E72D297353CC}">
                <c16:uniqueId val="{00000001-2D3D-4931-8FAB-F9791C973DA5}"/>
              </c:ext>
            </c:extLst>
          </c:dPt>
          <c:dPt>
            <c:idx val="2"/>
            <c:bubble3D val="0"/>
            <c:explosion val="7"/>
            <c:spPr>
              <a:pattFill prst="lgCheck">
                <a:fgClr>
                  <a:schemeClr val="accent6">
                    <a:lumMod val="20000"/>
                    <a:lumOff val="80000"/>
                  </a:schemeClr>
                </a:fgClr>
                <a:bgClr>
                  <a:schemeClr val="tx1"/>
                </a:bgClr>
              </a:pattFill>
              <a:ln w="19050">
                <a:solidFill>
                  <a:schemeClr val="accent6">
                    <a:lumMod val="50000"/>
                  </a:schemeClr>
                </a:solidFill>
              </a:ln>
              <a:effectLst/>
            </c:spPr>
            <c:extLst>
              <c:ext xmlns:c16="http://schemas.microsoft.com/office/drawing/2014/chart" uri="{C3380CC4-5D6E-409C-BE32-E72D297353CC}">
                <c16:uniqueId val="{00000003-2D3D-4931-8FAB-F9791C973DA5}"/>
              </c:ext>
            </c:extLst>
          </c:dPt>
          <c:dPt>
            <c:idx val="3"/>
            <c:bubble3D val="0"/>
            <c:explosion val="6"/>
            <c:spPr>
              <a:solidFill>
                <a:srgbClr val="C9E4FF"/>
              </a:solidFill>
              <a:ln w="28575">
                <a:solidFill>
                  <a:schemeClr val="tx1"/>
                </a:solidFill>
              </a:ln>
              <a:effectLst/>
            </c:spPr>
            <c:extLst>
              <c:ext xmlns:c16="http://schemas.microsoft.com/office/drawing/2014/chart" uri="{C3380CC4-5D6E-409C-BE32-E72D297353CC}">
                <c16:uniqueId val="{00000002-2D3D-4931-8FAB-F9791C973DA5}"/>
              </c:ext>
            </c:extLst>
          </c:dPt>
          <c:dLbls>
            <c:dLbl>
              <c:idx val="3"/>
              <c:layout>
                <c:manualLayout>
                  <c:x val="2.918912495944784E-3"/>
                  <c:y val="5.1408949286083283E-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D3D-4931-8FAB-F9791C973DA5}"/>
                </c:ext>
              </c:extLst>
            </c:dLbl>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First Quarter</c:v>
                </c:pt>
                <c:pt idx="1">
                  <c:v>Second Quarter</c:v>
                </c:pt>
                <c:pt idx="2">
                  <c:v>Third Quarter</c:v>
                </c:pt>
                <c:pt idx="3">
                  <c:v>Fourth Quarter</c:v>
                </c:pt>
              </c:strCache>
            </c:strRef>
          </c:cat>
          <c:val>
            <c:numRef>
              <c:f>Sheet1!$B$2:$B$5</c:f>
              <c:numCache>
                <c:formatCode>General</c:formatCode>
                <c:ptCount val="4"/>
                <c:pt idx="0">
                  <c:v>6.5</c:v>
                </c:pt>
                <c:pt idx="1">
                  <c:v>3.2</c:v>
                </c:pt>
                <c:pt idx="2">
                  <c:v>1.4</c:v>
                </c:pt>
                <c:pt idx="3">
                  <c:v>1.2</c:v>
                </c:pt>
              </c:numCache>
            </c:numRef>
          </c:val>
          <c:extLst>
            <c:ext xmlns:c16="http://schemas.microsoft.com/office/drawing/2014/chart" uri="{C3380CC4-5D6E-409C-BE32-E72D297353CC}">
              <c16:uniqueId val="{00000000-2D3D-4931-8FAB-F9791C973DA5}"/>
            </c:ext>
          </c:extLst>
        </c:ser>
        <c:dLbls>
          <c:showLegendKey val="0"/>
          <c:showVal val="0"/>
          <c:showCatName val="0"/>
          <c:showSerName val="0"/>
          <c:showPercent val="0"/>
          <c:showBubbleSize val="0"/>
          <c:showLeaderLines val="1"/>
        </c:dLbls>
        <c:firstSliceAng val="0"/>
      </c:pieChart>
      <c:spPr>
        <a:noFill/>
        <a:ln>
          <a:noFill/>
        </a:ln>
        <a:effectLst/>
      </c:spPr>
    </c:plotArea>
    <c:legend>
      <c:legendPos val="l"/>
      <c:layout>
        <c:manualLayout>
          <c:xMode val="edge"/>
          <c:yMode val="edge"/>
          <c:x val="0.12461423926566048"/>
          <c:y val="0.23199765725078672"/>
          <c:w val="0.2877211183764507"/>
          <c:h val="0.73559161407621443"/>
        </c:manualLayout>
      </c:layout>
      <c:overlay val="0"/>
      <c:spPr>
        <a:noFill/>
        <a:ln>
          <a:noFill/>
        </a:ln>
        <a:effectLst/>
      </c:spPr>
      <c:txPr>
        <a:bodyPr rot="0" spcFirstLastPara="1" vertOverflow="ellipsis" vert="horz" wrap="square" anchor="ctr" anchorCtr="1"/>
        <a:lstStyle/>
        <a:p>
          <a:pPr>
            <a:lnSpc>
              <a:spcPct val="150000"/>
            </a:lnSpc>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C8B67E-7886-4F9A-B7AC-72363CB9B2D8}" type="datetimeFigureOut">
              <a:rPr lang="en-CA" smtClean="0"/>
              <a:t>2025-08-12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FD91FE-BECC-4038-B507-6CDDCA7E97D2}" type="slidenum">
              <a:rPr lang="en-CA" smtClean="0"/>
              <a:t>‹#›</a:t>
            </a:fld>
            <a:endParaRPr lang="en-CA"/>
          </a:p>
        </p:txBody>
      </p:sp>
    </p:spTree>
    <p:extLst>
      <p:ext uri="{BB962C8B-B14F-4D97-AF65-F5344CB8AC3E}">
        <p14:creationId xmlns:p14="http://schemas.microsoft.com/office/powerpoint/2010/main" val="1727874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ED627E-E441-48C6-8F3A-321C1AA05155}"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9706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1035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8364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0787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0787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a:solidFill>
                <a:schemeClr val="tx1"/>
              </a:solidFill>
              <a:latin typeface="+mn-lt"/>
              <a:ea typeface="+mn-ea"/>
              <a:cs typeface="+mn-cs"/>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9903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907A1-7E49-6468-2590-3D5CA62DEDE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73DCAF-B656-6D4F-97D5-396B49322D9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CC53AD2-6AB4-8326-BA11-2258324123C0}"/>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36D33647-C224-CEE4-20C4-04D38F9F4F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1412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E4D46-72A0-6409-FE67-C2624096075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C6920F-025A-983F-D4DF-E7B49F0D0D2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8833CD2-5BD8-E07F-48D8-603E351FE52F}"/>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D0B4FD2D-2B57-338B-A7BB-2016B9D759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0293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a:solidFill>
                <a:schemeClr val="tx1"/>
              </a:solidFill>
              <a:latin typeface="+mn-lt"/>
              <a:ea typeface="+mn-ea"/>
              <a:cs typeface="+mn-cs"/>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5756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a:solidFill>
                <a:schemeClr val="tx1"/>
              </a:solidFill>
              <a:latin typeface="+mn-lt"/>
              <a:ea typeface="+mn-ea"/>
              <a:cs typeface="+mn-cs"/>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9826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a:solidFill>
                <a:schemeClr val="tx1"/>
              </a:solidFill>
              <a:latin typeface="+mn-lt"/>
              <a:ea typeface="+mn-ea"/>
              <a:cs typeface="+mn-cs"/>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8352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3706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4607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EA63-2803-C3FD-AA07-5C0FB41E7F1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E49EA2-40BD-844B-8727-D9BF8EC11D8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DF7DC1E-AA8A-DEDA-ECBE-7A36426C2C00}"/>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C80BFBE2-535D-592D-A1D3-7B5ED162F3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8533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BF66D-9742-DE9E-B386-00BB11655B9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E8A6EF8-7141-0C0D-05C4-C99E2CC11AE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506E15E-606A-48DF-B130-8384AF629A92}"/>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71B3432F-9EFE-9FCD-E274-32520024F2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3505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52101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50561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E406D-A161-8E7B-0701-C097CB74072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04BD3CA-F46E-3EFE-E89C-9C21C6FCB5A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3AECD76-B2A3-EEF1-7393-95FE864FED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a:p>
        </p:txBody>
      </p:sp>
      <p:sp>
        <p:nvSpPr>
          <p:cNvPr id="4" name="Espace réservé du numéro de diapositive 3">
            <a:extLst>
              <a:ext uri="{FF2B5EF4-FFF2-40B4-BE49-F238E27FC236}">
                <a16:creationId xmlns:a16="http://schemas.microsoft.com/office/drawing/2014/main" id="{F79C62F7-5FC0-0395-59F5-849FA66028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1982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a:solidFill>
                <a:schemeClr val="tx1"/>
              </a:solidFill>
              <a:latin typeface="+mn-lt"/>
              <a:ea typeface="+mn-ea"/>
              <a:cs typeface="+mn-cs"/>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9826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CA" baseline="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D8B1A-5049-5C4B-AFE6-32830630CA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41956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8AF25-A7F5-F3A2-2F0D-A84F81473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4B353-E3BF-8F0D-277E-7D831533EF4D}"/>
              </a:ext>
            </a:extLst>
          </p:cNvPr>
          <p:cNvSpPr>
            <a:spLocks noGrp="1" noRot="1" noChangeAspect="1"/>
          </p:cNvSpPr>
          <p:nvPr>
            <p:ph type="sldImg"/>
          </p:nvPr>
        </p:nvSpPr>
        <p:spPr>
          <a:xfrm>
            <a:off x="409575" y="698500"/>
            <a:ext cx="6203950" cy="3490913"/>
          </a:xfrm>
        </p:spPr>
      </p:sp>
      <p:sp>
        <p:nvSpPr>
          <p:cNvPr id="3" name="Notes Placeholder 2">
            <a:extLst>
              <a:ext uri="{FF2B5EF4-FFF2-40B4-BE49-F238E27FC236}">
                <a16:creationId xmlns:a16="http://schemas.microsoft.com/office/drawing/2014/main" id="{501B969D-15B7-C638-9A17-B15D7963E881}"/>
              </a:ext>
            </a:extLst>
          </p:cNvPr>
          <p:cNvSpPr>
            <a:spLocks noGrp="1"/>
          </p:cNvSpPr>
          <p:nvPr>
            <p:ph type="body" idx="1"/>
          </p:nvPr>
        </p:nvSpPr>
        <p:spPr/>
        <p:txBody>
          <a:bodyPr/>
          <a:lstStyle/>
          <a:p>
            <a:endParaRPr lang="en-CA" baseline="0"/>
          </a:p>
        </p:txBody>
      </p:sp>
      <p:sp>
        <p:nvSpPr>
          <p:cNvPr id="4" name="Slide Number Placeholder 3">
            <a:extLst>
              <a:ext uri="{FF2B5EF4-FFF2-40B4-BE49-F238E27FC236}">
                <a16:creationId xmlns:a16="http://schemas.microsoft.com/office/drawing/2014/main" id="{D71A0DD9-7FAD-2B8D-E479-1282F1EF06A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D8B1A-5049-5C4B-AFE6-32830630CA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79147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233F9-148D-EC92-7C63-E12D4224E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EFCE61-FFEA-F924-BDEB-EF7FFB533129}"/>
              </a:ext>
            </a:extLst>
          </p:cNvPr>
          <p:cNvSpPr>
            <a:spLocks noGrp="1" noRot="1" noChangeAspect="1"/>
          </p:cNvSpPr>
          <p:nvPr>
            <p:ph type="sldImg"/>
          </p:nvPr>
        </p:nvSpPr>
        <p:spPr>
          <a:xfrm>
            <a:off x="409575" y="698500"/>
            <a:ext cx="6203950" cy="3490913"/>
          </a:xfrm>
        </p:spPr>
      </p:sp>
      <p:sp>
        <p:nvSpPr>
          <p:cNvPr id="3" name="Notes Placeholder 2">
            <a:extLst>
              <a:ext uri="{FF2B5EF4-FFF2-40B4-BE49-F238E27FC236}">
                <a16:creationId xmlns:a16="http://schemas.microsoft.com/office/drawing/2014/main" id="{4DB1D4F6-696D-6297-E9D1-9135660344E5}"/>
              </a:ext>
            </a:extLst>
          </p:cNvPr>
          <p:cNvSpPr>
            <a:spLocks noGrp="1"/>
          </p:cNvSpPr>
          <p:nvPr>
            <p:ph type="body" idx="1"/>
          </p:nvPr>
        </p:nvSpPr>
        <p:spPr/>
        <p:txBody>
          <a:bodyPr/>
          <a:lstStyle/>
          <a:p>
            <a:endParaRPr lang="en-CA" baseline="0"/>
          </a:p>
        </p:txBody>
      </p:sp>
      <p:sp>
        <p:nvSpPr>
          <p:cNvPr id="4" name="Slide Number Placeholder 3">
            <a:extLst>
              <a:ext uri="{FF2B5EF4-FFF2-40B4-BE49-F238E27FC236}">
                <a16:creationId xmlns:a16="http://schemas.microsoft.com/office/drawing/2014/main" id="{D5D93C7F-A8A8-CFBE-7754-CB7AA1BE50A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D8B1A-5049-5C4B-AFE6-32830630CA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2699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D4919-6B3B-0C5B-B935-C64080EAB2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07C6D-16B0-2E27-90C8-3004231032E9}"/>
              </a:ext>
            </a:extLst>
          </p:cNvPr>
          <p:cNvSpPr>
            <a:spLocks noGrp="1" noRot="1" noChangeAspect="1"/>
          </p:cNvSpPr>
          <p:nvPr>
            <p:ph type="sldImg"/>
          </p:nvPr>
        </p:nvSpPr>
        <p:spPr>
          <a:xfrm>
            <a:off x="409575" y="698500"/>
            <a:ext cx="6203950" cy="3490913"/>
          </a:xfrm>
        </p:spPr>
      </p:sp>
      <p:sp>
        <p:nvSpPr>
          <p:cNvPr id="3" name="Notes Placeholder 2">
            <a:extLst>
              <a:ext uri="{FF2B5EF4-FFF2-40B4-BE49-F238E27FC236}">
                <a16:creationId xmlns:a16="http://schemas.microsoft.com/office/drawing/2014/main" id="{B55724EE-D126-0E87-4853-82458A450457}"/>
              </a:ext>
            </a:extLst>
          </p:cNvPr>
          <p:cNvSpPr>
            <a:spLocks noGrp="1"/>
          </p:cNvSpPr>
          <p:nvPr>
            <p:ph type="body" idx="1"/>
          </p:nvPr>
        </p:nvSpPr>
        <p:spPr/>
        <p:txBody>
          <a:bodyPr/>
          <a:lstStyle/>
          <a:p>
            <a:endParaRPr lang="en-CA" sz="120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31EF030-F792-3246-7575-450E0973652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DD8B1A-5049-5C4B-AFE6-32830630CA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8911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FD91FE-BECC-4038-B507-6CDDCA7E97D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10159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7840" y="733246"/>
            <a:ext cx="5782486" cy="3631720"/>
          </a:xfrm>
        </p:spPr>
        <p:txBody>
          <a:bodyPr>
            <a:noAutofit/>
          </a:bodyPr>
          <a:lstStyle>
            <a:lvl1pPr algn="l">
              <a:defRPr sz="4400" b="1" i="0">
                <a:latin typeface="Arial"/>
                <a:cs typeface="Verdana"/>
              </a:defRPr>
            </a:lvl1pPr>
          </a:lstStyle>
          <a:p>
            <a:r>
              <a:rPr lang="en-US"/>
              <a:t>Click to edit Master title style</a:t>
            </a:r>
          </a:p>
        </p:txBody>
      </p:sp>
      <p:sp>
        <p:nvSpPr>
          <p:cNvPr id="3" name="Subtitle 2"/>
          <p:cNvSpPr>
            <a:spLocks noGrp="1"/>
          </p:cNvSpPr>
          <p:nvPr>
            <p:ph type="subTitle" idx="1"/>
          </p:nvPr>
        </p:nvSpPr>
        <p:spPr>
          <a:xfrm>
            <a:off x="4577842" y="4524542"/>
            <a:ext cx="7004558" cy="1752600"/>
          </a:xfrm>
        </p:spPr>
        <p:txBody>
          <a:bodyPr>
            <a:normAutofit/>
          </a:bodyPr>
          <a:lstStyle>
            <a:lvl1pPr marL="0" indent="0" algn="l">
              <a:lnSpc>
                <a:spcPct val="150000"/>
              </a:lnSpc>
              <a:buNone/>
              <a:defRPr sz="3000">
                <a:solidFill>
                  <a:schemeClr val="tx1"/>
                </a:solidFill>
                <a:latin typeface="Arial"/>
                <a:cs typeface="Verdana"/>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E4F67D4-DBC5-4702-9055-ECC4D43641AB}" type="datetime1">
              <a:rPr lang="en-US" smtClean="0"/>
              <a:t>8/12/2025</a:t>
            </a:fld>
            <a:r>
              <a:rPr lang="en-US"/>
              <a:t> </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466850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vl1pPr>
          </a:lstStyle>
          <a:p>
            <a:r>
              <a:rPr lang="en-US"/>
              <a:t>Click to edit Master title style</a:t>
            </a:r>
          </a:p>
        </p:txBody>
      </p:sp>
      <p:sp>
        <p:nvSpPr>
          <p:cNvPr id="3" name="Content Placeholder 2"/>
          <p:cNvSpPr>
            <a:spLocks noGrp="1"/>
          </p:cNvSpPr>
          <p:nvPr>
            <p:ph idx="1" hasCustomPrompt="1"/>
          </p:nvPr>
        </p:nvSpPr>
        <p:spPr/>
        <p:txBody>
          <a:bodyPr>
            <a:normAutofit/>
          </a:bodyPr>
          <a:lstStyle>
            <a:lvl1pPr>
              <a:lnSpc>
                <a:spcPct val="150000"/>
              </a:lnSpc>
              <a:defRPr sz="3000"/>
            </a:lvl1pPr>
            <a:lvl2pPr>
              <a:lnSpc>
                <a:spcPct val="150000"/>
              </a:lnSpc>
              <a:defRPr sz="3000"/>
            </a:lvl2pPr>
            <a:lvl3pPr>
              <a:defRPr sz="3000"/>
            </a:lvl3pPr>
            <a:lvl4pPr>
              <a:defRPr sz="3000"/>
            </a:lvl4pPr>
            <a:lvl5pPr>
              <a:defRPr sz="3000"/>
            </a:lvl5pPr>
          </a:lstStyle>
          <a:p>
            <a:pPr lvl="0"/>
            <a:r>
              <a:rPr lang="en-US"/>
              <a:t>Edit Master text styles</a:t>
            </a:r>
          </a:p>
          <a:p>
            <a:pPr lvl="1"/>
            <a:r>
              <a:rPr lang="en-US"/>
              <a:t>Second level</a:t>
            </a:r>
          </a:p>
        </p:txBody>
      </p:sp>
      <p:sp>
        <p:nvSpPr>
          <p:cNvPr id="4" name="Date Placeholder 3"/>
          <p:cNvSpPr>
            <a:spLocks noGrp="1"/>
          </p:cNvSpPr>
          <p:nvPr>
            <p:ph type="dt" sz="half" idx="10"/>
          </p:nvPr>
        </p:nvSpPr>
        <p:spPr/>
        <p:txBody>
          <a:bodyPr/>
          <a:lstStyle/>
          <a:p>
            <a:fld id="{3745567D-2B14-4C15-8E8C-045A5E72AC07}" type="datetime1">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sz="1800">
                <a:solidFill>
                  <a:schemeClr val="tx1"/>
                </a:solidFill>
              </a:defRPr>
            </a:lvl1pPr>
          </a:lstStyle>
          <a:p>
            <a:fld id="{2E86C063-E22E-2E4C-A523-54089486E38F}" type="slidenum">
              <a:rPr lang="en-US" smtClean="0"/>
              <a:pPr/>
              <a:t>‹#›</a:t>
            </a:fld>
            <a:endParaRPr lang="en-US"/>
          </a:p>
        </p:txBody>
      </p:sp>
    </p:spTree>
    <p:extLst>
      <p:ext uri="{BB962C8B-B14F-4D97-AF65-F5344CB8AC3E}">
        <p14:creationId xmlns:p14="http://schemas.microsoft.com/office/powerpoint/2010/main" val="329989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vl1pPr>
          </a:lstStyle>
          <a:p>
            <a:r>
              <a:rPr lang="en-US"/>
              <a:t>Click to edit Master title style</a:t>
            </a:r>
          </a:p>
        </p:txBody>
      </p:sp>
      <p:sp>
        <p:nvSpPr>
          <p:cNvPr id="3" name="Content Placeholder 2"/>
          <p:cNvSpPr>
            <a:spLocks noGrp="1"/>
          </p:cNvSpPr>
          <p:nvPr>
            <p:ph sz="half" idx="1" hasCustomPrompt="1"/>
          </p:nvPr>
        </p:nvSpPr>
        <p:spPr>
          <a:xfrm>
            <a:off x="609600" y="1600201"/>
            <a:ext cx="5384800" cy="4525963"/>
          </a:xfrm>
        </p:spPr>
        <p:txBody>
          <a:bodyPr>
            <a:normAutofit/>
          </a:bodyPr>
          <a:lstStyle>
            <a:lvl1pPr>
              <a:lnSpc>
                <a:spcPct val="150000"/>
              </a:lnSpc>
              <a:defRPr sz="3000"/>
            </a:lvl1pPr>
            <a:lvl2pPr>
              <a:lnSpc>
                <a:spcPct val="150000"/>
              </a:lnSpc>
              <a:defRPr sz="3000"/>
            </a:lvl2pPr>
            <a:lvl3pPr>
              <a:defRPr sz="3000"/>
            </a:lvl3pPr>
            <a:lvl4pPr>
              <a:defRPr sz="3000"/>
            </a:lvl4pPr>
            <a:lvl5pPr>
              <a:defRPr sz="3000"/>
            </a:lvl5pPr>
            <a:lvl6pPr>
              <a:defRPr sz="2400"/>
            </a:lvl6pPr>
            <a:lvl7pPr>
              <a:defRPr sz="2400"/>
            </a:lvl7pPr>
            <a:lvl8pPr>
              <a:defRPr sz="2400"/>
            </a:lvl8pPr>
            <a:lvl9pPr>
              <a:defRPr sz="2400"/>
            </a:lvl9pPr>
          </a:lstStyle>
          <a:p>
            <a:pPr lvl="0"/>
            <a:r>
              <a:rPr lang="en-US"/>
              <a:t>Edit Master text styles</a:t>
            </a:r>
          </a:p>
          <a:p>
            <a:pPr lvl="1"/>
            <a:r>
              <a:rPr lang="en-US"/>
              <a:t>Second level</a:t>
            </a:r>
          </a:p>
        </p:txBody>
      </p:sp>
      <p:sp>
        <p:nvSpPr>
          <p:cNvPr id="4" name="Content Placeholder 3"/>
          <p:cNvSpPr>
            <a:spLocks noGrp="1"/>
          </p:cNvSpPr>
          <p:nvPr>
            <p:ph sz="half" idx="2" hasCustomPrompt="1"/>
          </p:nvPr>
        </p:nvSpPr>
        <p:spPr>
          <a:xfrm>
            <a:off x="6197600" y="1600201"/>
            <a:ext cx="5384800" cy="4525963"/>
          </a:xfrm>
        </p:spPr>
        <p:txBody>
          <a:bodyPr>
            <a:normAutofit/>
          </a:bodyPr>
          <a:lstStyle>
            <a:lvl1pPr>
              <a:lnSpc>
                <a:spcPct val="150000"/>
              </a:lnSpc>
              <a:defRPr sz="3000"/>
            </a:lvl1pPr>
            <a:lvl2pPr>
              <a:lnSpc>
                <a:spcPct val="150000"/>
              </a:lnSpc>
              <a:defRPr sz="3000"/>
            </a:lvl2pPr>
            <a:lvl3pPr>
              <a:defRPr sz="3000"/>
            </a:lvl3pPr>
            <a:lvl4pPr>
              <a:defRPr sz="3000"/>
            </a:lvl4pPr>
            <a:lvl5pPr>
              <a:defRPr sz="3000"/>
            </a:lvl5pPr>
            <a:lvl6pPr>
              <a:defRPr sz="2400"/>
            </a:lvl6pPr>
            <a:lvl7pPr>
              <a:defRPr sz="2400"/>
            </a:lvl7pPr>
            <a:lvl8pPr>
              <a:defRPr sz="2400"/>
            </a:lvl8pPr>
            <a:lvl9pPr>
              <a:defRPr sz="2400"/>
            </a:lvl9pPr>
          </a:lstStyle>
          <a:p>
            <a:pPr lvl="0"/>
            <a:r>
              <a:rPr lang="en-US"/>
              <a:t>Edit Master text styles</a:t>
            </a:r>
          </a:p>
          <a:p>
            <a:pPr lvl="1"/>
            <a:r>
              <a:rPr lang="en-US"/>
              <a:t>Second level</a:t>
            </a:r>
          </a:p>
        </p:txBody>
      </p:sp>
      <p:sp>
        <p:nvSpPr>
          <p:cNvPr id="5" name="Date Placeholder 4"/>
          <p:cNvSpPr>
            <a:spLocks noGrp="1"/>
          </p:cNvSpPr>
          <p:nvPr>
            <p:ph type="dt" sz="half" idx="10"/>
          </p:nvPr>
        </p:nvSpPr>
        <p:spPr/>
        <p:txBody>
          <a:bodyPr/>
          <a:lstStyle/>
          <a:p>
            <a:fld id="{A4D324A1-2D7C-41E9-A63F-6C431D64C3C7}" type="datetime1">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sz="1800">
                <a:solidFill>
                  <a:schemeClr val="tx1"/>
                </a:solidFill>
              </a:defRPr>
            </a:lvl1pPr>
          </a:lstStyle>
          <a:p>
            <a:fld id="{2E86C063-E22E-2E4C-A523-54089486E38F}" type="slidenum">
              <a:rPr lang="en-US" smtClean="0"/>
              <a:pPr/>
              <a:t>‹#›</a:t>
            </a:fld>
            <a:endParaRPr lang="en-US"/>
          </a:p>
        </p:txBody>
      </p:sp>
    </p:spTree>
    <p:extLst>
      <p:ext uri="{BB962C8B-B14F-4D97-AF65-F5344CB8AC3E}">
        <p14:creationId xmlns:p14="http://schemas.microsoft.com/office/powerpoint/2010/main" val="1250851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vl1pPr>
          </a:lstStyle>
          <a:p>
            <a:r>
              <a:rPr lang="en-US"/>
              <a:t>Click to edit Master title style</a:t>
            </a:r>
          </a:p>
        </p:txBody>
      </p:sp>
      <p:sp>
        <p:nvSpPr>
          <p:cNvPr id="3" name="Content Placeholder 2"/>
          <p:cNvSpPr>
            <a:spLocks noGrp="1"/>
          </p:cNvSpPr>
          <p:nvPr>
            <p:ph sz="half" idx="1"/>
          </p:nvPr>
        </p:nvSpPr>
        <p:spPr>
          <a:xfrm>
            <a:off x="609600" y="1634331"/>
            <a:ext cx="3418728" cy="1678589"/>
          </a:xfrm>
        </p:spPr>
        <p:txBody>
          <a:bodyPr>
            <a:normAutofit/>
          </a:bodyPr>
          <a:lstStyle>
            <a:lvl1pPr>
              <a:lnSpc>
                <a:spcPct val="150000"/>
              </a:lnSpc>
              <a:defRPr sz="3200"/>
            </a:lvl1pPr>
            <a:lvl2pPr>
              <a:lnSpc>
                <a:spcPct val="150000"/>
              </a:lnSpc>
              <a:defRPr sz="3000"/>
            </a:lvl2pPr>
            <a:lvl3pPr>
              <a:defRPr sz="3000"/>
            </a:lvl3pPr>
            <a:lvl4pPr>
              <a:defRPr sz="3000"/>
            </a:lvl4pPr>
            <a:lvl5pPr>
              <a:defRPr sz="3000"/>
            </a:lvl5pPr>
            <a:lvl6pPr>
              <a:defRPr sz="2400"/>
            </a:lvl6pPr>
            <a:lvl7pPr>
              <a:defRPr sz="2400"/>
            </a:lvl7pPr>
            <a:lvl8pPr>
              <a:defRPr sz="2400"/>
            </a:lvl8pPr>
            <a:lvl9pPr>
              <a:defRPr sz="2400"/>
            </a:lvl9pPr>
          </a:lstStyle>
          <a:p>
            <a:pPr marL="457189" marR="0" lvl="0" indent="-457189" algn="l" defTabSz="609585" rtl="0" eaLnBrk="1" fontAlgn="auto" latinLnBrk="0" hangingPunct="1">
              <a:lnSpc>
                <a:spcPct val="150000"/>
              </a:lnSpc>
              <a:spcBef>
                <a:spcPct val="20000"/>
              </a:spcBef>
              <a:spcAft>
                <a:spcPts val="0"/>
              </a:spcAft>
              <a:buClrTx/>
              <a:buSzTx/>
              <a:buFont typeface="Arial"/>
              <a:buChar char="•"/>
              <a:tabLst/>
              <a:defRPr/>
            </a:pPr>
            <a:r>
              <a:rPr lang="en-US"/>
              <a:t>Click to edit</a:t>
            </a:r>
            <a:endParaRPr lang="en-CA"/>
          </a:p>
          <a:p>
            <a:pPr lvl="0"/>
            <a:endParaRPr lang="en-US"/>
          </a:p>
        </p:txBody>
      </p:sp>
      <p:sp>
        <p:nvSpPr>
          <p:cNvPr id="9" name="Content Placeholder 8">
            <a:extLst>
              <a:ext uri="{FF2B5EF4-FFF2-40B4-BE49-F238E27FC236}">
                <a16:creationId xmlns:a16="http://schemas.microsoft.com/office/drawing/2014/main" id="{BB831F34-64BC-FF4B-9158-322BCB0BB419}"/>
              </a:ext>
            </a:extLst>
          </p:cNvPr>
          <p:cNvSpPr>
            <a:spLocks noGrp="1"/>
          </p:cNvSpPr>
          <p:nvPr>
            <p:ph sz="quarter" idx="13"/>
          </p:nvPr>
        </p:nvSpPr>
        <p:spPr>
          <a:xfrm>
            <a:off x="4165600" y="1634331"/>
            <a:ext cx="3723528" cy="1712718"/>
          </a:xfrm>
        </p:spPr>
        <p:txBody>
          <a:bodyPr/>
          <a:lstStyle>
            <a:lvl1pPr>
              <a:defRPr sz="3200"/>
            </a:lvl1pPr>
          </a:lstStyle>
          <a:p>
            <a:pPr marL="457189" marR="0" lvl="0" indent="-457189" algn="l" defTabSz="609585" rtl="0" eaLnBrk="1" fontAlgn="auto" latinLnBrk="0" hangingPunct="1">
              <a:lnSpc>
                <a:spcPct val="100000"/>
              </a:lnSpc>
              <a:spcBef>
                <a:spcPct val="20000"/>
              </a:spcBef>
              <a:spcAft>
                <a:spcPts val="0"/>
              </a:spcAft>
              <a:buClrTx/>
              <a:buSzTx/>
              <a:buFont typeface="Arial"/>
              <a:buChar char="•"/>
              <a:tabLst/>
              <a:defRPr/>
            </a:pPr>
            <a:r>
              <a:rPr lang="en-US"/>
              <a:t>Click to edit</a:t>
            </a:r>
            <a:endParaRPr lang="en-CA"/>
          </a:p>
          <a:p>
            <a:pPr lvl="0"/>
            <a:endParaRPr lang="en-CA"/>
          </a:p>
        </p:txBody>
      </p:sp>
      <p:sp>
        <p:nvSpPr>
          <p:cNvPr id="4" name="Content Placeholder 3"/>
          <p:cNvSpPr>
            <a:spLocks noGrp="1"/>
          </p:cNvSpPr>
          <p:nvPr>
            <p:ph sz="half" idx="2"/>
          </p:nvPr>
        </p:nvSpPr>
        <p:spPr>
          <a:xfrm>
            <a:off x="8026400" y="1652992"/>
            <a:ext cx="3555999" cy="1678589"/>
          </a:xfrm>
        </p:spPr>
        <p:txBody>
          <a:bodyPr>
            <a:normAutofit/>
          </a:bodyPr>
          <a:lstStyle>
            <a:lvl1pPr>
              <a:lnSpc>
                <a:spcPct val="150000"/>
              </a:lnSpc>
              <a:defRPr sz="3200"/>
            </a:lvl1pPr>
            <a:lvl2pPr>
              <a:lnSpc>
                <a:spcPct val="150000"/>
              </a:lnSpc>
              <a:defRPr sz="3000"/>
            </a:lvl2pPr>
            <a:lvl3pPr>
              <a:defRPr sz="3000"/>
            </a:lvl3pPr>
            <a:lvl4pPr>
              <a:defRPr sz="3000"/>
            </a:lvl4pPr>
            <a:lvl5pPr>
              <a:defRPr sz="3000"/>
            </a:lvl5pPr>
            <a:lvl6pPr>
              <a:defRPr sz="2400"/>
            </a:lvl6pPr>
            <a:lvl7pPr>
              <a:defRPr sz="2400"/>
            </a:lvl7pPr>
            <a:lvl8pPr>
              <a:defRPr sz="2400"/>
            </a:lvl8pPr>
            <a:lvl9pPr>
              <a:defRPr sz="2400"/>
            </a:lvl9pPr>
          </a:lstStyle>
          <a:p>
            <a:pPr marL="457189" marR="0" lvl="0" indent="-457189" algn="l" defTabSz="609585" rtl="0" eaLnBrk="1" fontAlgn="auto" latinLnBrk="0" hangingPunct="1">
              <a:lnSpc>
                <a:spcPct val="150000"/>
              </a:lnSpc>
              <a:spcBef>
                <a:spcPct val="20000"/>
              </a:spcBef>
              <a:spcAft>
                <a:spcPts val="0"/>
              </a:spcAft>
              <a:buClrTx/>
              <a:buSzTx/>
              <a:buFont typeface="Arial"/>
              <a:buChar char="•"/>
              <a:tabLst/>
              <a:defRPr/>
            </a:pPr>
            <a:r>
              <a:rPr lang="en-US"/>
              <a:t>Click to edit</a:t>
            </a:r>
            <a:endParaRPr lang="en-CA"/>
          </a:p>
          <a:p>
            <a:pPr lvl="0"/>
            <a:endParaRPr lang="en-US"/>
          </a:p>
        </p:txBody>
      </p:sp>
      <p:sp>
        <p:nvSpPr>
          <p:cNvPr id="15" name="Content Placeholder 14">
            <a:extLst>
              <a:ext uri="{FF2B5EF4-FFF2-40B4-BE49-F238E27FC236}">
                <a16:creationId xmlns:a16="http://schemas.microsoft.com/office/drawing/2014/main" id="{43E64E1E-305B-9A1E-3FB5-D82F855FE307}"/>
              </a:ext>
            </a:extLst>
          </p:cNvPr>
          <p:cNvSpPr>
            <a:spLocks noGrp="1"/>
          </p:cNvSpPr>
          <p:nvPr>
            <p:ph sz="quarter" idx="14"/>
          </p:nvPr>
        </p:nvSpPr>
        <p:spPr>
          <a:xfrm>
            <a:off x="609600" y="3563740"/>
            <a:ext cx="3418728" cy="1870273"/>
          </a:xfrm>
        </p:spPr>
        <p:txBody>
          <a:bodyPr>
            <a:normAutofit/>
          </a:bodyPr>
          <a:lstStyle>
            <a:lvl1pPr>
              <a:defRPr sz="3200"/>
            </a:lvl1pPr>
          </a:lstStyle>
          <a:p>
            <a:pPr lvl="0"/>
            <a:r>
              <a:rPr lang="en-US"/>
              <a:t>Click to edit</a:t>
            </a:r>
            <a:endParaRPr lang="en-CA"/>
          </a:p>
        </p:txBody>
      </p:sp>
      <p:sp>
        <p:nvSpPr>
          <p:cNvPr id="17" name="Content Placeholder 16">
            <a:extLst>
              <a:ext uri="{FF2B5EF4-FFF2-40B4-BE49-F238E27FC236}">
                <a16:creationId xmlns:a16="http://schemas.microsoft.com/office/drawing/2014/main" id="{D024AFBA-8545-2B04-EB18-18174324405A}"/>
              </a:ext>
            </a:extLst>
          </p:cNvPr>
          <p:cNvSpPr>
            <a:spLocks noGrp="1"/>
          </p:cNvSpPr>
          <p:nvPr>
            <p:ph sz="quarter" idx="15"/>
          </p:nvPr>
        </p:nvSpPr>
        <p:spPr>
          <a:xfrm>
            <a:off x="4165600" y="3563742"/>
            <a:ext cx="3723528" cy="1870272"/>
          </a:xfrm>
        </p:spPr>
        <p:txBody>
          <a:bodyPr>
            <a:normAutofit/>
          </a:bodyPr>
          <a:lstStyle>
            <a:lvl1pPr>
              <a:defRPr sz="3200"/>
            </a:lvl1pPr>
          </a:lstStyle>
          <a:p>
            <a:pPr lvl="0"/>
            <a:r>
              <a:rPr lang="en-US"/>
              <a:t>Click to edit</a:t>
            </a:r>
            <a:endParaRPr lang="en-CA"/>
          </a:p>
        </p:txBody>
      </p:sp>
      <p:sp>
        <p:nvSpPr>
          <p:cNvPr id="19" name="Content Placeholder 18">
            <a:extLst>
              <a:ext uri="{FF2B5EF4-FFF2-40B4-BE49-F238E27FC236}">
                <a16:creationId xmlns:a16="http://schemas.microsoft.com/office/drawing/2014/main" id="{08076F48-D462-4394-C1DC-ED0B75DCB229}"/>
              </a:ext>
            </a:extLst>
          </p:cNvPr>
          <p:cNvSpPr>
            <a:spLocks noGrp="1"/>
          </p:cNvSpPr>
          <p:nvPr>
            <p:ph sz="quarter" idx="16"/>
          </p:nvPr>
        </p:nvSpPr>
        <p:spPr>
          <a:xfrm>
            <a:off x="8026400" y="3582402"/>
            <a:ext cx="3555999" cy="1870273"/>
          </a:xfrm>
        </p:spPr>
        <p:txBody>
          <a:bodyPr/>
          <a:lstStyle>
            <a:lvl1pPr>
              <a:defRPr sz="3200"/>
            </a:lvl1pPr>
          </a:lstStyle>
          <a:p>
            <a:pPr lvl="0"/>
            <a:r>
              <a:rPr lang="en-US"/>
              <a:t>Click to edit</a:t>
            </a:r>
            <a:endParaRPr lang="en-CA"/>
          </a:p>
        </p:txBody>
      </p:sp>
      <p:sp>
        <p:nvSpPr>
          <p:cNvPr id="5" name="Date Placeholder 4"/>
          <p:cNvSpPr>
            <a:spLocks noGrp="1"/>
          </p:cNvSpPr>
          <p:nvPr>
            <p:ph type="dt" sz="half" idx="10"/>
          </p:nvPr>
        </p:nvSpPr>
        <p:spPr/>
        <p:txBody>
          <a:bodyPr/>
          <a:lstStyle/>
          <a:p>
            <a:fld id="{A4D324A1-2D7C-41E9-A63F-6C431D64C3C7}" type="datetime1">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sz="1800">
                <a:solidFill>
                  <a:schemeClr val="tx1"/>
                </a:solidFill>
              </a:defRPr>
            </a:lvl1pPr>
          </a:lstStyle>
          <a:p>
            <a:fld id="{2E86C063-E22E-2E4C-A523-54089486E38F}" type="slidenum">
              <a:rPr lang="en-US" smtClean="0"/>
              <a:pPr/>
              <a:t>‹#›</a:t>
            </a:fld>
            <a:endParaRPr lang="en-US"/>
          </a:p>
        </p:txBody>
      </p:sp>
    </p:spTree>
    <p:extLst>
      <p:ext uri="{BB962C8B-B14F-4D97-AF65-F5344CB8AC3E}">
        <p14:creationId xmlns:p14="http://schemas.microsoft.com/office/powerpoint/2010/main" val="1547528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ACCB7-A600-E92B-F61B-760E95CB10B1}"/>
              </a:ext>
            </a:extLst>
          </p:cNvPr>
          <p:cNvSpPr>
            <a:spLocks noGrp="1"/>
          </p:cNvSpPr>
          <p:nvPr>
            <p:ph type="title"/>
          </p:nvPr>
        </p:nvSpPr>
        <p:spPr/>
        <p:txBody>
          <a:bodyPr/>
          <a:lstStyle/>
          <a:p>
            <a:r>
              <a:rPr lang="fr-FR"/>
              <a:t>Modifiez le style du titre</a:t>
            </a:r>
            <a:endParaRPr lang="fr-CA"/>
          </a:p>
        </p:txBody>
      </p:sp>
      <p:sp>
        <p:nvSpPr>
          <p:cNvPr id="7" name="Espace réservé du texte 6">
            <a:extLst>
              <a:ext uri="{FF2B5EF4-FFF2-40B4-BE49-F238E27FC236}">
                <a16:creationId xmlns:a16="http://schemas.microsoft.com/office/drawing/2014/main" id="{192C055F-0B4E-DC63-2649-77BB0BAC8D1E}"/>
              </a:ext>
            </a:extLst>
          </p:cNvPr>
          <p:cNvSpPr>
            <a:spLocks noGrp="1"/>
          </p:cNvSpPr>
          <p:nvPr>
            <p:ph type="body" sz="quarter" idx="13" hasCustomPrompt="1"/>
          </p:nvPr>
        </p:nvSpPr>
        <p:spPr>
          <a:xfrm>
            <a:off x="609600" y="1630363"/>
            <a:ext cx="5385846" cy="1143000"/>
          </a:xfrm>
        </p:spPr>
        <p:txBody>
          <a:bodyPr>
            <a:noAutofit/>
          </a:bodyPr>
          <a:lstStyle>
            <a:lvl1pPr marL="0" indent="0">
              <a:lnSpc>
                <a:spcPct val="150000"/>
              </a:lnSpc>
              <a:buFontTx/>
              <a:buNone/>
              <a:defRPr sz="1800"/>
            </a:lvl1pPr>
            <a:lvl2pPr marL="609585" indent="0">
              <a:buFontTx/>
              <a:buNone/>
              <a:defRPr sz="1800"/>
            </a:lvl2pPr>
            <a:lvl3pPr marL="1219170" indent="0">
              <a:buFontTx/>
              <a:buNone/>
              <a:defRPr sz="1800"/>
            </a:lvl3pPr>
            <a:lvl4pPr marL="1828755" indent="0">
              <a:buFontTx/>
              <a:buNone/>
              <a:defRPr sz="1800"/>
            </a:lvl4pPr>
            <a:lvl5pPr marL="2438339" indent="0">
              <a:buFontTx/>
              <a:buNone/>
              <a:defRPr sz="1800"/>
            </a:lvl5pPr>
          </a:lstStyle>
          <a:p>
            <a:pPr lvl="0"/>
            <a:r>
              <a:rPr lang="fr-FR"/>
              <a:t>Cliquez pour modifier les styles du texte 1</a:t>
            </a:r>
          </a:p>
        </p:txBody>
      </p:sp>
      <p:sp>
        <p:nvSpPr>
          <p:cNvPr id="10" name="Espace réservé du texte 9">
            <a:extLst>
              <a:ext uri="{FF2B5EF4-FFF2-40B4-BE49-F238E27FC236}">
                <a16:creationId xmlns:a16="http://schemas.microsoft.com/office/drawing/2014/main" id="{87429C74-2968-3125-7CE2-D65499AF5DB0}"/>
              </a:ext>
            </a:extLst>
          </p:cNvPr>
          <p:cNvSpPr>
            <a:spLocks noGrp="1"/>
          </p:cNvSpPr>
          <p:nvPr>
            <p:ph type="body" sz="quarter" idx="14" hasCustomPrompt="1"/>
          </p:nvPr>
        </p:nvSpPr>
        <p:spPr>
          <a:xfrm>
            <a:off x="609600" y="2879724"/>
            <a:ext cx="5385846" cy="1204913"/>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fr-FR"/>
              <a:t>Cliquez pour modifier les styles du texte 2</a:t>
            </a:r>
          </a:p>
        </p:txBody>
      </p:sp>
      <p:sp>
        <p:nvSpPr>
          <p:cNvPr id="12" name="Espace réservé du texte 11">
            <a:extLst>
              <a:ext uri="{FF2B5EF4-FFF2-40B4-BE49-F238E27FC236}">
                <a16:creationId xmlns:a16="http://schemas.microsoft.com/office/drawing/2014/main" id="{EE34A68F-9E8F-F91B-8D82-A90145EC8D38}"/>
              </a:ext>
            </a:extLst>
          </p:cNvPr>
          <p:cNvSpPr>
            <a:spLocks noGrp="1"/>
          </p:cNvSpPr>
          <p:nvPr>
            <p:ph type="body" sz="quarter" idx="15" hasCustomPrompt="1"/>
          </p:nvPr>
        </p:nvSpPr>
        <p:spPr>
          <a:xfrm>
            <a:off x="609600" y="4206875"/>
            <a:ext cx="5385846" cy="1789113"/>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fr-FR"/>
              <a:t>Cliquez pour modifier les styles du texte 3</a:t>
            </a:r>
          </a:p>
        </p:txBody>
      </p:sp>
      <p:sp>
        <p:nvSpPr>
          <p:cNvPr id="14" name="Espace réservé du texte 13">
            <a:extLst>
              <a:ext uri="{FF2B5EF4-FFF2-40B4-BE49-F238E27FC236}">
                <a16:creationId xmlns:a16="http://schemas.microsoft.com/office/drawing/2014/main" id="{01BC7FE6-AA4F-AAE0-5E99-0C161BBDBF81}"/>
              </a:ext>
            </a:extLst>
          </p:cNvPr>
          <p:cNvSpPr>
            <a:spLocks noGrp="1"/>
          </p:cNvSpPr>
          <p:nvPr>
            <p:ph type="body" sz="quarter" idx="16" hasCustomPrompt="1"/>
          </p:nvPr>
        </p:nvSpPr>
        <p:spPr>
          <a:xfrm>
            <a:off x="6196554" y="1630363"/>
            <a:ext cx="5385846" cy="1143000"/>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fr-FR"/>
              <a:t>Cliquez pour modifier les styles du texte 4</a:t>
            </a:r>
          </a:p>
        </p:txBody>
      </p:sp>
      <p:sp>
        <p:nvSpPr>
          <p:cNvPr id="16" name="Espace réservé du texte 15">
            <a:extLst>
              <a:ext uri="{FF2B5EF4-FFF2-40B4-BE49-F238E27FC236}">
                <a16:creationId xmlns:a16="http://schemas.microsoft.com/office/drawing/2014/main" id="{6AAFA2DC-7275-4603-B071-A3903D003C52}"/>
              </a:ext>
            </a:extLst>
          </p:cNvPr>
          <p:cNvSpPr>
            <a:spLocks noGrp="1"/>
          </p:cNvSpPr>
          <p:nvPr>
            <p:ph type="body" sz="quarter" idx="17" hasCustomPrompt="1"/>
          </p:nvPr>
        </p:nvSpPr>
        <p:spPr>
          <a:xfrm>
            <a:off x="6196554" y="2879725"/>
            <a:ext cx="5385846" cy="1204912"/>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fr-FR"/>
              <a:t>Cliquez pour modifier les styles du texte 5</a:t>
            </a:r>
          </a:p>
        </p:txBody>
      </p:sp>
      <p:sp>
        <p:nvSpPr>
          <p:cNvPr id="18" name="Espace réservé du texte 17">
            <a:extLst>
              <a:ext uri="{FF2B5EF4-FFF2-40B4-BE49-F238E27FC236}">
                <a16:creationId xmlns:a16="http://schemas.microsoft.com/office/drawing/2014/main" id="{54420C06-424B-B59A-83EA-71CF32F702BE}"/>
              </a:ext>
            </a:extLst>
          </p:cNvPr>
          <p:cNvSpPr>
            <a:spLocks noGrp="1"/>
          </p:cNvSpPr>
          <p:nvPr>
            <p:ph type="body" sz="quarter" idx="18" hasCustomPrompt="1"/>
          </p:nvPr>
        </p:nvSpPr>
        <p:spPr>
          <a:xfrm>
            <a:off x="6196554" y="4206875"/>
            <a:ext cx="5385846" cy="1789113"/>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fr-FR"/>
              <a:t>Cliquez pour modifier les styles du texte 6</a:t>
            </a:r>
          </a:p>
        </p:txBody>
      </p:sp>
      <p:sp>
        <p:nvSpPr>
          <p:cNvPr id="3" name="Espace réservé de la date 2">
            <a:extLst>
              <a:ext uri="{FF2B5EF4-FFF2-40B4-BE49-F238E27FC236}">
                <a16:creationId xmlns:a16="http://schemas.microsoft.com/office/drawing/2014/main" id="{32A58838-D4E0-3F40-EDFB-214CAFEDDF3E}"/>
              </a:ext>
            </a:extLst>
          </p:cNvPr>
          <p:cNvSpPr>
            <a:spLocks noGrp="1"/>
          </p:cNvSpPr>
          <p:nvPr>
            <p:ph type="dt" sz="half" idx="10"/>
          </p:nvPr>
        </p:nvSpPr>
        <p:spPr/>
        <p:txBody>
          <a:bodyPr/>
          <a:lstStyle>
            <a:lvl1pPr>
              <a:defRPr sz="18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2142CCF-91F3-4D9E-B16C-0DCBBE0C4E0D}" type="datetime1">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8/12/2025</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 name="Espace réservé du pied de page 3">
            <a:extLst>
              <a:ext uri="{FF2B5EF4-FFF2-40B4-BE49-F238E27FC236}">
                <a16:creationId xmlns:a16="http://schemas.microsoft.com/office/drawing/2014/main" id="{39AED851-9653-F005-F842-663F73F59126}"/>
              </a:ext>
            </a:extLst>
          </p:cNvPr>
          <p:cNvSpPr>
            <a:spLocks noGrp="1"/>
          </p:cNvSpPr>
          <p:nvPr>
            <p:ph type="ftr" sz="quarter" idx="11"/>
          </p:nvPr>
        </p:nvSpPr>
        <p:spPr/>
        <p:txBody>
          <a:bodyPr/>
          <a:lstStyle>
            <a:lvl1pPr>
              <a:defRPr sz="1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 name="Espace réservé du numéro de diapositive 4">
            <a:extLst>
              <a:ext uri="{FF2B5EF4-FFF2-40B4-BE49-F238E27FC236}">
                <a16:creationId xmlns:a16="http://schemas.microsoft.com/office/drawing/2014/main" id="{2E4EC051-A2CC-95EE-4EA5-D9D3D2803B3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4240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7839" y="2130426"/>
            <a:ext cx="6830895" cy="1470025"/>
          </a:xfrm>
        </p:spPr>
        <p:txBody>
          <a:bodyPr>
            <a:noAutofit/>
          </a:bodyPr>
          <a:lstStyle>
            <a:lvl1pPr algn="l">
              <a:defRPr sz="4800" b="1" i="0">
                <a:latin typeface="Arial"/>
                <a:cs typeface="Verdana"/>
              </a:defRPr>
            </a:lvl1pPr>
          </a:lstStyle>
          <a:p>
            <a:r>
              <a:rPr lang="en-US"/>
              <a:t>Click to edit Master title style</a:t>
            </a:r>
          </a:p>
        </p:txBody>
      </p:sp>
      <p:sp>
        <p:nvSpPr>
          <p:cNvPr id="3" name="Subtitle 2"/>
          <p:cNvSpPr>
            <a:spLocks noGrp="1"/>
          </p:cNvSpPr>
          <p:nvPr>
            <p:ph type="subTitle" idx="1"/>
          </p:nvPr>
        </p:nvSpPr>
        <p:spPr>
          <a:xfrm>
            <a:off x="4577842" y="3886200"/>
            <a:ext cx="6830895" cy="1752600"/>
          </a:xfrm>
        </p:spPr>
        <p:txBody>
          <a:bodyPr>
            <a:normAutofit/>
          </a:bodyPr>
          <a:lstStyle>
            <a:lvl1pPr marL="0" indent="0" algn="l">
              <a:buNone/>
              <a:defRPr sz="3733">
                <a:solidFill>
                  <a:schemeClr val="tx1">
                    <a:tint val="75000"/>
                  </a:schemeClr>
                </a:solidFill>
                <a:latin typeface="Arial"/>
                <a:cs typeface="Verdana"/>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E4F67D4-DBC5-4702-9055-ECC4D43641AB}" type="datetime1">
              <a:rPr lang="en-US" smtClean="0"/>
              <a:t>8/12/2025</a:t>
            </a:fld>
            <a:r>
              <a:rPr lang="en-US"/>
              <a:t> </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1149231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rotWithShape="1">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7579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45567D-2B14-4C15-8E8C-045A5E72AC07}" type="datetime1">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183191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386DD5-6832-405D-8337-437EA7C9CF9C}" type="datetime1">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3164023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4D324A1-2D7C-41E9-A63F-6C431D64C3C7}" type="datetime1">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1464783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69EBD9F-5ACF-4170-93B4-D43D5F938083}" type="datetime1">
              <a:rPr lang="en-US" smtClean="0"/>
              <a:t>8/12/2025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20355118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60F702-D0BB-4AA2-9EF1-F04FF6F61A16}" type="datetime1">
              <a:rPr lang="en-US" smtClean="0"/>
              <a:t>8/12/2025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2032494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FE0D82-2C55-4074-B4F8-8313499FC911}" type="datetime1">
              <a:rPr lang="en-US" smtClean="0"/>
              <a:t>8/12/2025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1184575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4"/>
          <p:cNvSpPr>
            <a:spLocks noGrp="1"/>
          </p:cNvSpPr>
          <p:nvPr>
            <p:ph type="dt" sz="half" idx="10"/>
          </p:nvPr>
        </p:nvSpPr>
        <p:spPr/>
        <p:txBody>
          <a:bodyPr/>
          <a:lstStyle/>
          <a:p>
            <a:fld id="{DCDED297-1969-4FCB-AA86-F8E0B80399F2}" type="datetime1">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34162845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4"/>
          <p:cNvSpPr>
            <a:spLocks noGrp="1"/>
          </p:cNvSpPr>
          <p:nvPr>
            <p:ph type="dt" sz="half" idx="10"/>
          </p:nvPr>
        </p:nvSpPr>
        <p:spPr/>
        <p:txBody>
          <a:bodyPr/>
          <a:lstStyle/>
          <a:p>
            <a:fld id="{7063826C-E148-4C5B-B22D-C58B667FFB8B}" type="datetime1">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7355895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231F49-C713-401F-AC2B-C98D37802F37}" type="datetime1">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22332613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AE8D8-3F8D-4D2D-82AE-F0332D71DC76}" type="datetime1">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17293063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ACCB7-A600-E92B-F61B-760E95CB10B1}"/>
              </a:ext>
            </a:extLst>
          </p:cNvPr>
          <p:cNvSpPr>
            <a:spLocks noGrp="1"/>
          </p:cNvSpPr>
          <p:nvPr>
            <p:ph type="title" hasCustomPrompt="1"/>
          </p:nvPr>
        </p:nvSpPr>
        <p:spPr/>
        <p:txBody>
          <a:bodyPr/>
          <a:lstStyle>
            <a:lvl1pPr>
              <a:defRPr/>
            </a:lvl1pPr>
          </a:lstStyle>
          <a:p>
            <a:r>
              <a:rPr lang="en-CA" noProof="0"/>
              <a:t>Click to Edit Title</a:t>
            </a:r>
          </a:p>
        </p:txBody>
      </p:sp>
      <p:sp>
        <p:nvSpPr>
          <p:cNvPr id="7" name="Espace réservé du texte 6">
            <a:extLst>
              <a:ext uri="{FF2B5EF4-FFF2-40B4-BE49-F238E27FC236}">
                <a16:creationId xmlns:a16="http://schemas.microsoft.com/office/drawing/2014/main" id="{192C055F-0B4E-DC63-2649-77BB0BAC8D1E}"/>
              </a:ext>
            </a:extLst>
          </p:cNvPr>
          <p:cNvSpPr>
            <a:spLocks noGrp="1"/>
          </p:cNvSpPr>
          <p:nvPr>
            <p:ph type="body" sz="quarter" idx="13" hasCustomPrompt="1"/>
          </p:nvPr>
        </p:nvSpPr>
        <p:spPr>
          <a:xfrm>
            <a:off x="609600" y="1630363"/>
            <a:ext cx="5385846" cy="1143000"/>
          </a:xfrm>
        </p:spPr>
        <p:txBody>
          <a:bodyPr>
            <a:noAutofit/>
          </a:bodyPr>
          <a:lstStyle>
            <a:lvl1pPr marL="0" indent="0">
              <a:lnSpc>
                <a:spcPct val="150000"/>
              </a:lnSpc>
              <a:buFontTx/>
              <a:buNone/>
              <a:defRPr sz="1800"/>
            </a:lvl1pPr>
            <a:lvl2pPr marL="609585" indent="0">
              <a:buFontTx/>
              <a:buNone/>
              <a:defRPr sz="1800"/>
            </a:lvl2pPr>
            <a:lvl3pPr marL="1219170" indent="0">
              <a:buFontTx/>
              <a:buNone/>
              <a:defRPr sz="1800"/>
            </a:lvl3pPr>
            <a:lvl4pPr marL="1828755" indent="0">
              <a:buFontTx/>
              <a:buNone/>
              <a:defRPr sz="1800"/>
            </a:lvl4pPr>
            <a:lvl5pPr marL="2438339" indent="0">
              <a:buFontTx/>
              <a:buNone/>
              <a:defRPr sz="1800"/>
            </a:lvl5pPr>
          </a:lstStyle>
          <a:p>
            <a:pPr lvl="0"/>
            <a:r>
              <a:rPr lang="en-CA" noProof="0"/>
              <a:t>Click to edit text placeholder 1</a:t>
            </a:r>
          </a:p>
        </p:txBody>
      </p:sp>
      <p:sp>
        <p:nvSpPr>
          <p:cNvPr id="10" name="Espace réservé du texte 9">
            <a:extLst>
              <a:ext uri="{FF2B5EF4-FFF2-40B4-BE49-F238E27FC236}">
                <a16:creationId xmlns:a16="http://schemas.microsoft.com/office/drawing/2014/main" id="{87429C74-2968-3125-7CE2-D65499AF5DB0}"/>
              </a:ext>
            </a:extLst>
          </p:cNvPr>
          <p:cNvSpPr>
            <a:spLocks noGrp="1"/>
          </p:cNvSpPr>
          <p:nvPr>
            <p:ph type="body" sz="quarter" idx="14" hasCustomPrompt="1"/>
          </p:nvPr>
        </p:nvSpPr>
        <p:spPr>
          <a:xfrm>
            <a:off x="609600" y="2879724"/>
            <a:ext cx="5385846" cy="1204913"/>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en-CA" noProof="0"/>
              <a:t>Click to edit text placeholder 2</a:t>
            </a:r>
          </a:p>
        </p:txBody>
      </p:sp>
      <p:sp>
        <p:nvSpPr>
          <p:cNvPr id="12" name="Espace réservé du texte 11">
            <a:extLst>
              <a:ext uri="{FF2B5EF4-FFF2-40B4-BE49-F238E27FC236}">
                <a16:creationId xmlns:a16="http://schemas.microsoft.com/office/drawing/2014/main" id="{EE34A68F-9E8F-F91B-8D82-A90145EC8D38}"/>
              </a:ext>
            </a:extLst>
          </p:cNvPr>
          <p:cNvSpPr>
            <a:spLocks noGrp="1"/>
          </p:cNvSpPr>
          <p:nvPr>
            <p:ph type="body" sz="quarter" idx="15" hasCustomPrompt="1"/>
          </p:nvPr>
        </p:nvSpPr>
        <p:spPr>
          <a:xfrm>
            <a:off x="609600" y="4206875"/>
            <a:ext cx="5385846" cy="1789113"/>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en-CA" noProof="0"/>
              <a:t>Click to edit text placeholder 3</a:t>
            </a:r>
          </a:p>
        </p:txBody>
      </p:sp>
      <p:sp>
        <p:nvSpPr>
          <p:cNvPr id="14" name="Espace réservé du texte 13">
            <a:extLst>
              <a:ext uri="{FF2B5EF4-FFF2-40B4-BE49-F238E27FC236}">
                <a16:creationId xmlns:a16="http://schemas.microsoft.com/office/drawing/2014/main" id="{01BC7FE6-AA4F-AAE0-5E99-0C161BBDBF81}"/>
              </a:ext>
            </a:extLst>
          </p:cNvPr>
          <p:cNvSpPr>
            <a:spLocks noGrp="1"/>
          </p:cNvSpPr>
          <p:nvPr>
            <p:ph type="body" sz="quarter" idx="16" hasCustomPrompt="1"/>
          </p:nvPr>
        </p:nvSpPr>
        <p:spPr>
          <a:xfrm>
            <a:off x="6196554" y="1630363"/>
            <a:ext cx="5385846" cy="1143000"/>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en-CA" noProof="0"/>
              <a:t>Click to edit text placeholder 4</a:t>
            </a:r>
          </a:p>
        </p:txBody>
      </p:sp>
      <p:sp>
        <p:nvSpPr>
          <p:cNvPr id="16" name="Espace réservé du texte 15">
            <a:extLst>
              <a:ext uri="{FF2B5EF4-FFF2-40B4-BE49-F238E27FC236}">
                <a16:creationId xmlns:a16="http://schemas.microsoft.com/office/drawing/2014/main" id="{6AAFA2DC-7275-4603-B071-A3903D003C52}"/>
              </a:ext>
            </a:extLst>
          </p:cNvPr>
          <p:cNvSpPr>
            <a:spLocks noGrp="1"/>
          </p:cNvSpPr>
          <p:nvPr>
            <p:ph type="body" sz="quarter" idx="17" hasCustomPrompt="1"/>
          </p:nvPr>
        </p:nvSpPr>
        <p:spPr>
          <a:xfrm>
            <a:off x="6196554" y="2879725"/>
            <a:ext cx="5385846" cy="1204912"/>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en-CA" noProof="0"/>
              <a:t>Click to edit text placeholder 5</a:t>
            </a:r>
          </a:p>
        </p:txBody>
      </p:sp>
      <p:sp>
        <p:nvSpPr>
          <p:cNvPr id="18" name="Espace réservé du texte 17">
            <a:extLst>
              <a:ext uri="{FF2B5EF4-FFF2-40B4-BE49-F238E27FC236}">
                <a16:creationId xmlns:a16="http://schemas.microsoft.com/office/drawing/2014/main" id="{54420C06-424B-B59A-83EA-71CF32F702BE}"/>
              </a:ext>
            </a:extLst>
          </p:cNvPr>
          <p:cNvSpPr>
            <a:spLocks noGrp="1"/>
          </p:cNvSpPr>
          <p:nvPr>
            <p:ph type="body" sz="quarter" idx="18" hasCustomPrompt="1"/>
          </p:nvPr>
        </p:nvSpPr>
        <p:spPr>
          <a:xfrm>
            <a:off x="6196554" y="4206875"/>
            <a:ext cx="5385846" cy="1789113"/>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en-CA" noProof="0"/>
              <a:t>Click to edit text placeholder 6</a:t>
            </a:r>
          </a:p>
        </p:txBody>
      </p:sp>
      <p:sp>
        <p:nvSpPr>
          <p:cNvPr id="3" name="Espace réservé de la date 2">
            <a:extLst>
              <a:ext uri="{FF2B5EF4-FFF2-40B4-BE49-F238E27FC236}">
                <a16:creationId xmlns:a16="http://schemas.microsoft.com/office/drawing/2014/main" id="{32A58838-D4E0-3F40-EDFB-214CAFEDDF3E}"/>
              </a:ext>
            </a:extLst>
          </p:cNvPr>
          <p:cNvSpPr>
            <a:spLocks noGrp="1"/>
          </p:cNvSpPr>
          <p:nvPr>
            <p:ph type="dt" sz="half" idx="10"/>
          </p:nvPr>
        </p:nvSpPr>
        <p:spPr/>
        <p:txBody>
          <a:bodyPr/>
          <a:lstStyle>
            <a:lvl1pPr>
              <a:defRPr sz="1800">
                <a:solidFill>
                  <a:schemeClr val="tx1"/>
                </a:solidFill>
              </a:defRPr>
            </a:lvl1pPr>
          </a:lstStyle>
          <a:p>
            <a:fld id="{52142CCF-91F3-4D9E-B16C-0DCBBE0C4E0D}" type="datetime1">
              <a:rPr lang="en-CA" noProof="0" smtClean="0"/>
              <a:pPr/>
              <a:t>2025-08-12</a:t>
            </a:fld>
            <a:endParaRPr lang="en-CA" noProof="0"/>
          </a:p>
        </p:txBody>
      </p:sp>
      <p:sp>
        <p:nvSpPr>
          <p:cNvPr id="4" name="Espace réservé du pied de page 3">
            <a:extLst>
              <a:ext uri="{FF2B5EF4-FFF2-40B4-BE49-F238E27FC236}">
                <a16:creationId xmlns:a16="http://schemas.microsoft.com/office/drawing/2014/main" id="{39AED851-9653-F005-F842-663F73F59126}"/>
              </a:ext>
            </a:extLst>
          </p:cNvPr>
          <p:cNvSpPr>
            <a:spLocks noGrp="1"/>
          </p:cNvSpPr>
          <p:nvPr>
            <p:ph type="ftr" sz="quarter" idx="11"/>
          </p:nvPr>
        </p:nvSpPr>
        <p:spPr/>
        <p:txBody>
          <a:bodyPr/>
          <a:lstStyle>
            <a:lvl1pPr>
              <a:defRPr sz="1800">
                <a:solidFill>
                  <a:schemeClr val="tx1"/>
                </a:solidFill>
              </a:defRPr>
            </a:lvl1pPr>
          </a:lstStyle>
          <a:p>
            <a:endParaRPr lang="en-CA" noProof="0"/>
          </a:p>
        </p:txBody>
      </p:sp>
      <p:sp>
        <p:nvSpPr>
          <p:cNvPr id="5" name="Espace réservé du numéro de diapositive 4">
            <a:extLst>
              <a:ext uri="{FF2B5EF4-FFF2-40B4-BE49-F238E27FC236}">
                <a16:creationId xmlns:a16="http://schemas.microsoft.com/office/drawing/2014/main" id="{2E4EC051-A2CC-95EE-4EA5-D9D3D2803B3E}"/>
              </a:ext>
            </a:extLst>
          </p:cNvPr>
          <p:cNvSpPr>
            <a:spLocks noGrp="1"/>
          </p:cNvSpPr>
          <p:nvPr>
            <p:ph type="sldNum" sz="quarter" idx="12"/>
          </p:nvPr>
        </p:nvSpPr>
        <p:spPr/>
        <p:txBody>
          <a:bodyPr/>
          <a:lstStyle/>
          <a:p>
            <a:fld id="{2E86C063-E22E-2E4C-A523-54089486E38F}" type="slidenum">
              <a:rPr lang="en-CA" noProof="0" smtClean="0"/>
              <a:pPr/>
              <a:t>‹#›</a:t>
            </a:fld>
            <a:endParaRPr lang="en-CA" noProof="0"/>
          </a:p>
        </p:txBody>
      </p:sp>
    </p:spTree>
    <p:extLst>
      <p:ext uri="{BB962C8B-B14F-4D97-AF65-F5344CB8AC3E}">
        <p14:creationId xmlns:p14="http://schemas.microsoft.com/office/powerpoint/2010/main" val="23019968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7840" y="733246"/>
            <a:ext cx="5782486" cy="3631720"/>
          </a:xfrm>
        </p:spPr>
        <p:txBody>
          <a:bodyPr>
            <a:noAutofit/>
          </a:bodyPr>
          <a:lstStyle>
            <a:lvl1pPr algn="l">
              <a:defRPr sz="4400" b="1" i="0">
                <a:latin typeface="Arial"/>
                <a:cs typeface="Verdana"/>
              </a:defRPr>
            </a:lvl1pPr>
          </a:lstStyle>
          <a:p>
            <a:r>
              <a:rPr lang="en-US"/>
              <a:t>Click to edit Master title style</a:t>
            </a:r>
          </a:p>
        </p:txBody>
      </p:sp>
      <p:sp>
        <p:nvSpPr>
          <p:cNvPr id="3" name="Subtitle 2"/>
          <p:cNvSpPr>
            <a:spLocks noGrp="1"/>
          </p:cNvSpPr>
          <p:nvPr>
            <p:ph type="subTitle" idx="1"/>
          </p:nvPr>
        </p:nvSpPr>
        <p:spPr>
          <a:xfrm>
            <a:off x="4577842" y="4524542"/>
            <a:ext cx="7004558" cy="1752600"/>
          </a:xfrm>
        </p:spPr>
        <p:txBody>
          <a:bodyPr>
            <a:normAutofit/>
          </a:bodyPr>
          <a:lstStyle>
            <a:lvl1pPr marL="0" indent="0" algn="l">
              <a:lnSpc>
                <a:spcPct val="150000"/>
              </a:lnSpc>
              <a:buNone/>
              <a:defRPr sz="3000">
                <a:solidFill>
                  <a:schemeClr val="tx1"/>
                </a:solidFill>
                <a:latin typeface="Arial"/>
                <a:cs typeface="Verdana"/>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E4F67D4-DBC5-4702-9055-ECC4D43641AB}" type="datetime1">
              <a:rPr lang="en-US" smtClean="0"/>
              <a:t>8/12/2025</a:t>
            </a:fld>
            <a:r>
              <a:rPr lang="en-US"/>
              <a:t> </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24837184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rotWithShape="1">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963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vl1pPr>
          </a:lstStyle>
          <a:p>
            <a:r>
              <a:rPr lang="en-US"/>
              <a:t>Click to edit Master title style</a:t>
            </a:r>
          </a:p>
        </p:txBody>
      </p:sp>
      <p:sp>
        <p:nvSpPr>
          <p:cNvPr id="3" name="Content Placeholder 2"/>
          <p:cNvSpPr>
            <a:spLocks noGrp="1"/>
          </p:cNvSpPr>
          <p:nvPr>
            <p:ph idx="1" hasCustomPrompt="1"/>
          </p:nvPr>
        </p:nvSpPr>
        <p:spPr/>
        <p:txBody>
          <a:bodyPr>
            <a:normAutofit/>
          </a:bodyPr>
          <a:lstStyle>
            <a:lvl1pPr>
              <a:lnSpc>
                <a:spcPct val="150000"/>
              </a:lnSpc>
              <a:defRPr sz="3000"/>
            </a:lvl1pPr>
            <a:lvl2pPr>
              <a:lnSpc>
                <a:spcPct val="150000"/>
              </a:lnSpc>
              <a:defRPr sz="3000"/>
            </a:lvl2pPr>
            <a:lvl3pPr>
              <a:defRPr sz="3000"/>
            </a:lvl3pPr>
            <a:lvl4pPr>
              <a:defRPr sz="3000"/>
            </a:lvl4pPr>
            <a:lvl5pPr>
              <a:defRPr sz="3000"/>
            </a:lvl5pPr>
          </a:lstStyle>
          <a:p>
            <a:pPr lvl="0"/>
            <a:r>
              <a:rPr lang="en-US"/>
              <a:t>Edit Master text styles</a:t>
            </a:r>
          </a:p>
          <a:p>
            <a:pPr lvl="1"/>
            <a:r>
              <a:rPr lang="en-US"/>
              <a:t>Second level</a:t>
            </a:r>
          </a:p>
        </p:txBody>
      </p:sp>
      <p:sp>
        <p:nvSpPr>
          <p:cNvPr id="4" name="Date Placeholder 3"/>
          <p:cNvSpPr>
            <a:spLocks noGrp="1"/>
          </p:cNvSpPr>
          <p:nvPr>
            <p:ph type="dt" sz="half" idx="10"/>
          </p:nvPr>
        </p:nvSpPr>
        <p:spPr/>
        <p:txBody>
          <a:bodyPr/>
          <a:lstStyle/>
          <a:p>
            <a:fld id="{3745567D-2B14-4C15-8E8C-045A5E72AC07}" type="datetime1">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sz="1800">
                <a:solidFill>
                  <a:schemeClr val="tx1"/>
                </a:solidFill>
              </a:defRPr>
            </a:lvl1pPr>
          </a:lstStyle>
          <a:p>
            <a:fld id="{2E86C063-E22E-2E4C-A523-54089486E38F}" type="slidenum">
              <a:rPr lang="en-US" smtClean="0"/>
              <a:pPr/>
              <a:t>‹#›</a:t>
            </a:fld>
            <a:endParaRPr lang="en-US"/>
          </a:p>
        </p:txBody>
      </p:sp>
    </p:spTree>
    <p:extLst>
      <p:ext uri="{BB962C8B-B14F-4D97-AF65-F5344CB8AC3E}">
        <p14:creationId xmlns:p14="http://schemas.microsoft.com/office/powerpoint/2010/main" val="5299360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vl1pPr>
          </a:lstStyle>
          <a:p>
            <a:r>
              <a:rPr lang="en-US"/>
              <a:t>Click to edit Master title style</a:t>
            </a:r>
          </a:p>
        </p:txBody>
      </p:sp>
      <p:sp>
        <p:nvSpPr>
          <p:cNvPr id="3" name="Content Placeholder 2"/>
          <p:cNvSpPr>
            <a:spLocks noGrp="1"/>
          </p:cNvSpPr>
          <p:nvPr>
            <p:ph sz="half" idx="1" hasCustomPrompt="1"/>
          </p:nvPr>
        </p:nvSpPr>
        <p:spPr>
          <a:xfrm>
            <a:off x="609600" y="1600201"/>
            <a:ext cx="5384800" cy="4525963"/>
          </a:xfrm>
        </p:spPr>
        <p:txBody>
          <a:bodyPr>
            <a:normAutofit/>
          </a:bodyPr>
          <a:lstStyle>
            <a:lvl1pPr>
              <a:lnSpc>
                <a:spcPct val="150000"/>
              </a:lnSpc>
              <a:defRPr sz="3000"/>
            </a:lvl1pPr>
            <a:lvl2pPr>
              <a:lnSpc>
                <a:spcPct val="150000"/>
              </a:lnSpc>
              <a:defRPr sz="3000"/>
            </a:lvl2pPr>
            <a:lvl3pPr>
              <a:defRPr sz="3000"/>
            </a:lvl3pPr>
            <a:lvl4pPr>
              <a:defRPr sz="3000"/>
            </a:lvl4pPr>
            <a:lvl5pPr>
              <a:defRPr sz="3000"/>
            </a:lvl5pPr>
            <a:lvl6pPr>
              <a:defRPr sz="2400"/>
            </a:lvl6pPr>
            <a:lvl7pPr>
              <a:defRPr sz="2400"/>
            </a:lvl7pPr>
            <a:lvl8pPr>
              <a:defRPr sz="2400"/>
            </a:lvl8pPr>
            <a:lvl9pPr>
              <a:defRPr sz="2400"/>
            </a:lvl9pPr>
          </a:lstStyle>
          <a:p>
            <a:pPr lvl="0"/>
            <a:r>
              <a:rPr lang="en-US"/>
              <a:t>Edit Master text styles</a:t>
            </a:r>
          </a:p>
          <a:p>
            <a:pPr lvl="1"/>
            <a:r>
              <a:rPr lang="en-US"/>
              <a:t>Second level</a:t>
            </a:r>
          </a:p>
        </p:txBody>
      </p:sp>
      <p:sp>
        <p:nvSpPr>
          <p:cNvPr id="4" name="Content Placeholder 3"/>
          <p:cNvSpPr>
            <a:spLocks noGrp="1"/>
          </p:cNvSpPr>
          <p:nvPr>
            <p:ph sz="half" idx="2" hasCustomPrompt="1"/>
          </p:nvPr>
        </p:nvSpPr>
        <p:spPr>
          <a:xfrm>
            <a:off x="6197600" y="1600201"/>
            <a:ext cx="5384800" cy="4525963"/>
          </a:xfrm>
        </p:spPr>
        <p:txBody>
          <a:bodyPr>
            <a:normAutofit/>
          </a:bodyPr>
          <a:lstStyle>
            <a:lvl1pPr>
              <a:lnSpc>
                <a:spcPct val="150000"/>
              </a:lnSpc>
              <a:defRPr sz="3000"/>
            </a:lvl1pPr>
            <a:lvl2pPr>
              <a:lnSpc>
                <a:spcPct val="150000"/>
              </a:lnSpc>
              <a:defRPr sz="3000"/>
            </a:lvl2pPr>
            <a:lvl3pPr>
              <a:defRPr sz="3000"/>
            </a:lvl3pPr>
            <a:lvl4pPr>
              <a:defRPr sz="3000"/>
            </a:lvl4pPr>
            <a:lvl5pPr>
              <a:defRPr sz="3000"/>
            </a:lvl5pPr>
            <a:lvl6pPr>
              <a:defRPr sz="2400"/>
            </a:lvl6pPr>
            <a:lvl7pPr>
              <a:defRPr sz="2400"/>
            </a:lvl7pPr>
            <a:lvl8pPr>
              <a:defRPr sz="2400"/>
            </a:lvl8pPr>
            <a:lvl9pPr>
              <a:defRPr sz="2400"/>
            </a:lvl9pPr>
          </a:lstStyle>
          <a:p>
            <a:pPr lvl="0"/>
            <a:r>
              <a:rPr lang="en-US"/>
              <a:t>Edit Master text styles</a:t>
            </a:r>
          </a:p>
          <a:p>
            <a:pPr lvl="1"/>
            <a:r>
              <a:rPr lang="en-US"/>
              <a:t>Second level</a:t>
            </a:r>
          </a:p>
        </p:txBody>
      </p:sp>
      <p:sp>
        <p:nvSpPr>
          <p:cNvPr id="5" name="Date Placeholder 4"/>
          <p:cNvSpPr>
            <a:spLocks noGrp="1"/>
          </p:cNvSpPr>
          <p:nvPr>
            <p:ph type="dt" sz="half" idx="10"/>
          </p:nvPr>
        </p:nvSpPr>
        <p:spPr/>
        <p:txBody>
          <a:bodyPr/>
          <a:lstStyle/>
          <a:p>
            <a:fld id="{A4D324A1-2D7C-41E9-A63F-6C431D64C3C7}" type="datetime1">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sz="1800">
                <a:solidFill>
                  <a:schemeClr val="tx1"/>
                </a:solidFill>
              </a:defRPr>
            </a:lvl1pPr>
          </a:lstStyle>
          <a:p>
            <a:fld id="{2E86C063-E22E-2E4C-A523-54089486E38F}" type="slidenum">
              <a:rPr lang="en-US" smtClean="0"/>
              <a:pPr/>
              <a:t>‹#›</a:t>
            </a:fld>
            <a:endParaRPr lang="en-US"/>
          </a:p>
        </p:txBody>
      </p:sp>
    </p:spTree>
    <p:extLst>
      <p:ext uri="{BB962C8B-B14F-4D97-AF65-F5344CB8AC3E}">
        <p14:creationId xmlns:p14="http://schemas.microsoft.com/office/powerpoint/2010/main" val="9823654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AE8D8-3F8D-4D2D-82AE-F0332D71DC76}" type="datetime1">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86C063-E22E-2E4C-A523-54089486E38F}" type="slidenum">
              <a:rPr lang="en-US" smtClean="0"/>
              <a:t>‹#›</a:t>
            </a:fld>
            <a:endParaRPr lang="en-US"/>
          </a:p>
        </p:txBody>
      </p:sp>
    </p:spTree>
    <p:extLst>
      <p:ext uri="{BB962C8B-B14F-4D97-AF65-F5344CB8AC3E}">
        <p14:creationId xmlns:p14="http://schemas.microsoft.com/office/powerpoint/2010/main" val="5161061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ustom Layou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C2020-4F4E-42A0-AF30-D671AD908D82}"/>
              </a:ext>
            </a:extLst>
          </p:cNvPr>
          <p:cNvSpPr>
            <a:spLocks noGrp="1"/>
          </p:cNvSpPr>
          <p:nvPr>
            <p:ph type="title"/>
          </p:nvPr>
        </p:nvSpPr>
        <p:spPr/>
        <p:txBody>
          <a:bodyPr>
            <a:normAutofit/>
          </a:bodyPr>
          <a:lstStyle>
            <a:lvl1pPr>
              <a:defRPr sz="3600"/>
            </a:lvl1pPr>
          </a:lstStyle>
          <a:p>
            <a:r>
              <a:rPr lang="en-US"/>
              <a:t>Click to edit Master title style</a:t>
            </a:r>
            <a:endParaRPr lang="en-CA"/>
          </a:p>
        </p:txBody>
      </p:sp>
      <p:sp>
        <p:nvSpPr>
          <p:cNvPr id="4" name="Footer Placeholder 3">
            <a:extLst>
              <a:ext uri="{FF2B5EF4-FFF2-40B4-BE49-F238E27FC236}">
                <a16:creationId xmlns:a16="http://schemas.microsoft.com/office/drawing/2014/main" id="{1007B5AA-B683-4EAE-AD66-731A19233E11}"/>
              </a:ext>
            </a:extLst>
          </p:cNvPr>
          <p:cNvSpPr>
            <a:spLocks noGrp="1"/>
          </p:cNvSpPr>
          <p:nvPr>
            <p:ph type="ftr" sz="quarter" idx="11"/>
          </p:nvPr>
        </p:nvSpPr>
        <p:spPr/>
        <p:txBody>
          <a:bodyPr/>
          <a:lstStyle>
            <a:lvl1pPr>
              <a:defRPr b="0"/>
            </a:lvl1pPr>
          </a:lstStyle>
          <a:p>
            <a:r>
              <a:rPr lang="en-CA"/>
              <a:t>Making Technology work for everyone!</a:t>
            </a:r>
            <a:endParaRPr lang="en-US"/>
          </a:p>
        </p:txBody>
      </p:sp>
      <p:sp>
        <p:nvSpPr>
          <p:cNvPr id="5" name="Slide Number Placeholder 4">
            <a:extLst>
              <a:ext uri="{FF2B5EF4-FFF2-40B4-BE49-F238E27FC236}">
                <a16:creationId xmlns:a16="http://schemas.microsoft.com/office/drawing/2014/main" id="{81A20FC3-C7F3-40D1-97E1-1BAB89CE6B01}"/>
              </a:ext>
            </a:extLst>
          </p:cNvPr>
          <p:cNvSpPr>
            <a:spLocks noGrp="1"/>
          </p:cNvSpPr>
          <p:nvPr>
            <p:ph type="sldNum" sz="quarter" idx="12"/>
          </p:nvPr>
        </p:nvSpPr>
        <p:spPr>
          <a:xfrm>
            <a:off x="8772772" y="6434220"/>
            <a:ext cx="2803769" cy="287256"/>
          </a:xfrm>
        </p:spPr>
        <p:txBody>
          <a:bodyPr/>
          <a:lstStyle>
            <a:lvl1pPr>
              <a:defRPr sz="1800"/>
            </a:lvl1pPr>
          </a:lstStyle>
          <a:p>
            <a:fld id="{2E86C063-E22E-2E4C-A523-54089486E38F}" type="slidenum">
              <a:rPr lang="en-US" smtClean="0"/>
              <a:pPr/>
              <a:t>‹#›</a:t>
            </a:fld>
            <a:endParaRPr lang="en-US"/>
          </a:p>
        </p:txBody>
      </p:sp>
      <p:sp>
        <p:nvSpPr>
          <p:cNvPr id="7" name="Content Placeholder 6">
            <a:extLst>
              <a:ext uri="{FF2B5EF4-FFF2-40B4-BE49-F238E27FC236}">
                <a16:creationId xmlns:a16="http://schemas.microsoft.com/office/drawing/2014/main" id="{FC5AD0B7-D45A-46AC-8B34-051B1A93A591}"/>
              </a:ext>
            </a:extLst>
          </p:cNvPr>
          <p:cNvSpPr>
            <a:spLocks noGrp="1"/>
          </p:cNvSpPr>
          <p:nvPr>
            <p:ph sz="quarter" idx="13"/>
          </p:nvPr>
        </p:nvSpPr>
        <p:spPr>
          <a:xfrm>
            <a:off x="728133" y="1779589"/>
            <a:ext cx="10854267" cy="4283075"/>
          </a:xfrm>
        </p:spPr>
        <p:txBody>
          <a:bodyPr>
            <a:normAutofit/>
          </a:bodyPr>
          <a:lstStyle>
            <a:lvl1pPr marL="342891" indent="-342891">
              <a:buFont typeface="Wingdings" panose="05000000000000000000" pitchFamily="2" charset="2"/>
              <a:buChar char="Ø"/>
              <a:defRPr sz="3000"/>
            </a:lvl1pPr>
            <a:lvl2pPr marL="742932" indent="-285744">
              <a:buFont typeface="Wingdings" panose="05000000000000000000" pitchFamily="2" charset="2"/>
              <a:buChar char="Ø"/>
              <a:defRPr sz="3000"/>
            </a:lvl2pPr>
            <a:lvl3pPr marL="1142971" indent="-228594">
              <a:buFont typeface="Wingdings" panose="05000000000000000000" pitchFamily="2" charset="2"/>
              <a:buChar char="Ø"/>
              <a:defRPr sz="3000"/>
            </a:lvl3pPr>
            <a:lvl4pPr marL="1600160" indent="-228594">
              <a:buFont typeface="Wingdings" panose="05000000000000000000" pitchFamily="2" charset="2"/>
              <a:buChar char="Ø"/>
              <a:defRPr sz="3000"/>
            </a:lvl4pPr>
            <a:lvl5pPr marL="2057349" indent="-228594">
              <a:buFont typeface="Wingdings" panose="05000000000000000000" pitchFamily="2" charset="2"/>
              <a:buChar char="Ø"/>
              <a:defRPr sz="3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068202984"/>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89997" y="3429000"/>
            <a:ext cx="6200631" cy="2258667"/>
          </a:xfrm>
        </p:spPr>
        <p:txBody>
          <a:bodyPr>
            <a:noAutofit/>
          </a:bodyPr>
          <a:lstStyle>
            <a:lvl1pPr algn="l">
              <a:defRPr sz="4000" b="1" i="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p>
        </p:txBody>
      </p:sp>
    </p:spTree>
    <p:extLst>
      <p:ext uri="{BB962C8B-B14F-4D97-AF65-F5344CB8AC3E}">
        <p14:creationId xmlns:p14="http://schemas.microsoft.com/office/powerpoint/2010/main" val="26677493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44820"/>
            <a:ext cx="10972800" cy="898180"/>
          </a:xfrm>
        </p:spPr>
        <p:txBody>
          <a:bodyPr>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609600" y="1258875"/>
            <a:ext cx="5386917" cy="898180"/>
          </a:xfrm>
        </p:spPr>
        <p:txBody>
          <a:bodyPr anchor="t">
            <a:noAutofit/>
          </a:bodyPr>
          <a:lstStyle>
            <a:lvl1pPr marL="0" indent="0">
              <a:buNone/>
              <a:defRPr sz="3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Autofit/>
          </a:bodyPr>
          <a:lstStyle>
            <a:lvl1pPr marL="457189" indent="-457189">
              <a:buFont typeface="Wingdings" panose="05000000000000000000" pitchFamily="2" charset="2"/>
              <a:buChar char="Ø"/>
              <a:defRPr sz="3000"/>
            </a:lvl1pPr>
            <a:lvl2pPr marL="914377" indent="-457189">
              <a:buFont typeface="Wingdings" panose="05000000000000000000" pitchFamily="2" charset="2"/>
              <a:buChar char="Ø"/>
              <a:defRPr sz="3000"/>
            </a:lvl2pPr>
            <a:lvl3pPr marL="1371566" indent="-457189">
              <a:buFont typeface="Wingdings" panose="05000000000000000000" pitchFamily="2" charset="2"/>
              <a:buChar char="Ø"/>
              <a:defRPr sz="3000"/>
            </a:lvl3pPr>
            <a:lvl4pPr marL="1828754" indent="-457189">
              <a:buFont typeface="Wingdings" panose="05000000000000000000" pitchFamily="2" charset="2"/>
              <a:buChar char="Ø"/>
              <a:defRPr sz="3000"/>
            </a:lvl4pPr>
            <a:lvl5pPr marL="2285943" indent="-457189">
              <a:buFont typeface="Wingdings" panose="05000000000000000000" pitchFamily="2" charset="2"/>
              <a:buChar char="Ø"/>
              <a:defRPr sz="3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258875"/>
            <a:ext cx="5389033" cy="916001"/>
          </a:xfrm>
        </p:spPr>
        <p:txBody>
          <a:bodyPr anchor="t">
            <a:noAutofit/>
          </a:bodyPr>
          <a:lstStyle>
            <a:lvl1pPr marL="0" indent="0">
              <a:buNone/>
              <a:defRPr sz="3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noAutofit/>
          </a:bodyPr>
          <a:lstStyle>
            <a:lvl1pPr marL="342891" indent="-342891">
              <a:buFont typeface="Wingdings" panose="05000000000000000000" pitchFamily="2" charset="2"/>
              <a:buChar char="Ø"/>
              <a:defRPr sz="3000"/>
            </a:lvl1pPr>
            <a:lvl2pPr marL="742932" indent="-285744">
              <a:buFont typeface="Wingdings" panose="05000000000000000000" pitchFamily="2" charset="2"/>
              <a:buChar char="Ø"/>
              <a:defRPr sz="3000"/>
            </a:lvl2pPr>
            <a:lvl3pPr marL="1142971" indent="-228594">
              <a:buFont typeface="Wingdings" panose="05000000000000000000" pitchFamily="2" charset="2"/>
              <a:buChar char="Ø"/>
              <a:defRPr sz="3000"/>
            </a:lvl3pPr>
            <a:lvl4pPr marL="1600160" indent="-228594">
              <a:buFont typeface="Wingdings" panose="05000000000000000000" pitchFamily="2" charset="2"/>
              <a:buChar char="Ø"/>
              <a:defRPr sz="3000"/>
            </a:lvl4pPr>
            <a:lvl5pPr marL="2057349" indent="-228594">
              <a:buFont typeface="Wingdings" panose="05000000000000000000" pitchFamily="2" charset="2"/>
              <a:buChar char="Ø"/>
              <a:defRPr sz="3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lvl1pPr>
              <a:defRPr b="0"/>
            </a:lvl1pPr>
          </a:lstStyle>
          <a:p>
            <a:r>
              <a:rPr lang="en-CA"/>
              <a:t>Making Technology work for everyone!</a:t>
            </a:r>
            <a:endParaRPr lang="en-US"/>
          </a:p>
        </p:txBody>
      </p:sp>
      <p:sp>
        <p:nvSpPr>
          <p:cNvPr id="9" name="Slide Number Placeholder 8"/>
          <p:cNvSpPr>
            <a:spLocks noGrp="1"/>
          </p:cNvSpPr>
          <p:nvPr>
            <p:ph type="sldNum" sz="quarter" idx="12"/>
          </p:nvPr>
        </p:nvSpPr>
        <p:spPr/>
        <p:txBody>
          <a:bodyPr/>
          <a:lstStyle/>
          <a:p>
            <a:fld id="{2E86C063-E22E-2E4C-A523-54089486E38F}" type="slidenum">
              <a:rPr lang="en-US" smtClean="0"/>
              <a:pPr/>
              <a:t>‹#›</a:t>
            </a:fld>
            <a:endParaRPr lang="en-US"/>
          </a:p>
        </p:txBody>
      </p:sp>
    </p:spTree>
    <p:extLst>
      <p:ext uri="{BB962C8B-B14F-4D97-AF65-F5344CB8AC3E}">
        <p14:creationId xmlns:p14="http://schemas.microsoft.com/office/powerpoint/2010/main" val="16244653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8B41-2DBA-3BF2-9B4B-C32E67D6C76F}"/>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FED0BD3-2B7E-7FEB-DFC6-7F8E88427462}"/>
              </a:ext>
            </a:extLst>
          </p:cNvPr>
          <p:cNvSpPr>
            <a:spLocks noGrp="1"/>
          </p:cNvSpPr>
          <p:nvPr>
            <p:ph type="dt" sz="half" idx="10"/>
          </p:nvPr>
        </p:nvSpPr>
        <p:spPr/>
        <p:txBody>
          <a:bodyPr/>
          <a:lstStyle/>
          <a:p>
            <a:fld id="{52142CCF-91F3-4D9E-B16C-0DCBBE0C4E0D}" type="datetime1">
              <a:rPr lang="en-US" smtClean="0"/>
              <a:t>8/12/2025</a:t>
            </a:fld>
            <a:endParaRPr lang="en-US"/>
          </a:p>
        </p:txBody>
      </p:sp>
      <p:sp>
        <p:nvSpPr>
          <p:cNvPr id="4" name="Footer Placeholder 3">
            <a:extLst>
              <a:ext uri="{FF2B5EF4-FFF2-40B4-BE49-F238E27FC236}">
                <a16:creationId xmlns:a16="http://schemas.microsoft.com/office/drawing/2014/main" id="{A91AE403-1231-64EF-37AE-ECE09490C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35E938-E0BF-D4BF-EA08-9D40AFE54ED8}"/>
              </a:ext>
            </a:extLst>
          </p:cNvPr>
          <p:cNvSpPr>
            <a:spLocks noGrp="1"/>
          </p:cNvSpPr>
          <p:nvPr>
            <p:ph type="sldNum" sz="quarter" idx="12"/>
          </p:nvPr>
        </p:nvSpPr>
        <p:spPr/>
        <p:txBody>
          <a:bodyPr/>
          <a:lstStyle/>
          <a:p>
            <a:fld id="{2E86C063-E22E-2E4C-A523-54089486E38F}" type="slidenum">
              <a:rPr lang="en-US" smtClean="0"/>
              <a:pPr/>
              <a:t>‹#›</a:t>
            </a:fld>
            <a:endParaRPr lang="en-US"/>
          </a:p>
        </p:txBody>
      </p:sp>
      <p:sp>
        <p:nvSpPr>
          <p:cNvPr id="7" name="Content Placeholder 6">
            <a:extLst>
              <a:ext uri="{FF2B5EF4-FFF2-40B4-BE49-F238E27FC236}">
                <a16:creationId xmlns:a16="http://schemas.microsoft.com/office/drawing/2014/main" id="{2D64AB45-8E6C-6478-4F9C-BB5F665BB766}"/>
              </a:ext>
            </a:extLst>
          </p:cNvPr>
          <p:cNvSpPr>
            <a:spLocks noGrp="1"/>
          </p:cNvSpPr>
          <p:nvPr>
            <p:ph sz="quarter" idx="13"/>
          </p:nvPr>
        </p:nvSpPr>
        <p:spPr>
          <a:xfrm>
            <a:off x="577850" y="1611313"/>
            <a:ext cx="4365625" cy="4397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Text Placeholder 8">
            <a:extLst>
              <a:ext uri="{FF2B5EF4-FFF2-40B4-BE49-F238E27FC236}">
                <a16:creationId xmlns:a16="http://schemas.microsoft.com/office/drawing/2014/main" id="{7AF27E99-BBA0-43D2-75E8-F4173FE4D50C}"/>
              </a:ext>
            </a:extLst>
          </p:cNvPr>
          <p:cNvSpPr>
            <a:spLocks noGrp="1"/>
          </p:cNvSpPr>
          <p:nvPr>
            <p:ph type="body" sz="quarter" idx="14"/>
          </p:nvPr>
        </p:nvSpPr>
        <p:spPr>
          <a:xfrm>
            <a:off x="5078413" y="1582738"/>
            <a:ext cx="4725987" cy="4397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6725920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ACCB7-A600-E92B-F61B-760E95CB10B1}"/>
              </a:ext>
            </a:extLst>
          </p:cNvPr>
          <p:cNvSpPr>
            <a:spLocks noGrp="1"/>
          </p:cNvSpPr>
          <p:nvPr>
            <p:ph type="title" hasCustomPrompt="1"/>
          </p:nvPr>
        </p:nvSpPr>
        <p:spPr/>
        <p:txBody>
          <a:bodyPr/>
          <a:lstStyle>
            <a:lvl1pPr>
              <a:defRPr/>
            </a:lvl1pPr>
          </a:lstStyle>
          <a:p>
            <a:r>
              <a:rPr lang="en-CA" noProof="0"/>
              <a:t>Click to Edit Title</a:t>
            </a:r>
          </a:p>
        </p:txBody>
      </p:sp>
      <p:sp>
        <p:nvSpPr>
          <p:cNvPr id="7" name="Espace réservé du texte 6">
            <a:extLst>
              <a:ext uri="{FF2B5EF4-FFF2-40B4-BE49-F238E27FC236}">
                <a16:creationId xmlns:a16="http://schemas.microsoft.com/office/drawing/2014/main" id="{192C055F-0B4E-DC63-2649-77BB0BAC8D1E}"/>
              </a:ext>
            </a:extLst>
          </p:cNvPr>
          <p:cNvSpPr>
            <a:spLocks noGrp="1"/>
          </p:cNvSpPr>
          <p:nvPr>
            <p:ph type="body" sz="quarter" idx="13" hasCustomPrompt="1"/>
          </p:nvPr>
        </p:nvSpPr>
        <p:spPr>
          <a:xfrm>
            <a:off x="609600" y="1630363"/>
            <a:ext cx="5385846" cy="1143000"/>
          </a:xfrm>
        </p:spPr>
        <p:txBody>
          <a:bodyPr>
            <a:noAutofit/>
          </a:bodyPr>
          <a:lstStyle>
            <a:lvl1pPr marL="0" indent="0">
              <a:lnSpc>
                <a:spcPct val="150000"/>
              </a:lnSpc>
              <a:buFontTx/>
              <a:buNone/>
              <a:defRPr sz="1800"/>
            </a:lvl1pPr>
            <a:lvl2pPr marL="609585" indent="0">
              <a:buFontTx/>
              <a:buNone/>
              <a:defRPr sz="1800"/>
            </a:lvl2pPr>
            <a:lvl3pPr marL="1219170" indent="0">
              <a:buFontTx/>
              <a:buNone/>
              <a:defRPr sz="1800"/>
            </a:lvl3pPr>
            <a:lvl4pPr marL="1828755" indent="0">
              <a:buFontTx/>
              <a:buNone/>
              <a:defRPr sz="1800"/>
            </a:lvl4pPr>
            <a:lvl5pPr marL="2438339" indent="0">
              <a:buFontTx/>
              <a:buNone/>
              <a:defRPr sz="1800"/>
            </a:lvl5pPr>
          </a:lstStyle>
          <a:p>
            <a:pPr lvl="0"/>
            <a:r>
              <a:rPr lang="en-CA" noProof="0"/>
              <a:t>Click to edit text placeholder 1</a:t>
            </a:r>
          </a:p>
        </p:txBody>
      </p:sp>
      <p:sp>
        <p:nvSpPr>
          <p:cNvPr id="10" name="Espace réservé du texte 9">
            <a:extLst>
              <a:ext uri="{FF2B5EF4-FFF2-40B4-BE49-F238E27FC236}">
                <a16:creationId xmlns:a16="http://schemas.microsoft.com/office/drawing/2014/main" id="{87429C74-2968-3125-7CE2-D65499AF5DB0}"/>
              </a:ext>
            </a:extLst>
          </p:cNvPr>
          <p:cNvSpPr>
            <a:spLocks noGrp="1"/>
          </p:cNvSpPr>
          <p:nvPr>
            <p:ph type="body" sz="quarter" idx="14" hasCustomPrompt="1"/>
          </p:nvPr>
        </p:nvSpPr>
        <p:spPr>
          <a:xfrm>
            <a:off x="609600" y="2879724"/>
            <a:ext cx="5385846" cy="1204913"/>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en-CA" noProof="0"/>
              <a:t>Click to edit text placeholder 2</a:t>
            </a:r>
          </a:p>
        </p:txBody>
      </p:sp>
      <p:sp>
        <p:nvSpPr>
          <p:cNvPr id="12" name="Espace réservé du texte 11">
            <a:extLst>
              <a:ext uri="{FF2B5EF4-FFF2-40B4-BE49-F238E27FC236}">
                <a16:creationId xmlns:a16="http://schemas.microsoft.com/office/drawing/2014/main" id="{EE34A68F-9E8F-F91B-8D82-A90145EC8D38}"/>
              </a:ext>
            </a:extLst>
          </p:cNvPr>
          <p:cNvSpPr>
            <a:spLocks noGrp="1"/>
          </p:cNvSpPr>
          <p:nvPr>
            <p:ph type="body" sz="quarter" idx="15" hasCustomPrompt="1"/>
          </p:nvPr>
        </p:nvSpPr>
        <p:spPr>
          <a:xfrm>
            <a:off x="609600" y="4206875"/>
            <a:ext cx="5385846" cy="1789113"/>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en-CA" noProof="0"/>
              <a:t>Click to edit text placeholder 3</a:t>
            </a:r>
          </a:p>
        </p:txBody>
      </p:sp>
      <p:sp>
        <p:nvSpPr>
          <p:cNvPr id="14" name="Espace réservé du texte 13">
            <a:extLst>
              <a:ext uri="{FF2B5EF4-FFF2-40B4-BE49-F238E27FC236}">
                <a16:creationId xmlns:a16="http://schemas.microsoft.com/office/drawing/2014/main" id="{01BC7FE6-AA4F-AAE0-5E99-0C161BBDBF81}"/>
              </a:ext>
            </a:extLst>
          </p:cNvPr>
          <p:cNvSpPr>
            <a:spLocks noGrp="1"/>
          </p:cNvSpPr>
          <p:nvPr>
            <p:ph type="body" sz="quarter" idx="16" hasCustomPrompt="1"/>
          </p:nvPr>
        </p:nvSpPr>
        <p:spPr>
          <a:xfrm>
            <a:off x="6196554" y="1630363"/>
            <a:ext cx="5385846" cy="1143000"/>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en-CA" noProof="0"/>
              <a:t>Click to edit text placeholder 4</a:t>
            </a:r>
          </a:p>
        </p:txBody>
      </p:sp>
      <p:sp>
        <p:nvSpPr>
          <p:cNvPr id="16" name="Espace réservé du texte 15">
            <a:extLst>
              <a:ext uri="{FF2B5EF4-FFF2-40B4-BE49-F238E27FC236}">
                <a16:creationId xmlns:a16="http://schemas.microsoft.com/office/drawing/2014/main" id="{6AAFA2DC-7275-4603-B071-A3903D003C52}"/>
              </a:ext>
            </a:extLst>
          </p:cNvPr>
          <p:cNvSpPr>
            <a:spLocks noGrp="1"/>
          </p:cNvSpPr>
          <p:nvPr>
            <p:ph type="body" sz="quarter" idx="17" hasCustomPrompt="1"/>
          </p:nvPr>
        </p:nvSpPr>
        <p:spPr>
          <a:xfrm>
            <a:off x="6196554" y="2879725"/>
            <a:ext cx="5385846" cy="1204912"/>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en-CA" noProof="0"/>
              <a:t>Click to edit text placeholder 5</a:t>
            </a:r>
          </a:p>
        </p:txBody>
      </p:sp>
      <p:sp>
        <p:nvSpPr>
          <p:cNvPr id="18" name="Espace réservé du texte 17">
            <a:extLst>
              <a:ext uri="{FF2B5EF4-FFF2-40B4-BE49-F238E27FC236}">
                <a16:creationId xmlns:a16="http://schemas.microsoft.com/office/drawing/2014/main" id="{54420C06-424B-B59A-83EA-71CF32F702BE}"/>
              </a:ext>
            </a:extLst>
          </p:cNvPr>
          <p:cNvSpPr>
            <a:spLocks noGrp="1"/>
          </p:cNvSpPr>
          <p:nvPr>
            <p:ph type="body" sz="quarter" idx="18" hasCustomPrompt="1"/>
          </p:nvPr>
        </p:nvSpPr>
        <p:spPr>
          <a:xfrm>
            <a:off x="6196554" y="4206875"/>
            <a:ext cx="5385846" cy="1789113"/>
          </a:xfrm>
        </p:spPr>
        <p:txBody>
          <a:bodyPr>
            <a:noAutofit/>
          </a:bodyPr>
          <a:lstStyle>
            <a:lvl1pPr marL="0" indent="0">
              <a:lnSpc>
                <a:spcPct val="150000"/>
              </a:lnSpc>
              <a:buNone/>
              <a:defRPr sz="1800"/>
            </a:lvl1pPr>
            <a:lvl2pPr marL="609585" indent="0">
              <a:buNone/>
              <a:defRPr sz="1800"/>
            </a:lvl2pPr>
            <a:lvl3pPr marL="1219170" indent="0">
              <a:buNone/>
              <a:defRPr sz="1800"/>
            </a:lvl3pPr>
            <a:lvl4pPr marL="1828755" indent="0">
              <a:buNone/>
              <a:defRPr sz="1800"/>
            </a:lvl4pPr>
            <a:lvl5pPr marL="2438339" indent="0">
              <a:buNone/>
              <a:defRPr sz="1800"/>
            </a:lvl5pPr>
          </a:lstStyle>
          <a:p>
            <a:pPr lvl="0"/>
            <a:r>
              <a:rPr lang="en-CA" noProof="0"/>
              <a:t>Click to edit text placeholder 6</a:t>
            </a:r>
          </a:p>
        </p:txBody>
      </p:sp>
      <p:sp>
        <p:nvSpPr>
          <p:cNvPr id="3" name="Espace réservé de la date 2">
            <a:extLst>
              <a:ext uri="{FF2B5EF4-FFF2-40B4-BE49-F238E27FC236}">
                <a16:creationId xmlns:a16="http://schemas.microsoft.com/office/drawing/2014/main" id="{32A58838-D4E0-3F40-EDFB-214CAFEDDF3E}"/>
              </a:ext>
            </a:extLst>
          </p:cNvPr>
          <p:cNvSpPr>
            <a:spLocks noGrp="1"/>
          </p:cNvSpPr>
          <p:nvPr>
            <p:ph type="dt" sz="half" idx="10"/>
          </p:nvPr>
        </p:nvSpPr>
        <p:spPr/>
        <p:txBody>
          <a:bodyPr/>
          <a:lstStyle>
            <a:lvl1pPr>
              <a:defRPr sz="1800">
                <a:solidFill>
                  <a:schemeClr val="tx1"/>
                </a:solidFill>
              </a:defRPr>
            </a:lvl1pPr>
          </a:lstStyle>
          <a:p>
            <a:fld id="{52142CCF-91F3-4D9E-B16C-0DCBBE0C4E0D}" type="datetime1">
              <a:rPr lang="en-CA" noProof="0" smtClean="0"/>
              <a:pPr/>
              <a:t>2025-08-12</a:t>
            </a:fld>
            <a:endParaRPr lang="en-CA" noProof="0"/>
          </a:p>
        </p:txBody>
      </p:sp>
      <p:sp>
        <p:nvSpPr>
          <p:cNvPr id="4" name="Espace réservé du pied de page 3">
            <a:extLst>
              <a:ext uri="{FF2B5EF4-FFF2-40B4-BE49-F238E27FC236}">
                <a16:creationId xmlns:a16="http://schemas.microsoft.com/office/drawing/2014/main" id="{39AED851-9653-F005-F842-663F73F59126}"/>
              </a:ext>
            </a:extLst>
          </p:cNvPr>
          <p:cNvSpPr>
            <a:spLocks noGrp="1"/>
          </p:cNvSpPr>
          <p:nvPr>
            <p:ph type="ftr" sz="quarter" idx="11"/>
          </p:nvPr>
        </p:nvSpPr>
        <p:spPr/>
        <p:txBody>
          <a:bodyPr/>
          <a:lstStyle>
            <a:lvl1pPr>
              <a:defRPr sz="1800">
                <a:solidFill>
                  <a:schemeClr val="tx1"/>
                </a:solidFill>
              </a:defRPr>
            </a:lvl1pPr>
          </a:lstStyle>
          <a:p>
            <a:endParaRPr lang="en-CA" noProof="0"/>
          </a:p>
        </p:txBody>
      </p:sp>
      <p:sp>
        <p:nvSpPr>
          <p:cNvPr id="5" name="Espace réservé du numéro de diapositive 4">
            <a:extLst>
              <a:ext uri="{FF2B5EF4-FFF2-40B4-BE49-F238E27FC236}">
                <a16:creationId xmlns:a16="http://schemas.microsoft.com/office/drawing/2014/main" id="{2E4EC051-A2CC-95EE-4EA5-D9D3D2803B3E}"/>
              </a:ext>
            </a:extLst>
          </p:cNvPr>
          <p:cNvSpPr>
            <a:spLocks noGrp="1"/>
          </p:cNvSpPr>
          <p:nvPr>
            <p:ph type="sldNum" sz="quarter" idx="12"/>
          </p:nvPr>
        </p:nvSpPr>
        <p:spPr/>
        <p:txBody>
          <a:bodyPr/>
          <a:lstStyle/>
          <a:p>
            <a:fld id="{2E86C063-E22E-2E4C-A523-54089486E38F}" type="slidenum">
              <a:rPr lang="en-CA" noProof="0" smtClean="0"/>
              <a:pPr/>
              <a:t>‹#›</a:t>
            </a:fld>
            <a:endParaRPr lang="en-CA" noProof="0"/>
          </a:p>
        </p:txBody>
      </p:sp>
    </p:spTree>
    <p:extLst>
      <p:ext uri="{BB962C8B-B14F-4D97-AF65-F5344CB8AC3E}">
        <p14:creationId xmlns:p14="http://schemas.microsoft.com/office/powerpoint/2010/main" val="20170893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image" Target="../media/image1.jpeg"/><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image" Target="../media/image1.jpe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heme" Target="../theme/theme3.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7"/>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52142CCF-91F3-4D9E-B16C-0DCBBE0C4E0D}" type="datetime1">
              <a:rPr lang="en-US" smtClean="0"/>
              <a:t>8/12/2025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latin typeface="Aria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800">
                <a:solidFill>
                  <a:schemeClr val="tx1"/>
                </a:solidFill>
                <a:latin typeface="Arial"/>
              </a:defRPr>
            </a:lvl1pPr>
          </a:lstStyle>
          <a:p>
            <a:fld id="{2E86C063-E22E-2E4C-A523-54089486E38F}" type="slidenum">
              <a:rPr lang="en-US" smtClean="0"/>
              <a:pPr/>
              <a:t>‹#›</a:t>
            </a:fld>
            <a:endParaRPr lang="en-US"/>
          </a:p>
        </p:txBody>
      </p:sp>
    </p:spTree>
    <p:extLst>
      <p:ext uri="{BB962C8B-B14F-4D97-AF65-F5344CB8AC3E}">
        <p14:creationId xmlns:p14="http://schemas.microsoft.com/office/powerpoint/2010/main" val="4285145019"/>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5" r:id="rId3"/>
    <p:sldLayoutId id="2147483675" r:id="rId4"/>
    <p:sldLayoutId id="2147483676" r:id="rId5"/>
  </p:sldLayoutIdLst>
  <p:hf hdr="0" ftr="0" dt="0"/>
  <p:txStyles>
    <p:titleStyle>
      <a:lvl1pPr algn="l" defTabSz="609585" rtl="0" eaLnBrk="1" latinLnBrk="0" hangingPunct="1">
        <a:lnSpc>
          <a:spcPct val="150000"/>
        </a:lnSpc>
        <a:spcBef>
          <a:spcPct val="0"/>
        </a:spcBef>
        <a:buNone/>
        <a:defRPr sz="4400" b="1" i="0" kern="1200">
          <a:solidFill>
            <a:schemeClr val="tx1"/>
          </a:solidFill>
          <a:latin typeface="Arial"/>
          <a:ea typeface="+mj-ea"/>
          <a:cs typeface="Verdana"/>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Arial"/>
          <a:ea typeface="+mn-ea"/>
          <a:cs typeface="Verdana"/>
        </a:defRPr>
      </a:lvl1pPr>
      <a:lvl2pPr marL="990575" indent="-380990" algn="l" defTabSz="609585" rtl="0" eaLnBrk="1" latinLnBrk="0" hangingPunct="1">
        <a:spcBef>
          <a:spcPct val="20000"/>
        </a:spcBef>
        <a:buFont typeface="Arial"/>
        <a:buChar char="–"/>
        <a:defRPr sz="3733" kern="1200">
          <a:solidFill>
            <a:schemeClr val="tx1"/>
          </a:solidFill>
          <a:latin typeface="Arial"/>
          <a:ea typeface="+mn-ea"/>
          <a:cs typeface="Verdana"/>
        </a:defRPr>
      </a:lvl2pPr>
      <a:lvl3pPr marL="1523962" indent="-304792" algn="l" defTabSz="609585" rtl="0" eaLnBrk="1" latinLnBrk="0" hangingPunct="1">
        <a:spcBef>
          <a:spcPct val="20000"/>
        </a:spcBef>
        <a:buFont typeface="Arial"/>
        <a:buChar char="•"/>
        <a:defRPr sz="3200" kern="1200">
          <a:solidFill>
            <a:schemeClr val="tx1"/>
          </a:solidFill>
          <a:latin typeface="Arial"/>
          <a:ea typeface="+mn-ea"/>
          <a:cs typeface="Verdana"/>
        </a:defRPr>
      </a:lvl3pPr>
      <a:lvl4pPr marL="2133547" indent="-304792" algn="l" defTabSz="609585" rtl="0" eaLnBrk="1" latinLnBrk="0" hangingPunct="1">
        <a:spcBef>
          <a:spcPct val="20000"/>
        </a:spcBef>
        <a:buFont typeface="Arial"/>
        <a:buChar char="–"/>
        <a:defRPr sz="2667" kern="1200">
          <a:solidFill>
            <a:schemeClr val="tx1"/>
          </a:solidFill>
          <a:latin typeface="Arial"/>
          <a:ea typeface="+mn-ea"/>
          <a:cs typeface="Verdana"/>
        </a:defRPr>
      </a:lvl4pPr>
      <a:lvl5pPr marL="2743131" indent="-304792" algn="l" defTabSz="609585" rtl="0" eaLnBrk="1" latinLnBrk="0" hangingPunct="1">
        <a:spcBef>
          <a:spcPct val="20000"/>
        </a:spcBef>
        <a:buFont typeface="Arial"/>
        <a:buChar char="»"/>
        <a:defRPr sz="2667" kern="1200">
          <a:solidFill>
            <a:schemeClr val="tx1"/>
          </a:solidFill>
          <a:latin typeface="Arial"/>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5"/>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52142CCF-91F3-4D9E-B16C-0DCBBE0C4E0D}" type="datetime1">
              <a:rPr lang="en-US" smtClean="0"/>
              <a:t>8/12/2025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latin typeface="Aria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latin typeface="Arial"/>
              </a:defRPr>
            </a:lvl1pPr>
          </a:lstStyle>
          <a:p>
            <a:fld id="{2E86C063-E22E-2E4C-A523-54089486E38F}" type="slidenum">
              <a:rPr lang="en-US" smtClean="0"/>
              <a:pPr/>
              <a:t>‹#›</a:t>
            </a:fld>
            <a:endParaRPr lang="en-US"/>
          </a:p>
        </p:txBody>
      </p:sp>
    </p:spTree>
    <p:extLst>
      <p:ext uri="{BB962C8B-B14F-4D97-AF65-F5344CB8AC3E}">
        <p14:creationId xmlns:p14="http://schemas.microsoft.com/office/powerpoint/2010/main" val="48729719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hf hdr="0" ftr="0" dt="0"/>
  <p:txStyles>
    <p:titleStyle>
      <a:lvl1pPr algn="l" defTabSz="609585" rtl="0" eaLnBrk="1" latinLnBrk="0" hangingPunct="1">
        <a:spcBef>
          <a:spcPct val="0"/>
        </a:spcBef>
        <a:buNone/>
        <a:defRPr sz="4800" b="1" i="0" kern="1200">
          <a:solidFill>
            <a:schemeClr val="tx1"/>
          </a:solidFill>
          <a:latin typeface="Arial"/>
          <a:ea typeface="+mj-ea"/>
          <a:cs typeface="Verdana"/>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Arial"/>
          <a:ea typeface="+mn-ea"/>
          <a:cs typeface="Verdana"/>
        </a:defRPr>
      </a:lvl1pPr>
      <a:lvl2pPr marL="990575" indent="-380990" algn="l" defTabSz="609585" rtl="0" eaLnBrk="1" latinLnBrk="0" hangingPunct="1">
        <a:spcBef>
          <a:spcPct val="20000"/>
        </a:spcBef>
        <a:buFont typeface="Arial"/>
        <a:buChar char="–"/>
        <a:defRPr sz="3733" kern="1200">
          <a:solidFill>
            <a:schemeClr val="tx1"/>
          </a:solidFill>
          <a:latin typeface="Arial"/>
          <a:ea typeface="+mn-ea"/>
          <a:cs typeface="Verdana"/>
        </a:defRPr>
      </a:lvl2pPr>
      <a:lvl3pPr marL="1523962" indent="-304792" algn="l" defTabSz="609585" rtl="0" eaLnBrk="1" latinLnBrk="0" hangingPunct="1">
        <a:spcBef>
          <a:spcPct val="20000"/>
        </a:spcBef>
        <a:buFont typeface="Arial"/>
        <a:buChar char="•"/>
        <a:defRPr sz="3200" kern="1200">
          <a:solidFill>
            <a:schemeClr val="tx1"/>
          </a:solidFill>
          <a:latin typeface="Arial"/>
          <a:ea typeface="+mn-ea"/>
          <a:cs typeface="Verdana"/>
        </a:defRPr>
      </a:lvl3pPr>
      <a:lvl4pPr marL="2133547" indent="-304792" algn="l" defTabSz="609585" rtl="0" eaLnBrk="1" latinLnBrk="0" hangingPunct="1">
        <a:spcBef>
          <a:spcPct val="20000"/>
        </a:spcBef>
        <a:buFont typeface="Arial"/>
        <a:buChar char="–"/>
        <a:defRPr sz="2667" kern="1200">
          <a:solidFill>
            <a:schemeClr val="tx1"/>
          </a:solidFill>
          <a:latin typeface="Arial"/>
          <a:ea typeface="+mn-ea"/>
          <a:cs typeface="Verdana"/>
        </a:defRPr>
      </a:lvl4pPr>
      <a:lvl5pPr marL="2743131" indent="-304792" algn="l" defTabSz="609585" rtl="0" eaLnBrk="1" latinLnBrk="0" hangingPunct="1">
        <a:spcBef>
          <a:spcPct val="20000"/>
        </a:spcBef>
        <a:buFont typeface="Arial"/>
        <a:buChar char="»"/>
        <a:defRPr sz="2667" kern="1200">
          <a:solidFill>
            <a:schemeClr val="tx1"/>
          </a:solidFill>
          <a:latin typeface="Arial"/>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2"/>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52142CCF-91F3-4D9E-B16C-0DCBBE0C4E0D}" type="datetime1">
              <a:rPr lang="en-US" smtClean="0"/>
              <a:t>8/12/2025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latin typeface="Aria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800">
                <a:solidFill>
                  <a:schemeClr val="tx1"/>
                </a:solidFill>
                <a:latin typeface="Arial"/>
              </a:defRPr>
            </a:lvl1pPr>
          </a:lstStyle>
          <a:p>
            <a:fld id="{2E86C063-E22E-2E4C-A523-54089486E38F}" type="slidenum">
              <a:rPr lang="en-US" smtClean="0"/>
              <a:pPr/>
              <a:t>‹#›</a:t>
            </a:fld>
            <a:endParaRPr lang="en-US"/>
          </a:p>
        </p:txBody>
      </p:sp>
    </p:spTree>
    <p:extLst>
      <p:ext uri="{BB962C8B-B14F-4D97-AF65-F5344CB8AC3E}">
        <p14:creationId xmlns:p14="http://schemas.microsoft.com/office/powerpoint/2010/main" val="3396209740"/>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Lst>
  <p:hf hdr="0" ftr="0" dt="0"/>
  <p:txStyles>
    <p:titleStyle>
      <a:lvl1pPr algn="l" defTabSz="609585" rtl="0" eaLnBrk="1" latinLnBrk="0" hangingPunct="1">
        <a:lnSpc>
          <a:spcPct val="150000"/>
        </a:lnSpc>
        <a:spcBef>
          <a:spcPct val="0"/>
        </a:spcBef>
        <a:buNone/>
        <a:defRPr sz="4400" b="1" i="0" kern="1200">
          <a:solidFill>
            <a:schemeClr val="tx1"/>
          </a:solidFill>
          <a:latin typeface="Arial"/>
          <a:ea typeface="+mj-ea"/>
          <a:cs typeface="Verdana"/>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Arial"/>
          <a:ea typeface="+mn-ea"/>
          <a:cs typeface="Verdana"/>
        </a:defRPr>
      </a:lvl1pPr>
      <a:lvl2pPr marL="990575" indent="-380990" algn="l" defTabSz="609585" rtl="0" eaLnBrk="1" latinLnBrk="0" hangingPunct="1">
        <a:spcBef>
          <a:spcPct val="20000"/>
        </a:spcBef>
        <a:buFont typeface="Arial"/>
        <a:buChar char="–"/>
        <a:defRPr sz="3733" kern="1200">
          <a:solidFill>
            <a:schemeClr val="tx1"/>
          </a:solidFill>
          <a:latin typeface="Arial"/>
          <a:ea typeface="+mn-ea"/>
          <a:cs typeface="Verdana"/>
        </a:defRPr>
      </a:lvl2pPr>
      <a:lvl3pPr marL="1523962" indent="-304792" algn="l" defTabSz="609585" rtl="0" eaLnBrk="1" latinLnBrk="0" hangingPunct="1">
        <a:spcBef>
          <a:spcPct val="20000"/>
        </a:spcBef>
        <a:buFont typeface="Arial"/>
        <a:buChar char="•"/>
        <a:defRPr sz="3200" kern="1200">
          <a:solidFill>
            <a:schemeClr val="tx1"/>
          </a:solidFill>
          <a:latin typeface="Arial"/>
          <a:ea typeface="+mn-ea"/>
          <a:cs typeface="Verdana"/>
        </a:defRPr>
      </a:lvl3pPr>
      <a:lvl4pPr marL="2133547" indent="-304792" algn="l" defTabSz="609585" rtl="0" eaLnBrk="1" latinLnBrk="0" hangingPunct="1">
        <a:spcBef>
          <a:spcPct val="20000"/>
        </a:spcBef>
        <a:buFont typeface="Arial"/>
        <a:buChar char="–"/>
        <a:defRPr sz="2667" kern="1200">
          <a:solidFill>
            <a:schemeClr val="tx1"/>
          </a:solidFill>
          <a:latin typeface="Arial"/>
          <a:ea typeface="+mn-ea"/>
          <a:cs typeface="Verdana"/>
        </a:defRPr>
      </a:lvl4pPr>
      <a:lvl5pPr marL="2743131" indent="-304792" algn="l" defTabSz="609585" rtl="0" eaLnBrk="1" latinLnBrk="0" hangingPunct="1">
        <a:spcBef>
          <a:spcPct val="20000"/>
        </a:spcBef>
        <a:buFont typeface="Arial"/>
        <a:buChar char="»"/>
        <a:defRPr sz="2667" kern="1200">
          <a:solidFill>
            <a:schemeClr val="tx1"/>
          </a:solidFill>
          <a:latin typeface="Arial"/>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gif"/><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14.xml"/><Relationship Id="rId18" Type="http://schemas.openxmlformats.org/officeDocument/2006/relationships/slide" Target="slide19.xml"/><Relationship Id="rId26" Type="http://schemas.openxmlformats.org/officeDocument/2006/relationships/slide" Target="slide27.xml"/><Relationship Id="rId3" Type="http://schemas.openxmlformats.org/officeDocument/2006/relationships/slide" Target="slide4.xml"/><Relationship Id="rId21" Type="http://schemas.openxmlformats.org/officeDocument/2006/relationships/slide" Target="slide22.xml"/><Relationship Id="rId7" Type="http://schemas.openxmlformats.org/officeDocument/2006/relationships/slide" Target="slide8.xml"/><Relationship Id="rId12" Type="http://schemas.openxmlformats.org/officeDocument/2006/relationships/slide" Target="slide10.xml"/><Relationship Id="rId17" Type="http://schemas.openxmlformats.org/officeDocument/2006/relationships/slide" Target="slide18.xml"/><Relationship Id="rId25" Type="http://schemas.openxmlformats.org/officeDocument/2006/relationships/slide" Target="slide26.xml"/><Relationship Id="rId2" Type="http://schemas.openxmlformats.org/officeDocument/2006/relationships/notesSlide" Target="../notesSlides/notesSlide3.xml"/><Relationship Id="rId16" Type="http://schemas.openxmlformats.org/officeDocument/2006/relationships/slide" Target="slide17.xml"/><Relationship Id="rId20" Type="http://schemas.openxmlformats.org/officeDocument/2006/relationships/slide" Target="slide21.xml"/><Relationship Id="rId1" Type="http://schemas.openxmlformats.org/officeDocument/2006/relationships/slideLayout" Target="../slideLayouts/slideLayout3.xml"/><Relationship Id="rId6" Type="http://schemas.openxmlformats.org/officeDocument/2006/relationships/slide" Target="slide7.xml"/><Relationship Id="rId11" Type="http://schemas.openxmlformats.org/officeDocument/2006/relationships/slide" Target="slide9.xml"/><Relationship Id="rId24" Type="http://schemas.openxmlformats.org/officeDocument/2006/relationships/slide" Target="slide25.xml"/><Relationship Id="rId5" Type="http://schemas.openxmlformats.org/officeDocument/2006/relationships/slide" Target="slide6.xml"/><Relationship Id="rId15" Type="http://schemas.openxmlformats.org/officeDocument/2006/relationships/slide" Target="slide16.xml"/><Relationship Id="rId23" Type="http://schemas.openxmlformats.org/officeDocument/2006/relationships/slide" Target="slide24.xml"/><Relationship Id="rId28" Type="http://schemas.openxmlformats.org/officeDocument/2006/relationships/slide" Target="slide29.xml"/><Relationship Id="rId10" Type="http://schemas.openxmlformats.org/officeDocument/2006/relationships/slide" Target="slide13.xml"/><Relationship Id="rId19" Type="http://schemas.openxmlformats.org/officeDocument/2006/relationships/slide" Target="slide20.xml"/><Relationship Id="rId4" Type="http://schemas.openxmlformats.org/officeDocument/2006/relationships/slide" Target="slide5.xml"/><Relationship Id="rId9" Type="http://schemas.openxmlformats.org/officeDocument/2006/relationships/slide" Target="slide12.xml"/><Relationship Id="rId14" Type="http://schemas.openxmlformats.org/officeDocument/2006/relationships/slide" Target="slide15.xml"/><Relationship Id="rId22" Type="http://schemas.openxmlformats.org/officeDocument/2006/relationships/slide" Target="slide23.xml"/><Relationship Id="rId27" Type="http://schemas.openxmlformats.org/officeDocument/2006/relationships/slide" Target="slide28.xml"/></Relationships>
</file>

<file path=ppt/slides/_rels/slide4.xml.rels><?xml version="1.0" encoding="UTF-8" standalone="yes"?>
<Relationships xmlns="http://schemas.openxmlformats.org/package/2006/relationships"><Relationship Id="rId3" Type="http://schemas.openxmlformats.org/officeDocument/2006/relationships/hyperlink" Target="https://014gc.sharepoint.com/:p:/r/sites/BU6206833/Read%20Only/ITAO%20Microsoft%20Best%20Practices%20-%20Meilleurs%20Pratiques/PowerPoint%20-%20Best%20Practices%20-%20Meilleurs%20Pratiques/PowerPoint%20-%20ITAO%20-%20Template%202025.potx?d=wa29895a080064bd2bdb7e9c7abf811a4&amp;csf=1&amp;web=1&amp;e=FDwjGA"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8.xml"/><Relationship Id="rId1" Type="http://schemas.openxmlformats.org/officeDocument/2006/relationships/tags" Target="../tags/tag5.xml"/><Relationship Id="rId5" Type="http://schemas.openxmlformats.org/officeDocument/2006/relationships/image" Target="../media/image10.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hyperlink" Target="http://srmis-sigdi-iagent.prv/AppPortal/en/Home/Details/234" TargetMode="External"/><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hyperlink" Target="https://canada.ca/" TargetMode="Externa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hyperlink" Target="https://www.canada.ca/en/treasury-board-secretariat/services/government-communications/design-standard/official-symbols-design-standard-fip.html" TargetMode="External"/><Relationship Id="rId3" Type="http://schemas.openxmlformats.org/officeDocument/2006/relationships/slideLayout" Target="../slideLayouts/slideLayout5.xml"/><Relationship Id="rId7" Type="http://schemas.openxmlformats.org/officeDocument/2006/relationships/hyperlink" Target="https://esdc.prv/en/pasrb/publishing_multimedia/graphics/fip.shtml" TargetMode="Externa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4.gif"/><Relationship Id="rId5" Type="http://schemas.openxmlformats.org/officeDocument/2006/relationships/image" Target="../media/image3.png"/><Relationship Id="rId4"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4.gif"/><Relationship Id="rId5" Type="http://schemas.openxmlformats.org/officeDocument/2006/relationships/image" Target="../media/image3.png"/><Relationship Id="rId4"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notesSlide" Target="../notesSlides/notesSlide20.xml"/><Relationship Id="rId4"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chart" Target="../charts/chart1.xml"/><Relationship Id="rId5" Type="http://schemas.openxmlformats.org/officeDocument/2006/relationships/notesSlide" Target="../notesSlides/notesSlide21.xml"/><Relationship Id="rId4"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notesSlide" Target="../notesSlides/notesSlide23.xml"/><Relationship Id="rId4"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hyperlink" Target="https://support.microsoft.com/en-us/office/change-the-language-office-uses-in-its-menus-and-proofing-tools-f5c54ff9-a6fa-4348-a43c-760e7ef148f8"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a11y.itaormt-batiogd-int.service.cloud-nuage.canada.ca/openrequest-en.php" TargetMode="External"/><Relationship Id="rId7"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bati-itao.github.io/index.html" TargetMode="External"/><Relationship Id="rId5" Type="http://schemas.openxmlformats.org/officeDocument/2006/relationships/hyperlink" Target="https://iservice.prv/eng/imit/A11Y/index.shtml" TargetMode="External"/><Relationship Id="rId4" Type="http://schemas.openxmlformats.org/officeDocument/2006/relationships/hyperlink" Target="mailto:EDSC.TI-IT.A11Y.ESDC@hrsdc-rhdcc.gc.ca"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bati-itao.github.io/resources/best-practices-powerpoint-en.html" TargetMode="External"/><Relationship Id="rId2" Type="http://schemas.openxmlformats.org/officeDocument/2006/relationships/hyperlink" Target="https://bati-itao.github.io/resources/accessible-documents-en.html" TargetMode="External"/><Relationship Id="rId1" Type="http://schemas.openxmlformats.org/officeDocument/2006/relationships/slideLayout" Target="../slideLayouts/slideLayout2.xml"/><Relationship Id="rId6" Type="http://schemas.openxmlformats.org/officeDocument/2006/relationships/hyperlink" Target="https://support.microsoft.com/en-us/office/video-present-inclusively-with-powerpoint-5b47919f-b481-4724-a733-efe0c358f0bc" TargetMode="External"/><Relationship Id="rId5" Type="http://schemas.openxmlformats.org/officeDocument/2006/relationships/hyperlink" Target="https://support.microsoft.com/en-us/office/make-your-powerpoint-presentations-accessible-to-people-with-disabilities-6f7772b2-2f33-4bd2-8ca7-dae3b2b3ef25" TargetMode="External"/><Relationship Id="rId4" Type="http://schemas.openxmlformats.org/officeDocument/2006/relationships/hyperlink" Target="https://bati-itao.github.io/resources/ms-doc-compliance-checklist-e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5007487" y="1051560"/>
            <a:ext cx="5327138" cy="4862668"/>
          </a:xfrm>
        </p:spPr>
        <p:txBody>
          <a:bodyPr/>
          <a:lstStyle/>
          <a:p>
            <a:r>
              <a:rPr lang="en-CA" sz="3000" dirty="0">
                <a:latin typeface="+mj-lt"/>
                <a:cs typeface="Calibri" panose="020F0502020204030204" pitchFamily="34" charset="0"/>
              </a:rPr>
              <a:t>Accessibility</a:t>
            </a:r>
            <a:br>
              <a:rPr lang="en-CA" sz="3000" dirty="0">
                <a:latin typeface="+mj-lt"/>
                <a:cs typeface="Calibri" panose="020F0502020204030204" pitchFamily="34" charset="0"/>
              </a:rPr>
            </a:br>
            <a:r>
              <a:rPr lang="en-CA" sz="3000" dirty="0">
                <a:latin typeface="+mj-lt"/>
                <a:cs typeface="Calibri" panose="020F0502020204030204" pitchFamily="34" charset="0"/>
              </a:rPr>
              <a:t>Requirements and</a:t>
            </a:r>
            <a:br>
              <a:rPr lang="en-CA" sz="3000" dirty="0">
                <a:latin typeface="+mj-lt"/>
                <a:cs typeface="Calibri" panose="020F0502020204030204" pitchFamily="34" charset="0"/>
              </a:rPr>
            </a:br>
            <a:r>
              <a:rPr lang="en-CA" sz="3000" dirty="0">
                <a:latin typeface="+mj-lt"/>
                <a:cs typeface="Calibri" panose="020F0502020204030204" pitchFamily="34" charset="0"/>
              </a:rPr>
              <a:t>Best Practices for PowerPoint</a:t>
            </a:r>
          </a:p>
        </p:txBody>
      </p:sp>
      <p:sp>
        <p:nvSpPr>
          <p:cNvPr id="3" name="Subtitle 2"/>
          <p:cNvSpPr>
            <a:spLocks noGrp="1"/>
          </p:cNvSpPr>
          <p:nvPr>
            <p:ph type="subTitle" idx="1"/>
            <p:custDataLst>
              <p:tags r:id="rId2"/>
            </p:custDataLst>
          </p:nvPr>
        </p:nvSpPr>
        <p:spPr>
          <a:xfrm>
            <a:off x="5007487" y="5400675"/>
            <a:ext cx="6965536" cy="1457325"/>
          </a:xfrm>
        </p:spPr>
        <p:txBody>
          <a:bodyPr vert="horz" lIns="121920" tIns="60960" rIns="121920" bIns="60960" rtlCol="0" anchor="t">
            <a:noAutofit/>
          </a:bodyPr>
          <a:lstStyle/>
          <a:p>
            <a:r>
              <a:rPr lang="en-CA" sz="1800" b="1">
                <a:solidFill>
                  <a:schemeClr val="tx1"/>
                </a:solidFill>
                <a:latin typeface="+mj-lt"/>
                <a:cs typeface="Calibri" panose="020F0502020204030204" pitchFamily="34" charset="0"/>
              </a:rPr>
              <a:t>Presented by: </a:t>
            </a:r>
            <a:r>
              <a:rPr lang="en-CA" sz="1800">
                <a:solidFill>
                  <a:schemeClr val="tx1"/>
                </a:solidFill>
                <a:latin typeface="+mj-lt"/>
                <a:cs typeface="Calibri" panose="020F0502020204030204" pitchFamily="34" charset="0"/>
              </a:rPr>
              <a:t>The Information Technology </a:t>
            </a:r>
            <a:r>
              <a:rPr lang="en-CA" sz="1800">
                <a:latin typeface="+mj-lt"/>
                <a:cs typeface="Calibri" panose="020F0502020204030204" pitchFamily="34" charset="0"/>
              </a:rPr>
              <a:t>Accessibility Office (ITAO)</a:t>
            </a:r>
          </a:p>
          <a:p>
            <a:r>
              <a:rPr lang="en-CA" sz="1800" b="1">
                <a:solidFill>
                  <a:schemeClr val="tx1"/>
                </a:solidFill>
                <a:latin typeface="+mj-lt"/>
                <a:cs typeface="Calibri" panose="020F0502020204030204" pitchFamily="34" charset="0"/>
              </a:rPr>
              <a:t>Date:</a:t>
            </a:r>
            <a:r>
              <a:rPr lang="en-CA" sz="1800" b="1">
                <a:latin typeface="+mj-lt"/>
                <a:cs typeface="Calibri" panose="020F0502020204030204" pitchFamily="34" charset="0"/>
              </a:rPr>
              <a:t> </a:t>
            </a:r>
            <a:r>
              <a:rPr lang="en-CA" sz="1800">
                <a:solidFill>
                  <a:schemeClr val="tx1"/>
                </a:solidFill>
                <a:latin typeface="+mj-lt"/>
                <a:cs typeface="Calibri" panose="020F0502020204030204" pitchFamily="34" charset="0"/>
              </a:rPr>
              <a:t>2025</a:t>
            </a:r>
          </a:p>
        </p:txBody>
      </p:sp>
      <p:grpSp>
        <p:nvGrpSpPr>
          <p:cNvPr id="6" name="Group" descr="Employment and Social Development Canada's bilingual banner and word “Canada” with small flag">
            <a:extLst>
              <a:ext uri="{FF2B5EF4-FFF2-40B4-BE49-F238E27FC236}">
                <a16:creationId xmlns:a16="http://schemas.microsoft.com/office/drawing/2014/main" id="{259F25B9-93AA-7A7F-3C08-817C563BEC5D}"/>
              </a:ext>
            </a:extLst>
          </p:cNvPr>
          <p:cNvGrpSpPr/>
          <p:nvPr/>
        </p:nvGrpSpPr>
        <p:grpSpPr>
          <a:xfrm>
            <a:off x="134134" y="107788"/>
            <a:ext cx="11838889" cy="385093"/>
            <a:chOff x="134134" y="98044"/>
            <a:chExt cx="11838889" cy="385093"/>
          </a:xfrm>
        </p:grpSpPr>
        <p:pic>
          <p:nvPicPr>
            <p:cNvPr id="4" name="Picture 1" descr="Employment and Social Development Canada's bilingual banner ">
              <a:extLst>
                <a:ext uri="{FF2B5EF4-FFF2-40B4-BE49-F238E27FC236}">
                  <a16:creationId xmlns:a16="http://schemas.microsoft.com/office/drawing/2014/main" id="{6F8A9B8C-A207-3FAB-DC9F-34297CE9D4FB}"/>
                </a:ext>
              </a:extLst>
            </p:cNvPr>
            <p:cNvPicPr>
              <a:picLocks noChangeAspect="1" noChangeArrowheads="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134134" y="98044"/>
              <a:ext cx="5327138" cy="38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Symbol of the Government of Canada">
              <a:extLst>
                <a:ext uri="{FF2B5EF4-FFF2-40B4-BE49-F238E27FC236}">
                  <a16:creationId xmlns:a16="http://schemas.microsoft.com/office/drawing/2014/main" id="{5A6BEFC9-6010-30A9-045C-251533896946}"/>
                </a:ext>
              </a:extLst>
            </p:cNvPr>
            <p:cNvPicPr>
              <a:picLocks noChangeAspect="1" noChangeArrowheads="1"/>
            </p:cNvPicPr>
            <p:nvPr>
              <p:custDataLst>
                <p:tags r:id="rId4"/>
              </p:custDataLst>
            </p:nvPr>
          </p:nvPicPr>
          <p:blipFill>
            <a:blip r:embed="rId8">
              <a:extLst>
                <a:ext uri="{28A0092B-C50C-407E-A947-70E740481C1C}">
                  <a14:useLocalDpi xmlns:a14="http://schemas.microsoft.com/office/drawing/2010/main" val="0"/>
                </a:ext>
              </a:extLst>
            </a:blip>
            <a:srcRect/>
            <a:stretch>
              <a:fillRect/>
            </a:stretch>
          </p:blipFill>
          <p:spPr bwMode="auto">
            <a:xfrm>
              <a:off x="10484267" y="98044"/>
              <a:ext cx="1488756" cy="37218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17876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C9096-8F7A-6E93-0E0E-66F788743802}"/>
              </a:ext>
            </a:extLst>
          </p:cNvPr>
          <p:cNvSpPr>
            <a:spLocks noGrp="1"/>
          </p:cNvSpPr>
          <p:nvPr>
            <p:ph type="title"/>
          </p:nvPr>
        </p:nvSpPr>
        <p:spPr>
          <a:xfrm>
            <a:off x="609600" y="411474"/>
            <a:ext cx="10852480" cy="941958"/>
          </a:xfrm>
        </p:spPr>
        <p:txBody>
          <a:bodyPr anchor="t">
            <a:normAutofit/>
          </a:bodyPr>
          <a:lstStyle/>
          <a:p>
            <a:r>
              <a:rPr lang="en-CA" sz="3000">
                <a:latin typeface="+mj-lt"/>
                <a:cs typeface="Calibri" panose="020F0502020204030204" pitchFamily="34" charset="0"/>
              </a:rPr>
              <a:t>Purpose</a:t>
            </a:r>
          </a:p>
        </p:txBody>
      </p:sp>
      <p:sp>
        <p:nvSpPr>
          <p:cNvPr id="3" name="Content Placeholder 2">
            <a:extLst>
              <a:ext uri="{FF2B5EF4-FFF2-40B4-BE49-F238E27FC236}">
                <a16:creationId xmlns:a16="http://schemas.microsoft.com/office/drawing/2014/main" id="{260A9AE8-5935-AACA-3E77-66A15E95DCBD}"/>
              </a:ext>
            </a:extLst>
          </p:cNvPr>
          <p:cNvSpPr>
            <a:spLocks noGrp="1"/>
          </p:cNvSpPr>
          <p:nvPr>
            <p:ph sz="half" idx="1"/>
          </p:nvPr>
        </p:nvSpPr>
        <p:spPr>
          <a:xfrm>
            <a:off x="609600" y="1684422"/>
            <a:ext cx="10972800" cy="3094968"/>
          </a:xfrm>
        </p:spPr>
        <p:txBody>
          <a:bodyPr>
            <a:noAutofit/>
          </a:bodyPr>
          <a:lstStyle/>
          <a:p>
            <a:pPr marL="0" indent="0">
              <a:lnSpc>
                <a:spcPct val="160000"/>
              </a:lnSpc>
              <a:spcBef>
                <a:spcPts val="600"/>
              </a:spcBef>
              <a:spcAft>
                <a:spcPts val="8400"/>
              </a:spcAft>
              <a:buNone/>
            </a:pPr>
            <a:r>
              <a:rPr lang="en-CA" sz="1800">
                <a:latin typeface="+mn-lt"/>
              </a:rPr>
              <a:t>Assist</a:t>
            </a:r>
            <a:r>
              <a:rPr lang="en-CA" sz="1800">
                <a:effectLst/>
                <a:latin typeface="+mn-lt"/>
              </a:rPr>
              <a:t> </a:t>
            </a:r>
            <a:r>
              <a:rPr lang="en-CA" sz="1800" dirty="0">
                <a:effectLst/>
                <a:latin typeface="+mn-lt"/>
              </a:rPr>
              <a:t>Employment and Social Development Canada (ESDC) employees promote accessibility and inclusion </a:t>
            </a:r>
            <a:r>
              <a:rPr lang="en-CA" sz="1800" dirty="0">
                <a:latin typeface="+mn-lt"/>
              </a:rPr>
              <a:t>when creating PowerPoint presentations.</a:t>
            </a:r>
            <a:endParaRPr lang="en-CA" sz="1800" dirty="0">
              <a:latin typeface="+mn-lt"/>
              <a:cs typeface="Calibri" panose="020F0502020204030204" pitchFamily="34" charset="0"/>
            </a:endParaRPr>
          </a:p>
        </p:txBody>
      </p:sp>
      <p:sp>
        <p:nvSpPr>
          <p:cNvPr id="5" name="Slide Number Placeholder 4">
            <a:extLst>
              <a:ext uri="{FF2B5EF4-FFF2-40B4-BE49-F238E27FC236}">
                <a16:creationId xmlns:a16="http://schemas.microsoft.com/office/drawing/2014/main" id="{50B76385-AF0E-DCC8-C1C7-1CF205B5C39D}"/>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7428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FCB81-3BC8-F565-2E54-41A1895E37E0}"/>
              </a:ext>
            </a:extLst>
          </p:cNvPr>
          <p:cNvSpPr>
            <a:spLocks noGrp="1"/>
          </p:cNvSpPr>
          <p:nvPr>
            <p:ph type="title"/>
          </p:nvPr>
        </p:nvSpPr>
        <p:spPr>
          <a:xfrm>
            <a:off x="609600" y="115500"/>
            <a:ext cx="10972800" cy="877569"/>
          </a:xfrm>
        </p:spPr>
        <p:txBody>
          <a:bodyPr anchor="t">
            <a:normAutofit/>
          </a:bodyPr>
          <a:lstStyle/>
          <a:p>
            <a:r>
              <a:rPr lang="en-CA" sz="3000">
                <a:latin typeface="+mj-lt"/>
              </a:rPr>
              <a:t>Contents</a:t>
            </a:r>
          </a:p>
        </p:txBody>
      </p:sp>
      <p:sp>
        <p:nvSpPr>
          <p:cNvPr id="3" name="Content Placeholder 2">
            <a:extLst>
              <a:ext uri="{FF2B5EF4-FFF2-40B4-BE49-F238E27FC236}">
                <a16:creationId xmlns:a16="http://schemas.microsoft.com/office/drawing/2014/main" id="{0A92037F-BA2C-55D8-291C-0D4A4E3847DF}"/>
              </a:ext>
            </a:extLst>
          </p:cNvPr>
          <p:cNvSpPr>
            <a:spLocks noGrp="1"/>
          </p:cNvSpPr>
          <p:nvPr>
            <p:ph sz="half" idx="1"/>
          </p:nvPr>
        </p:nvSpPr>
        <p:spPr>
          <a:xfrm>
            <a:off x="609600" y="635267"/>
            <a:ext cx="10972800" cy="5531853"/>
          </a:xfrm>
        </p:spPr>
        <p:txBody>
          <a:bodyPr numCol="3">
            <a:noAutofit/>
          </a:bodyPr>
          <a:lstStyle/>
          <a:p>
            <a:pPr>
              <a:buClr>
                <a:schemeClr val="tx1">
                  <a:lumMod val="95000"/>
                  <a:lumOff val="5000"/>
                </a:schemeClr>
              </a:buClr>
            </a:pPr>
            <a:r>
              <a:rPr lang="en-CA" sz="1800">
                <a:solidFill>
                  <a:srgbClr val="0000CC"/>
                </a:solidFill>
                <a:latin typeface="+mj-lt"/>
                <a:hlinkClick r:id="rId3" action="ppaction://hlinksldjump">
                  <a:extLst>
                    <a:ext uri="{A12FA001-AC4F-418D-AE19-62706E023703}">
                      <ahyp:hlinkClr xmlns:ahyp="http://schemas.microsoft.com/office/drawing/2018/hyperlinkcolor" val="tx"/>
                    </a:ext>
                  </a:extLst>
                </a:hlinkClick>
              </a:rPr>
              <a:t>Accessible Templates </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hlinkClick r:id="rId4" action="ppaction://hlinksldjump">
                  <a:extLst>
                    <a:ext uri="{A12FA001-AC4F-418D-AE19-62706E023703}">
                      <ahyp:hlinkClr xmlns:ahyp="http://schemas.microsoft.com/office/drawing/2018/hyperlinkcolor" val="tx"/>
                    </a:ext>
                  </a:extLst>
                </a:hlinkClick>
              </a:rPr>
              <a:t>Proofing Language </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hlinkClick r:id="rId5" action="ppaction://hlinksldjump">
                  <a:extLst>
                    <a:ext uri="{A12FA001-AC4F-418D-AE19-62706E023703}">
                      <ahyp:hlinkClr xmlns:ahyp="http://schemas.microsoft.com/office/drawing/2018/hyperlinkcolor" val="tx"/>
                    </a:ext>
                  </a:extLst>
                </a:hlinkClick>
              </a:rPr>
              <a:t>Prebuilt Slide Layouts </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hlinkClick r:id="rId6" action="ppaction://hlinksldjump">
                  <a:extLst>
                    <a:ext uri="{A12FA001-AC4F-418D-AE19-62706E023703}">
                      <ahyp:hlinkClr xmlns:ahyp="http://schemas.microsoft.com/office/drawing/2018/hyperlinkcolor" val="tx"/>
                    </a:ext>
                  </a:extLst>
                </a:hlinkClick>
              </a:rPr>
              <a:t>Custom Slide Layouts</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hlinkClick r:id="rId7" action="ppaction://hlinksldjump">
                  <a:extLst>
                    <a:ext uri="{A12FA001-AC4F-418D-AE19-62706E023703}">
                      <ahyp:hlinkClr xmlns:ahyp="http://schemas.microsoft.com/office/drawing/2018/hyperlinkcolor" val="tx"/>
                    </a:ext>
                  </a:extLst>
                </a:hlinkClick>
              </a:rPr>
              <a:t>Layout Placeholder Versus Text Box</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hlinkClick r:id="rId8" action="ppaction://hlinksldjump">
                  <a:extLst>
                    <a:ext uri="{A12FA001-AC4F-418D-AE19-62706E023703}">
                      <ahyp:hlinkClr xmlns:ahyp="http://schemas.microsoft.com/office/drawing/2018/hyperlinkcolor" val="tx"/>
                    </a:ext>
                  </a:extLst>
                </a:hlinkClick>
              </a:rPr>
              <a:t>Reading Order</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hlinkClick r:id="rId9" action="ppaction://hlinksldjump">
                  <a:extLst>
                    <a:ext uri="{A12FA001-AC4F-418D-AE19-62706E023703}">
                      <ahyp:hlinkClr xmlns:ahyp="http://schemas.microsoft.com/office/drawing/2018/hyperlinkcolor" val="tx"/>
                    </a:ext>
                  </a:extLst>
                </a:hlinkClick>
              </a:rPr>
              <a:t>Outline View Versus Reading Order Pane</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hlinkClick r:id="rId10" action="ppaction://hlinksldjump">
                  <a:extLst>
                    <a:ext uri="{A12FA001-AC4F-418D-AE19-62706E023703}">
                      <ahyp:hlinkClr xmlns:ahyp="http://schemas.microsoft.com/office/drawing/2018/hyperlinkcolor" val="tx"/>
                    </a:ext>
                  </a:extLst>
                </a:hlinkClick>
              </a:rPr>
              <a:t>Slide Format </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hlinkClick r:id="rId11" action="ppaction://hlinksldjump">
                  <a:extLst>
                    <a:ext uri="{A12FA001-AC4F-418D-AE19-62706E023703}">
                      <ahyp:hlinkClr xmlns:ahyp="http://schemas.microsoft.com/office/drawing/2018/hyperlinkcolor" val="tx"/>
                    </a:ext>
                  </a:extLst>
                </a:hlinkClick>
              </a:rPr>
              <a:t>The Accessibility Checker</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hlinkClick r:id="rId12" action="ppaction://hlinksldjump">
                  <a:extLst>
                    <a:ext uri="{A12FA001-AC4F-418D-AE19-62706E023703}">
                      <ahyp:hlinkClr xmlns:ahyp="http://schemas.microsoft.com/office/drawing/2018/hyperlinkcolor" val="tx"/>
                    </a:ext>
                  </a:extLst>
                </a:hlinkClick>
              </a:rPr>
              <a:t>Using the Accessibility Checker</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cs typeface="Calibri" panose="020F0502020204030204" pitchFamily="34" charset="0"/>
                <a:hlinkClick r:id="rId13" action="ppaction://hlinksldjump">
                  <a:extLst>
                    <a:ext uri="{A12FA001-AC4F-418D-AE19-62706E023703}">
                      <ahyp:hlinkClr xmlns:ahyp="http://schemas.microsoft.com/office/drawing/2018/hyperlinkcolor" val="tx"/>
                    </a:ext>
                  </a:extLst>
                </a:hlinkClick>
              </a:rPr>
              <a:t>Font and Text Formatting</a:t>
            </a:r>
            <a:endParaRPr lang="en-CA" sz="1800">
              <a:solidFill>
                <a:srgbClr val="0000CC"/>
              </a:solidFill>
              <a:latin typeface="+mj-lt"/>
              <a:cs typeface="Calibri" panose="020F0502020204030204" pitchFamily="34" charset="0"/>
            </a:endParaRPr>
          </a:p>
          <a:p>
            <a:pPr>
              <a:buClr>
                <a:schemeClr val="tx1">
                  <a:lumMod val="95000"/>
                  <a:lumOff val="5000"/>
                </a:schemeClr>
              </a:buClr>
            </a:pPr>
            <a:r>
              <a:rPr lang="en-CA" sz="1800">
                <a:solidFill>
                  <a:srgbClr val="0000CC"/>
                </a:solidFill>
                <a:latin typeface="+mj-lt"/>
                <a:hlinkClick r:id="rId14" action="ppaction://hlinksldjump">
                  <a:extLst>
                    <a:ext uri="{A12FA001-AC4F-418D-AE19-62706E023703}">
                      <ahyp:hlinkClr xmlns:ahyp="http://schemas.microsoft.com/office/drawing/2018/hyperlinkcolor" val="tx"/>
                    </a:ext>
                  </a:extLst>
                </a:hlinkClick>
              </a:rPr>
              <a:t>Use of Colour</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cs typeface="Calibri" panose="020F0502020204030204" pitchFamily="34" charset="0"/>
                <a:hlinkClick r:id="rId15" action="ppaction://hlinksldjump">
                  <a:extLst>
                    <a:ext uri="{A12FA001-AC4F-418D-AE19-62706E023703}">
                      <ahyp:hlinkClr xmlns:ahyp="http://schemas.microsoft.com/office/drawing/2018/hyperlinkcolor" val="tx"/>
                    </a:ext>
                  </a:extLst>
                </a:hlinkClick>
              </a:rPr>
              <a:t>Colour Contrast Ratio Requirements</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hlinkClick r:id="rId16" action="ppaction://hlinksldjump">
                  <a:extLst>
                    <a:ext uri="{A12FA001-AC4F-418D-AE19-62706E023703}">
                      <ahyp:hlinkClr xmlns:ahyp="http://schemas.microsoft.com/office/drawing/2018/hyperlinkcolor" val="tx"/>
                    </a:ext>
                  </a:extLst>
                </a:hlinkClick>
              </a:rPr>
              <a:t>Descriptive Hyperlinks </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hlinkClick r:id="rId17" action="ppaction://hlinksldjump">
                  <a:extLst>
                    <a:ext uri="{A12FA001-AC4F-418D-AE19-62706E023703}">
                      <ahyp:hlinkClr xmlns:ahyp="http://schemas.microsoft.com/office/drawing/2018/hyperlinkcolor" val="tx"/>
                    </a:ext>
                  </a:extLst>
                </a:hlinkClick>
              </a:rPr>
              <a:t>Alternative (Alt) Text</a:t>
            </a:r>
          </a:p>
          <a:p>
            <a:pPr>
              <a:buClr>
                <a:schemeClr val="tx1">
                  <a:lumMod val="95000"/>
                  <a:lumOff val="5000"/>
                </a:schemeClr>
              </a:buClr>
            </a:pPr>
            <a:r>
              <a:rPr lang="en-CA" sz="1800">
                <a:solidFill>
                  <a:srgbClr val="0000CC"/>
                </a:solidFill>
                <a:latin typeface="+mj-lt"/>
                <a:hlinkClick r:id="rId18" action="ppaction://hlinksldjump">
                  <a:extLst>
                    <a:ext uri="{A12FA001-AC4F-418D-AE19-62706E023703}">
                      <ahyp:hlinkClr xmlns:ahyp="http://schemas.microsoft.com/office/drawing/2018/hyperlinkcolor" val="tx"/>
                    </a:ext>
                  </a:extLst>
                </a:hlinkClick>
              </a:rPr>
              <a:t>Long Descriptions </a:t>
            </a:r>
            <a:endParaRPr lang="en-CA" sz="1800">
              <a:solidFill>
                <a:srgbClr val="0000CC"/>
              </a:solidFill>
              <a:latin typeface="+mj-lt"/>
            </a:endParaRPr>
          </a:p>
          <a:p>
            <a:pPr>
              <a:buClr>
                <a:schemeClr val="tx1">
                  <a:lumMod val="95000"/>
                  <a:lumOff val="5000"/>
                </a:schemeClr>
              </a:buClr>
            </a:pPr>
            <a:r>
              <a:rPr lang="en-CA" sz="1800">
                <a:solidFill>
                  <a:srgbClr val="0000CC"/>
                </a:solidFill>
                <a:latin typeface="+mj-lt"/>
                <a:cs typeface="Calibri" panose="020F0502020204030204" pitchFamily="34" charset="0"/>
                <a:hlinkClick r:id="rId19" action="ppaction://hlinksldjump">
                  <a:extLst>
                    <a:ext uri="{A12FA001-AC4F-418D-AE19-62706E023703}">
                      <ahyp:hlinkClr xmlns:ahyp="http://schemas.microsoft.com/office/drawing/2018/hyperlinkcolor" val="tx"/>
                    </a:ext>
                  </a:extLst>
                </a:hlinkClick>
              </a:rPr>
              <a:t>Alternative Text for Federal Identity Program – 1 of 2</a:t>
            </a:r>
            <a:endParaRPr lang="en-CA" sz="1800">
              <a:solidFill>
                <a:srgbClr val="0000CC"/>
              </a:solidFill>
              <a:latin typeface="+mj-lt"/>
              <a:cs typeface="Calibri" panose="020F0502020204030204" pitchFamily="34" charset="0"/>
            </a:endParaRPr>
          </a:p>
          <a:p>
            <a:pPr>
              <a:buClr>
                <a:schemeClr val="tx1">
                  <a:lumMod val="95000"/>
                  <a:lumOff val="5000"/>
                </a:schemeClr>
              </a:buClr>
            </a:pPr>
            <a:r>
              <a:rPr lang="en-CA" sz="1800">
                <a:solidFill>
                  <a:srgbClr val="0000CC"/>
                </a:solidFill>
                <a:latin typeface="+mj-lt"/>
                <a:cs typeface="Calibri" panose="020F0502020204030204" pitchFamily="34" charset="0"/>
                <a:hlinkClick r:id="rId20" action="ppaction://hlinksldjump">
                  <a:extLst>
                    <a:ext uri="{A12FA001-AC4F-418D-AE19-62706E023703}">
                      <ahyp:hlinkClr xmlns:ahyp="http://schemas.microsoft.com/office/drawing/2018/hyperlinkcolor" val="tx"/>
                    </a:ext>
                  </a:extLst>
                </a:hlinkClick>
              </a:rPr>
              <a:t>Alternative Text for Federal Identity Program – 2 of 2 </a:t>
            </a:r>
            <a:endParaRPr lang="en-CA" sz="1800">
              <a:solidFill>
                <a:srgbClr val="0000CC"/>
              </a:solidFill>
              <a:latin typeface="+mj-lt"/>
              <a:cs typeface="Calibri" panose="020F0502020204030204" pitchFamily="34" charset="0"/>
            </a:endParaRPr>
          </a:p>
          <a:p>
            <a:pPr marL="625475" indent="-355600">
              <a:buClr>
                <a:schemeClr val="tx1">
                  <a:lumMod val="95000"/>
                  <a:lumOff val="5000"/>
                </a:schemeClr>
              </a:buClr>
            </a:pPr>
            <a:r>
              <a:rPr lang="en-CA" sz="1800">
                <a:solidFill>
                  <a:srgbClr val="0000CC"/>
                </a:solidFill>
                <a:latin typeface="+mj-lt"/>
                <a:hlinkClick r:id="rId21" action="ppaction://hlinksldjump">
                  <a:extLst>
                    <a:ext uri="{A12FA001-AC4F-418D-AE19-62706E023703}">
                      <ahyp:hlinkClr xmlns:ahyp="http://schemas.microsoft.com/office/drawing/2018/hyperlinkcolor" val="tx"/>
                    </a:ext>
                  </a:extLst>
                </a:hlinkClick>
              </a:rPr>
              <a:t>Tables</a:t>
            </a:r>
            <a:endParaRPr lang="en-CA" sz="1800">
              <a:solidFill>
                <a:srgbClr val="0000CC"/>
              </a:solidFill>
              <a:latin typeface="+mj-lt"/>
            </a:endParaRPr>
          </a:p>
          <a:p>
            <a:pPr marL="625475" indent="-355600">
              <a:buClr>
                <a:schemeClr val="tx1">
                  <a:lumMod val="95000"/>
                  <a:lumOff val="5000"/>
                </a:schemeClr>
              </a:buClr>
            </a:pPr>
            <a:r>
              <a:rPr lang="en-CA" sz="1800">
                <a:solidFill>
                  <a:srgbClr val="0000CC"/>
                </a:solidFill>
                <a:latin typeface="+mj-lt"/>
                <a:hlinkClick r:id="rId22" action="ppaction://hlinksldjump">
                  <a:extLst>
                    <a:ext uri="{A12FA001-AC4F-418D-AE19-62706E023703}">
                      <ahyp:hlinkClr xmlns:ahyp="http://schemas.microsoft.com/office/drawing/2018/hyperlinkcolor" val="tx"/>
                    </a:ext>
                  </a:extLst>
                </a:hlinkClick>
              </a:rPr>
              <a:t>Charts and Graphs</a:t>
            </a:r>
            <a:endParaRPr lang="en-CA" sz="1800">
              <a:solidFill>
                <a:srgbClr val="0000CC"/>
              </a:solidFill>
              <a:latin typeface="+mj-lt"/>
            </a:endParaRPr>
          </a:p>
          <a:p>
            <a:pPr marL="625475" indent="-355600">
              <a:buClr>
                <a:schemeClr val="tx1">
                  <a:lumMod val="95000"/>
                  <a:lumOff val="5000"/>
                </a:schemeClr>
              </a:buClr>
            </a:pPr>
            <a:r>
              <a:rPr lang="en-CA" sz="1800">
                <a:solidFill>
                  <a:srgbClr val="0000CC"/>
                </a:solidFill>
                <a:latin typeface="+mj-lt"/>
                <a:hlinkClick r:id="rId23" action="ppaction://hlinksldjump">
                  <a:extLst>
                    <a:ext uri="{A12FA001-AC4F-418D-AE19-62706E023703}">
                      <ahyp:hlinkClr xmlns:ahyp="http://schemas.microsoft.com/office/drawing/2018/hyperlinkcolor" val="tx"/>
                    </a:ext>
                  </a:extLst>
                </a:hlinkClick>
              </a:rPr>
              <a:t>Example Accessible Pie Charts</a:t>
            </a:r>
            <a:endParaRPr lang="en-CA" sz="1800">
              <a:solidFill>
                <a:srgbClr val="0000CC"/>
              </a:solidFill>
              <a:latin typeface="+mj-lt"/>
            </a:endParaRPr>
          </a:p>
          <a:p>
            <a:pPr marL="625475" indent="-355600">
              <a:buClr>
                <a:schemeClr val="tx1">
                  <a:lumMod val="95000"/>
                  <a:lumOff val="5000"/>
                </a:schemeClr>
              </a:buClr>
            </a:pPr>
            <a:r>
              <a:rPr lang="en-CA" sz="1800">
                <a:solidFill>
                  <a:srgbClr val="0000CC"/>
                </a:solidFill>
                <a:latin typeface="+mj-lt"/>
                <a:hlinkClick r:id="rId24" action="ppaction://hlinksldjump">
                  <a:extLst>
                    <a:ext uri="{A12FA001-AC4F-418D-AE19-62706E023703}">
                      <ahyp:hlinkClr xmlns:ahyp="http://schemas.microsoft.com/office/drawing/2018/hyperlinkcolor" val="tx"/>
                    </a:ext>
                  </a:extLst>
                </a:hlinkClick>
              </a:rPr>
              <a:t>Audio and Video</a:t>
            </a:r>
            <a:endParaRPr lang="en-CA" sz="1800">
              <a:solidFill>
                <a:srgbClr val="0000CC"/>
              </a:solidFill>
              <a:latin typeface="+mj-lt"/>
            </a:endParaRPr>
          </a:p>
          <a:p>
            <a:pPr marL="625475" indent="-355600">
              <a:buClr>
                <a:schemeClr val="tx1">
                  <a:lumMod val="95000"/>
                  <a:lumOff val="5000"/>
                </a:schemeClr>
              </a:buClr>
            </a:pPr>
            <a:r>
              <a:rPr lang="en-CA" sz="1800">
                <a:solidFill>
                  <a:srgbClr val="0000CC"/>
                </a:solidFill>
                <a:latin typeface="+mj-lt"/>
                <a:hlinkClick r:id="rId25" action="ppaction://hlinksldjump">
                  <a:extLst>
                    <a:ext uri="{A12FA001-AC4F-418D-AE19-62706E023703}">
                      <ahyp:hlinkClr xmlns:ahyp="http://schemas.microsoft.com/office/drawing/2018/hyperlinkcolor" val="tx"/>
                    </a:ext>
                  </a:extLst>
                </a:hlinkClick>
              </a:rPr>
              <a:t>Animations and Transitions</a:t>
            </a:r>
            <a:endParaRPr lang="en-CA" sz="1800">
              <a:solidFill>
                <a:srgbClr val="0000CC"/>
              </a:solidFill>
              <a:latin typeface="+mj-lt"/>
            </a:endParaRPr>
          </a:p>
          <a:p>
            <a:pPr marL="625475" indent="-355600">
              <a:buClr>
                <a:schemeClr val="tx1">
                  <a:lumMod val="95000"/>
                  <a:lumOff val="5000"/>
                </a:schemeClr>
              </a:buClr>
            </a:pPr>
            <a:r>
              <a:rPr lang="en-CA" sz="1800">
                <a:solidFill>
                  <a:srgbClr val="0000CC"/>
                </a:solidFill>
                <a:hlinkClick r:id="rId26" action="ppaction://hlinksldjump">
                  <a:extLst>
                    <a:ext uri="{A12FA001-AC4F-418D-AE19-62706E023703}">
                      <ahyp:hlinkClr xmlns:ahyp="http://schemas.microsoft.com/office/drawing/2018/hyperlinkcolor" val="tx"/>
                    </a:ext>
                  </a:extLst>
                </a:hlinkClick>
              </a:rPr>
              <a:t>Microsoft 365 (M365) Language Preferences </a:t>
            </a:r>
            <a:endParaRPr lang="en-CA" sz="1800">
              <a:solidFill>
                <a:srgbClr val="0000CC"/>
              </a:solidFill>
              <a:latin typeface="+mj-lt"/>
            </a:endParaRPr>
          </a:p>
          <a:p>
            <a:pPr marL="625475" indent="-355600">
              <a:buClr>
                <a:schemeClr val="tx1">
                  <a:lumMod val="95000"/>
                  <a:lumOff val="5000"/>
                </a:schemeClr>
              </a:buClr>
            </a:pPr>
            <a:r>
              <a:rPr lang="en-CA" sz="1800">
                <a:solidFill>
                  <a:srgbClr val="0000CC"/>
                </a:solidFill>
                <a:latin typeface="+mj-lt"/>
                <a:hlinkClick r:id="rId27" action="ppaction://hlinksldjump">
                  <a:extLst>
                    <a:ext uri="{A12FA001-AC4F-418D-AE19-62706E023703}">
                      <ahyp:hlinkClr xmlns:ahyp="http://schemas.microsoft.com/office/drawing/2018/hyperlinkcolor" val="tx"/>
                    </a:ext>
                  </a:extLst>
                </a:hlinkClick>
              </a:rPr>
              <a:t>Need more help?</a:t>
            </a:r>
            <a:endParaRPr lang="en-CA" sz="1800">
              <a:solidFill>
                <a:srgbClr val="0000CC"/>
              </a:solidFill>
              <a:latin typeface="+mj-lt"/>
            </a:endParaRPr>
          </a:p>
          <a:p>
            <a:pPr marL="625475" indent="-355600">
              <a:buClr>
                <a:schemeClr val="tx1">
                  <a:lumMod val="95000"/>
                  <a:lumOff val="5000"/>
                </a:schemeClr>
              </a:buClr>
            </a:pPr>
            <a:r>
              <a:rPr lang="en-CA" sz="1800">
                <a:solidFill>
                  <a:srgbClr val="0000CC"/>
                </a:solidFill>
                <a:latin typeface="+mj-lt"/>
                <a:hlinkClick r:id="rId28" action="ppaction://hlinksldjump">
                  <a:extLst>
                    <a:ext uri="{A12FA001-AC4F-418D-AE19-62706E023703}">
                      <ahyp:hlinkClr xmlns:ahyp="http://schemas.microsoft.com/office/drawing/2018/hyperlinkcolor" val="tx"/>
                    </a:ext>
                  </a:extLst>
                </a:hlinkClick>
              </a:rPr>
              <a:t>Microsoft PowerPoint Resources</a:t>
            </a:r>
            <a:endParaRPr lang="en-CA" sz="1800">
              <a:solidFill>
                <a:srgbClr val="0000CC"/>
              </a:solidFill>
              <a:latin typeface="+mj-lt"/>
            </a:endParaRPr>
          </a:p>
        </p:txBody>
      </p:sp>
      <p:sp>
        <p:nvSpPr>
          <p:cNvPr id="5" name="Slide Number Placeholder 4">
            <a:extLst>
              <a:ext uri="{FF2B5EF4-FFF2-40B4-BE49-F238E27FC236}">
                <a16:creationId xmlns:a16="http://schemas.microsoft.com/office/drawing/2014/main" id="{AF14882D-B118-4397-8D7B-B3E018418C2C}"/>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262408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07C07-0F16-5498-7ADC-EACB4F556CC5}"/>
              </a:ext>
            </a:extLst>
          </p:cNvPr>
          <p:cNvSpPr>
            <a:spLocks noGrp="1"/>
          </p:cNvSpPr>
          <p:nvPr>
            <p:ph type="title"/>
          </p:nvPr>
        </p:nvSpPr>
        <p:spPr>
          <a:xfrm>
            <a:off x="609600" y="418696"/>
            <a:ext cx="10972800" cy="958849"/>
          </a:xfrm>
        </p:spPr>
        <p:txBody>
          <a:bodyPr anchor="t">
            <a:normAutofit/>
          </a:bodyPr>
          <a:lstStyle/>
          <a:p>
            <a:r>
              <a:rPr lang="en-CA" sz="3000">
                <a:latin typeface="+mj-lt"/>
              </a:rPr>
              <a:t>Accessible Templates</a:t>
            </a:r>
            <a:endParaRPr lang="fr-CA" sz="3000">
              <a:latin typeface="+mj-lt"/>
            </a:endParaRPr>
          </a:p>
        </p:txBody>
      </p:sp>
      <p:sp>
        <p:nvSpPr>
          <p:cNvPr id="4" name="Content Placeholder 3">
            <a:extLst>
              <a:ext uri="{FF2B5EF4-FFF2-40B4-BE49-F238E27FC236}">
                <a16:creationId xmlns:a16="http://schemas.microsoft.com/office/drawing/2014/main" id="{3183B1F3-F9C3-6116-8E80-D8B5BA6BCA54}"/>
              </a:ext>
            </a:extLst>
          </p:cNvPr>
          <p:cNvSpPr>
            <a:spLocks noGrp="1"/>
          </p:cNvSpPr>
          <p:nvPr>
            <p:ph type="body" sz="quarter" idx="14"/>
          </p:nvPr>
        </p:nvSpPr>
        <p:spPr>
          <a:xfrm>
            <a:off x="609599" y="1447800"/>
            <a:ext cx="7535779" cy="4710518"/>
          </a:xfrm>
          <a:noFill/>
          <a:ln w="22225">
            <a:noFill/>
          </a:ln>
        </p:spPr>
        <p:txBody>
          <a:bodyPr/>
          <a:lstStyle/>
          <a:p>
            <a:pPr>
              <a:buClr>
                <a:srgbClr val="C00000"/>
              </a:buClr>
              <a:defRPr/>
            </a:pPr>
            <a:r>
              <a:rPr lang="en-CA" sz="1800" dirty="0">
                <a:latin typeface="+mj-lt"/>
              </a:rPr>
              <a:t>The IT Accessibility Office has created an accessible PowerPoint Template available to use. It will start you on the right path!</a:t>
            </a:r>
          </a:p>
          <a:p>
            <a:pPr marL="0" marR="0" lvl="0" indent="0" algn="l" defTabSz="609585" rtl="0" eaLnBrk="1" fontAlgn="auto" latinLnBrk="0" hangingPunct="1">
              <a:lnSpc>
                <a:spcPct val="150000"/>
              </a:lnSpc>
              <a:spcBef>
                <a:spcPct val="20000"/>
              </a:spcBef>
              <a:spcAft>
                <a:spcPts val="0"/>
              </a:spcAft>
              <a:buClr>
                <a:srgbClr val="C00000"/>
              </a:buClr>
              <a:buSzTx/>
              <a:buFont typeface="Arial"/>
              <a:buNone/>
              <a:tabLst/>
              <a:defRPr/>
            </a:pPr>
            <a:r>
              <a:rPr kumimoji="0" lang="en-CA" b="1" i="0" u="none" strike="noStrike" kern="1200" cap="none" spc="0" normalizeH="0" baseline="0" noProof="0" dirty="0">
                <a:ln>
                  <a:noFill/>
                </a:ln>
                <a:solidFill>
                  <a:srgbClr val="000000"/>
                </a:solidFill>
                <a:effectLst/>
                <a:uLnTx/>
                <a:uFillTx/>
                <a:latin typeface="+mj-lt"/>
                <a:ea typeface="+mn-ea"/>
              </a:rPr>
              <a:t>Steps to use the template:</a:t>
            </a:r>
          </a:p>
          <a:p>
            <a:pPr marL="895350" marR="0" lvl="0" indent="-457200" algn="l" defTabSz="609585" rtl="0" eaLnBrk="1" fontAlgn="auto" latinLnBrk="0" hangingPunct="1">
              <a:lnSpc>
                <a:spcPct val="150000"/>
              </a:lnSpc>
              <a:spcBef>
                <a:spcPct val="20000"/>
              </a:spcBef>
              <a:spcAft>
                <a:spcPts val="0"/>
              </a:spcAft>
              <a:buClrTx/>
              <a:buSzTx/>
              <a:buFont typeface="+mj-lt"/>
              <a:buAutoNum type="arabicPeriod"/>
              <a:tabLst/>
              <a:defRPr/>
            </a:pPr>
            <a:r>
              <a:rPr kumimoji="0" lang="en-CA" b="0" i="0" u="none" strike="noStrike" kern="1200" cap="none" spc="0" normalizeH="0" baseline="0" noProof="0" dirty="0">
                <a:ln>
                  <a:noFill/>
                </a:ln>
                <a:solidFill>
                  <a:srgbClr val="000000"/>
                </a:solidFill>
                <a:effectLst/>
                <a:uLnTx/>
                <a:uFillTx/>
                <a:latin typeface="+mj-lt"/>
                <a:ea typeface="+mn-ea"/>
              </a:rPr>
              <a:t>Open the </a:t>
            </a:r>
            <a:r>
              <a:rPr kumimoji="0" lang="en-CA" b="0" i="0" u="none" strike="noStrike" kern="1200" cap="none" spc="0" normalizeH="0" baseline="0" noProof="0" dirty="0">
                <a:ln>
                  <a:noFill/>
                </a:ln>
                <a:solidFill>
                  <a:srgbClr val="000000"/>
                </a:solidFill>
                <a:effectLst/>
                <a:uLnTx/>
                <a:uFillTx/>
                <a:latin typeface="+mj-lt"/>
                <a:ea typeface="+mn-ea"/>
                <a:hlinkClick r:id="rId3"/>
              </a:rPr>
              <a:t>Accessible PowerPoint Template</a:t>
            </a:r>
            <a:endParaRPr kumimoji="0" lang="en-CA" b="0" i="0" u="none" strike="noStrike" kern="1200" cap="none" spc="0" normalizeH="0" baseline="0" noProof="0" dirty="0">
              <a:ln>
                <a:noFill/>
              </a:ln>
              <a:solidFill>
                <a:srgbClr val="000000"/>
              </a:solidFill>
              <a:effectLst/>
              <a:uLnTx/>
              <a:uFillTx/>
              <a:latin typeface="+mj-lt"/>
              <a:ea typeface="+mn-ea"/>
            </a:endParaRPr>
          </a:p>
          <a:p>
            <a:pPr marL="895350" marR="0" lvl="0" indent="-457200" algn="l" defTabSz="609585" rtl="0" eaLnBrk="1" fontAlgn="auto" latinLnBrk="0" hangingPunct="1">
              <a:lnSpc>
                <a:spcPct val="150000"/>
              </a:lnSpc>
              <a:spcBef>
                <a:spcPct val="20000"/>
              </a:spcBef>
              <a:spcAft>
                <a:spcPts val="0"/>
              </a:spcAft>
              <a:buClrTx/>
              <a:buSzTx/>
              <a:buFont typeface="+mj-lt"/>
              <a:buAutoNum type="arabicPeriod"/>
              <a:tabLst/>
              <a:defRPr/>
            </a:pPr>
            <a:r>
              <a:rPr kumimoji="0" lang="en-CA" b="0" i="0" u="none" strike="noStrike" kern="1200" cap="none" spc="0" normalizeH="0" baseline="0" noProof="0" dirty="0">
                <a:ln>
                  <a:noFill/>
                </a:ln>
                <a:solidFill>
                  <a:srgbClr val="000000"/>
                </a:solidFill>
                <a:effectLst/>
                <a:uLnTx/>
                <a:uFillTx/>
                <a:latin typeface="+mj-lt"/>
                <a:ea typeface="+mn-ea"/>
              </a:rPr>
              <a:t>Navigate to and select “File” from the menu ribbon</a:t>
            </a:r>
          </a:p>
          <a:p>
            <a:pPr marL="895350" marR="0" lvl="0" indent="-457200" algn="l" defTabSz="609585" rtl="0" eaLnBrk="1" fontAlgn="auto" latinLnBrk="0" hangingPunct="1">
              <a:lnSpc>
                <a:spcPct val="150000"/>
              </a:lnSpc>
              <a:spcBef>
                <a:spcPct val="20000"/>
              </a:spcBef>
              <a:spcAft>
                <a:spcPts val="0"/>
              </a:spcAft>
              <a:buClrTx/>
              <a:buSzTx/>
              <a:buFont typeface="+mj-lt"/>
              <a:buAutoNum type="arabicPeriod"/>
              <a:tabLst/>
              <a:defRPr/>
            </a:pPr>
            <a:r>
              <a:rPr kumimoji="0" lang="en-CA" b="0" i="0" u="none" strike="noStrike" kern="1200" cap="none" spc="0" normalizeH="0" baseline="0" noProof="0" dirty="0">
                <a:ln>
                  <a:noFill/>
                </a:ln>
                <a:solidFill>
                  <a:srgbClr val="000000"/>
                </a:solidFill>
                <a:effectLst/>
                <a:uLnTx/>
                <a:uFillTx/>
                <a:latin typeface="+mj-lt"/>
                <a:ea typeface="+mn-ea"/>
              </a:rPr>
              <a:t>Navigate to and select “</a:t>
            </a:r>
            <a:r>
              <a:rPr kumimoji="0" lang="en-CA" b="1" i="0" u="none" strike="noStrike" kern="1200" cap="none" spc="0" normalizeH="0" baseline="0" noProof="0" dirty="0">
                <a:ln>
                  <a:noFill/>
                </a:ln>
                <a:solidFill>
                  <a:srgbClr val="000000"/>
                </a:solidFill>
                <a:effectLst/>
                <a:uLnTx/>
                <a:uFillTx/>
                <a:latin typeface="+mj-lt"/>
                <a:ea typeface="+mn-ea"/>
              </a:rPr>
              <a:t>Save as</a:t>
            </a:r>
            <a:r>
              <a:rPr kumimoji="0" lang="en-CA" b="0" i="0" u="none" strike="noStrike" kern="1200" cap="none" spc="0" normalizeH="0" baseline="0" noProof="0" dirty="0">
                <a:ln>
                  <a:noFill/>
                </a:ln>
                <a:solidFill>
                  <a:srgbClr val="000000"/>
                </a:solidFill>
                <a:effectLst/>
                <a:uLnTx/>
                <a:uFillTx/>
                <a:latin typeface="+mj-lt"/>
                <a:ea typeface="+mn-ea"/>
              </a:rPr>
              <a:t>”</a:t>
            </a:r>
          </a:p>
          <a:p>
            <a:pPr marL="895350" marR="0" lvl="0" indent="-457200" algn="l" defTabSz="609585" rtl="0" eaLnBrk="1" fontAlgn="auto" latinLnBrk="0" hangingPunct="1">
              <a:lnSpc>
                <a:spcPct val="150000"/>
              </a:lnSpc>
              <a:spcBef>
                <a:spcPct val="20000"/>
              </a:spcBef>
              <a:spcAft>
                <a:spcPts val="0"/>
              </a:spcAft>
              <a:buClrTx/>
              <a:buSzTx/>
              <a:buFont typeface="+mj-lt"/>
              <a:buAutoNum type="arabicPeriod"/>
              <a:tabLst/>
              <a:defRPr/>
            </a:pPr>
            <a:r>
              <a:rPr kumimoji="0" lang="en-CA" b="0" i="0" u="none" strike="noStrike" kern="1200" cap="none" spc="0" normalizeH="0" baseline="0" noProof="0" dirty="0">
                <a:ln>
                  <a:noFill/>
                </a:ln>
                <a:solidFill>
                  <a:srgbClr val="000000"/>
                </a:solidFill>
                <a:effectLst/>
                <a:uLnTx/>
                <a:uFillTx/>
                <a:latin typeface="+mj-lt"/>
                <a:ea typeface="+mn-ea"/>
              </a:rPr>
              <a:t>Select the current file type “PowerPoint Template </a:t>
            </a:r>
            <a:r>
              <a:rPr kumimoji="0" lang="en-CA" b="1" i="0" u="none" strike="noStrike" kern="1200" cap="none" spc="0" normalizeH="0" baseline="0" noProof="0" dirty="0">
                <a:ln>
                  <a:noFill/>
                </a:ln>
                <a:solidFill>
                  <a:srgbClr val="000000"/>
                </a:solidFill>
                <a:effectLst/>
                <a:uLnTx/>
                <a:uFillTx/>
                <a:latin typeface="+mj-lt"/>
                <a:ea typeface="+mn-ea"/>
              </a:rPr>
              <a:t>(*.p</a:t>
            </a:r>
            <a:r>
              <a:rPr lang="en-CA" b="1" dirty="0">
                <a:solidFill>
                  <a:srgbClr val="000000"/>
                </a:solidFill>
                <a:latin typeface="+mj-lt"/>
              </a:rPr>
              <a:t>o</a:t>
            </a:r>
            <a:r>
              <a:rPr kumimoji="0" lang="en-CA" b="1" i="0" u="none" strike="noStrike" kern="1200" cap="none" spc="0" normalizeH="0" baseline="0" noProof="0" dirty="0" err="1">
                <a:ln>
                  <a:noFill/>
                </a:ln>
                <a:solidFill>
                  <a:srgbClr val="000000"/>
                </a:solidFill>
                <a:effectLst/>
                <a:uLnTx/>
                <a:uFillTx/>
                <a:latin typeface="+mj-lt"/>
                <a:ea typeface="+mn-ea"/>
              </a:rPr>
              <a:t>tx</a:t>
            </a:r>
            <a:r>
              <a:rPr kumimoji="0" lang="en-CA" b="1" i="0" u="none" strike="noStrike" kern="1200" cap="none" spc="0" normalizeH="0" baseline="0" noProof="0" dirty="0">
                <a:ln>
                  <a:noFill/>
                </a:ln>
                <a:solidFill>
                  <a:srgbClr val="000000"/>
                </a:solidFill>
                <a:effectLst/>
                <a:uLnTx/>
                <a:uFillTx/>
                <a:latin typeface="+mj-lt"/>
                <a:ea typeface="+mn-ea"/>
              </a:rPr>
              <a:t>)”</a:t>
            </a:r>
            <a:r>
              <a:rPr kumimoji="0" lang="en-CA" b="0" i="0" u="none" strike="noStrike" kern="1200" cap="none" spc="0" normalizeH="0" baseline="0" noProof="0" dirty="0">
                <a:ln>
                  <a:noFill/>
                </a:ln>
                <a:solidFill>
                  <a:srgbClr val="000000"/>
                </a:solidFill>
                <a:effectLst/>
                <a:uLnTx/>
                <a:uFillTx/>
                <a:latin typeface="+mj-lt"/>
                <a:ea typeface="+mn-ea"/>
              </a:rPr>
              <a:t>, and change it to “PowerPoint Presentation </a:t>
            </a:r>
            <a:r>
              <a:rPr kumimoji="0" lang="en-CA" b="1" i="0" u="none" strike="noStrike" kern="1200" cap="none" spc="0" normalizeH="0" baseline="0" noProof="0" dirty="0">
                <a:ln>
                  <a:noFill/>
                </a:ln>
                <a:solidFill>
                  <a:srgbClr val="000000"/>
                </a:solidFill>
                <a:effectLst/>
                <a:uLnTx/>
                <a:uFillTx/>
                <a:latin typeface="+mj-lt"/>
                <a:ea typeface="+mn-ea"/>
              </a:rPr>
              <a:t>(*.pptx)”</a:t>
            </a:r>
          </a:p>
          <a:p>
            <a:pPr marL="895350" marR="0" lvl="0" indent="-457200" algn="l" defTabSz="609585" rtl="0" eaLnBrk="1" fontAlgn="auto" latinLnBrk="0" hangingPunct="1">
              <a:lnSpc>
                <a:spcPct val="150000"/>
              </a:lnSpc>
              <a:spcBef>
                <a:spcPct val="20000"/>
              </a:spcBef>
              <a:spcAft>
                <a:spcPts val="0"/>
              </a:spcAft>
              <a:buClrTx/>
              <a:buSzTx/>
              <a:buFont typeface="+mj-lt"/>
              <a:buAutoNum type="arabicPeriod"/>
              <a:tabLst/>
              <a:defRPr/>
            </a:pPr>
            <a:r>
              <a:rPr kumimoji="0" lang="en-CA" b="0" i="0" u="none" strike="noStrike" kern="1200" cap="none" spc="0" normalizeH="0" baseline="0" noProof="0" dirty="0">
                <a:ln>
                  <a:noFill/>
                </a:ln>
                <a:solidFill>
                  <a:srgbClr val="000000"/>
                </a:solidFill>
                <a:effectLst/>
                <a:uLnTx/>
                <a:uFillTx/>
                <a:latin typeface="+mj-lt"/>
                <a:ea typeface="+mn-ea"/>
              </a:rPr>
              <a:t>Select your preferred save location and select the “Save” button</a:t>
            </a:r>
            <a:endParaRPr lang="en-CA" sz="2000" dirty="0">
              <a:latin typeface="+mj-lt"/>
            </a:endParaRPr>
          </a:p>
        </p:txBody>
      </p:sp>
      <p:sp>
        <p:nvSpPr>
          <p:cNvPr id="5" name="Content Placeholder 4">
            <a:extLst>
              <a:ext uri="{FF2B5EF4-FFF2-40B4-BE49-F238E27FC236}">
                <a16:creationId xmlns:a16="http://schemas.microsoft.com/office/drawing/2014/main" id="{0C185483-378C-9F21-5182-A22A14D12612}"/>
              </a:ext>
            </a:extLst>
          </p:cNvPr>
          <p:cNvSpPr>
            <a:spLocks noGrp="1"/>
          </p:cNvSpPr>
          <p:nvPr>
            <p:ph type="body" sz="quarter" idx="15"/>
          </p:nvPr>
        </p:nvSpPr>
        <p:spPr>
          <a:xfrm>
            <a:off x="8553450" y="1447800"/>
            <a:ext cx="3126359" cy="2850823"/>
          </a:xfrm>
          <a:noFill/>
          <a:ln w="22225">
            <a:noFill/>
          </a:ln>
        </p:spPr>
        <p:txBody>
          <a:bodyPr/>
          <a:lstStyle/>
          <a:p>
            <a:pPr>
              <a:buClr>
                <a:srgbClr val="C00000"/>
              </a:buClr>
            </a:pPr>
            <a:r>
              <a:rPr lang="en-CA" b="1">
                <a:solidFill>
                  <a:srgbClr val="C00000"/>
                </a:solidFill>
                <a:latin typeface="+mj-lt"/>
              </a:rPr>
              <a:t>Important!</a:t>
            </a:r>
            <a:r>
              <a:rPr lang="en-CA" sz="1800" b="1">
                <a:solidFill>
                  <a:srgbClr val="C00000"/>
                </a:solidFill>
                <a:latin typeface="+mj-lt"/>
              </a:rPr>
              <a:t> </a:t>
            </a:r>
            <a:r>
              <a:rPr lang="en-CA" sz="1800">
                <a:latin typeface="+mj-lt"/>
              </a:rPr>
              <a:t>An accessible template </a:t>
            </a:r>
            <a:r>
              <a:rPr lang="en-CA">
                <a:latin typeface="+mj-lt"/>
              </a:rPr>
              <a:t>will start you on the right path. However, accessibility verifications are still required to ensure no barriers are introduced.</a:t>
            </a:r>
            <a:endParaRPr lang="en-CA" sz="1800">
              <a:latin typeface="+mj-lt"/>
            </a:endParaRPr>
          </a:p>
        </p:txBody>
      </p:sp>
      <p:sp>
        <p:nvSpPr>
          <p:cNvPr id="9" name="Slide Number Placeholder">
            <a:extLst>
              <a:ext uri="{FF2B5EF4-FFF2-40B4-BE49-F238E27FC236}">
                <a16:creationId xmlns:a16="http://schemas.microsoft.com/office/drawing/2014/main" id="{9B1B075B-0862-9C3C-3363-598B241B4FC2}"/>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CA"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CA"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886576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07C07-0F16-5498-7ADC-EACB4F556CC5}"/>
              </a:ext>
            </a:extLst>
          </p:cNvPr>
          <p:cNvSpPr>
            <a:spLocks noGrp="1"/>
          </p:cNvSpPr>
          <p:nvPr>
            <p:ph type="title"/>
          </p:nvPr>
        </p:nvSpPr>
        <p:spPr>
          <a:xfrm>
            <a:off x="609600" y="413736"/>
            <a:ext cx="8659091" cy="977987"/>
          </a:xfrm>
        </p:spPr>
        <p:txBody>
          <a:bodyPr anchor="t">
            <a:normAutofit/>
          </a:bodyPr>
          <a:lstStyle/>
          <a:p>
            <a:pPr>
              <a:lnSpc>
                <a:spcPct val="150000"/>
              </a:lnSpc>
            </a:pPr>
            <a:r>
              <a:rPr lang="en-CA" sz="3000">
                <a:effectLst/>
                <a:latin typeface="+mj-lt"/>
                <a:ea typeface="Calibri" panose="020F0502020204030204" pitchFamily="34" charset="0"/>
                <a:cs typeface="Calibri" panose="020F0502020204030204" pitchFamily="34" charset="0"/>
              </a:rPr>
              <a:t>Proofing Language</a:t>
            </a:r>
            <a:endParaRPr lang="fr-CA" sz="3000">
              <a:latin typeface="+mj-lt"/>
            </a:endParaRPr>
          </a:p>
        </p:txBody>
      </p:sp>
      <p:sp>
        <p:nvSpPr>
          <p:cNvPr id="6" name="Content Placeholder 5">
            <a:extLst>
              <a:ext uri="{FF2B5EF4-FFF2-40B4-BE49-F238E27FC236}">
                <a16:creationId xmlns:a16="http://schemas.microsoft.com/office/drawing/2014/main" id="{B9179AF2-FA76-B553-466D-6BA863F514A0}"/>
              </a:ext>
            </a:extLst>
          </p:cNvPr>
          <p:cNvSpPr>
            <a:spLocks noGrp="1"/>
          </p:cNvSpPr>
          <p:nvPr>
            <p:ph sz="half" idx="2"/>
          </p:nvPr>
        </p:nvSpPr>
        <p:spPr>
          <a:xfrm>
            <a:off x="609600" y="1305098"/>
            <a:ext cx="5386917" cy="2952349"/>
          </a:xfrm>
        </p:spPr>
        <p:txBody>
          <a:bodyPr>
            <a:normAutofit/>
          </a:bodyPr>
          <a:lstStyle/>
          <a:p>
            <a:pPr marL="0" indent="0">
              <a:lnSpc>
                <a:spcPct val="150000"/>
              </a:lnSpc>
              <a:buNone/>
            </a:pPr>
            <a:r>
              <a:rPr lang="en-CA" sz="1800">
                <a:latin typeface="+mj-lt"/>
                <a:cs typeface="Calibri"/>
              </a:rPr>
              <a:t>All PowerPoint text must be set to the correct language. By not setting the proofing language correctly, assistive technology will read content with the incorrect pronunciation.  </a:t>
            </a:r>
          </a:p>
          <a:p>
            <a:pPr marL="0" indent="0">
              <a:lnSpc>
                <a:spcPct val="150000"/>
              </a:lnSpc>
              <a:buNone/>
            </a:pPr>
            <a:r>
              <a:rPr lang="en-CA" sz="1800">
                <a:latin typeface="+mj-lt"/>
                <a:cs typeface="Calibri" panose="020F0502020204030204" pitchFamily="34" charset="0"/>
              </a:rPr>
              <a:t>French text must be identified as </a:t>
            </a:r>
            <a:r>
              <a:rPr lang="en-CA" sz="1800" b="1">
                <a:latin typeface="+mj-lt"/>
                <a:cs typeface="Calibri" panose="020F0502020204030204" pitchFamily="34" charset="0"/>
              </a:rPr>
              <a:t>French Canada </a:t>
            </a:r>
            <a:r>
              <a:rPr lang="en-CA" sz="1800">
                <a:latin typeface="+mj-lt"/>
                <a:cs typeface="Calibri" panose="020F0502020204030204" pitchFamily="34" charset="0"/>
              </a:rPr>
              <a:t>and</a:t>
            </a:r>
            <a:r>
              <a:rPr lang="en-CA" sz="1800" b="1">
                <a:latin typeface="+mj-lt"/>
                <a:cs typeface="Calibri" panose="020F0502020204030204" pitchFamily="34" charset="0"/>
              </a:rPr>
              <a:t> </a:t>
            </a:r>
            <a:r>
              <a:rPr lang="en-CA" sz="1800">
                <a:latin typeface="+mj-lt"/>
                <a:cs typeface="Calibri" panose="020F0502020204030204" pitchFamily="34" charset="0"/>
              </a:rPr>
              <a:t>English must be identified as </a:t>
            </a:r>
            <a:r>
              <a:rPr lang="en-CA" sz="1800" b="1">
                <a:latin typeface="+mj-lt"/>
                <a:cs typeface="Calibri" panose="020F0502020204030204" pitchFamily="34" charset="0"/>
              </a:rPr>
              <a:t>English Canada.</a:t>
            </a:r>
            <a:endParaRPr lang="en-CA" sz="1800" b="1">
              <a:latin typeface="+mj-lt"/>
              <a:cs typeface="Calibri"/>
            </a:endParaRPr>
          </a:p>
          <a:p>
            <a:pPr marL="0" indent="0">
              <a:lnSpc>
                <a:spcPct val="150000"/>
              </a:lnSpc>
              <a:buNone/>
            </a:pPr>
            <a:endParaRPr lang="en-CA" sz="1800"/>
          </a:p>
        </p:txBody>
      </p:sp>
      <p:pic>
        <p:nvPicPr>
          <p:cNvPr id="12" name="Picture 11" descr="Language button selected in down state with a red circle around it. A popout menu appears that says Set Proofing Language and Language Preferences. A orange arrow point to the first option.">
            <a:extLst>
              <a:ext uri="{FF2B5EF4-FFF2-40B4-BE49-F238E27FC236}">
                <a16:creationId xmlns:a16="http://schemas.microsoft.com/office/drawing/2014/main" id="{7BB49490-CCA7-52A5-B107-055E99C34ACA}"/>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719072" y="4050225"/>
            <a:ext cx="3299124" cy="2031057"/>
          </a:xfrm>
          <a:prstGeom prst="rect">
            <a:avLst/>
          </a:prstGeom>
        </p:spPr>
      </p:pic>
      <p:pic>
        <p:nvPicPr>
          <p:cNvPr id="10" name="Picture 7" descr="Language settings dialogue box with English Canada highlighted in blue.">
            <a:extLst>
              <a:ext uri="{FF2B5EF4-FFF2-40B4-BE49-F238E27FC236}">
                <a16:creationId xmlns:a16="http://schemas.microsoft.com/office/drawing/2014/main" id="{29A3BC43-C1BC-0912-9652-99DA1535DD0B}"/>
              </a:ext>
              <a:ext uri="{C183D7F6-B498-43B3-948B-1728B52AA6E4}">
                <adec:decorative xmlns:adec="http://schemas.microsoft.com/office/drawing/2017/decorative" val="0"/>
              </a:ext>
            </a:extLst>
          </p:cNvPr>
          <p:cNvPicPr>
            <a:picLocks noChangeAspect="1"/>
          </p:cNvPicPr>
          <p:nvPr/>
        </p:nvPicPr>
        <p:blipFill>
          <a:blip r:embed="rId4"/>
          <a:srcRect b="52197"/>
          <a:stretch/>
        </p:blipFill>
        <p:spPr>
          <a:xfrm>
            <a:off x="6392810" y="687907"/>
            <a:ext cx="4992268" cy="1807867"/>
          </a:xfrm>
          <a:prstGeom prst="rect">
            <a:avLst/>
          </a:prstGeom>
        </p:spPr>
      </p:pic>
      <p:sp>
        <p:nvSpPr>
          <p:cNvPr id="8" name="Content Placeholder 7">
            <a:extLst>
              <a:ext uri="{FF2B5EF4-FFF2-40B4-BE49-F238E27FC236}">
                <a16:creationId xmlns:a16="http://schemas.microsoft.com/office/drawing/2014/main" id="{ADAAF7F3-B6A4-3889-0B8F-2ADB68D87455}"/>
              </a:ext>
            </a:extLst>
          </p:cNvPr>
          <p:cNvSpPr>
            <a:spLocks noGrp="1"/>
          </p:cNvSpPr>
          <p:nvPr>
            <p:ph sz="quarter" idx="4"/>
          </p:nvPr>
        </p:nvSpPr>
        <p:spPr>
          <a:xfrm>
            <a:off x="6195485" y="2495774"/>
            <a:ext cx="5386918" cy="3585508"/>
          </a:xfrm>
        </p:spPr>
        <p:txBody>
          <a:bodyPr>
            <a:noAutofit/>
          </a:bodyPr>
          <a:lstStyle/>
          <a:p>
            <a:pPr marL="0" indent="0">
              <a:lnSpc>
                <a:spcPct val="150000"/>
              </a:lnSpc>
              <a:buNone/>
            </a:pPr>
            <a:r>
              <a:rPr lang="en-CA" sz="1800" b="1">
                <a:latin typeface="+mj-lt"/>
                <a:cs typeface="Calibri"/>
              </a:rPr>
              <a:t>To set proofing language:</a:t>
            </a:r>
          </a:p>
          <a:p>
            <a:pPr marL="458788" indent="-342900">
              <a:lnSpc>
                <a:spcPct val="150000"/>
              </a:lnSpc>
              <a:buFont typeface="+mj-lt"/>
              <a:buAutoNum type="arabicPeriod"/>
            </a:pPr>
            <a:r>
              <a:rPr lang="en-CA" sz="1800">
                <a:latin typeface="+mj-lt"/>
                <a:cs typeface="Calibri" panose="020F0502020204030204" pitchFamily="34" charset="0"/>
              </a:rPr>
              <a:t>Select the text that you want to set the language of</a:t>
            </a:r>
          </a:p>
          <a:p>
            <a:pPr marL="458788" indent="-342900">
              <a:lnSpc>
                <a:spcPct val="150000"/>
              </a:lnSpc>
              <a:buFont typeface="+mj-lt"/>
              <a:buAutoNum type="arabicPeriod"/>
            </a:pPr>
            <a:r>
              <a:rPr lang="en-CA" sz="1800">
                <a:latin typeface="+mj-lt"/>
                <a:cs typeface="Calibri"/>
              </a:rPr>
              <a:t>Navigate to the “Review” menu</a:t>
            </a:r>
          </a:p>
          <a:p>
            <a:pPr marL="458788" indent="-342900">
              <a:lnSpc>
                <a:spcPct val="150000"/>
              </a:lnSpc>
              <a:buFont typeface="+mj-lt"/>
              <a:buAutoNum type="arabicPeriod"/>
            </a:pPr>
            <a:r>
              <a:rPr lang="en-CA" sz="1800">
                <a:latin typeface="+mj-lt"/>
                <a:cs typeface="Calibri"/>
              </a:rPr>
              <a:t>Select “Language” and then “Set Proofing Language”</a:t>
            </a:r>
            <a:endParaRPr lang="en-CA" sz="1800" b="1">
              <a:latin typeface="+mj-lt"/>
              <a:cs typeface="Calibri"/>
            </a:endParaRPr>
          </a:p>
          <a:p>
            <a:pPr marL="458788" indent="-342900">
              <a:lnSpc>
                <a:spcPct val="150000"/>
              </a:lnSpc>
              <a:buFont typeface="+mj-lt"/>
              <a:buAutoNum type="arabicPeriod"/>
            </a:pPr>
            <a:r>
              <a:rPr lang="en-CA" sz="1800">
                <a:latin typeface="+mj-lt"/>
                <a:cs typeface="Calibri"/>
              </a:rPr>
              <a:t>Select the correct language of the selected text and then select “OK”</a:t>
            </a:r>
          </a:p>
        </p:txBody>
      </p:sp>
      <p:sp>
        <p:nvSpPr>
          <p:cNvPr id="9" name="Slide Number Placeholder">
            <a:extLst>
              <a:ext uri="{FF2B5EF4-FFF2-40B4-BE49-F238E27FC236}">
                <a16:creationId xmlns:a16="http://schemas.microsoft.com/office/drawing/2014/main" id="{9B1B075B-0862-9C3C-3363-598B241B4FC2}"/>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CA"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CA"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852343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5803-6A9E-8C56-55D5-9683147DA743}"/>
              </a:ext>
            </a:extLst>
          </p:cNvPr>
          <p:cNvSpPr>
            <a:spLocks noGrp="1"/>
          </p:cNvSpPr>
          <p:nvPr>
            <p:ph type="title"/>
          </p:nvPr>
        </p:nvSpPr>
        <p:spPr>
          <a:xfrm>
            <a:off x="609598" y="442762"/>
            <a:ext cx="10972801" cy="791272"/>
          </a:xfrm>
        </p:spPr>
        <p:txBody>
          <a:bodyPr>
            <a:normAutofit/>
          </a:bodyPr>
          <a:lstStyle/>
          <a:p>
            <a:r>
              <a:rPr lang="en-CA" sz="3000">
                <a:solidFill>
                  <a:schemeClr val="tx1"/>
                </a:solidFill>
                <a:latin typeface="+mj-lt"/>
              </a:rPr>
              <a:t>Prebuilt Slide Layouts </a:t>
            </a:r>
            <a:endParaRPr lang="fr-CA" sz="3000">
              <a:latin typeface="+mj-lt"/>
            </a:endParaRPr>
          </a:p>
        </p:txBody>
      </p:sp>
      <p:sp>
        <p:nvSpPr>
          <p:cNvPr id="3" name="Content Placeholder">
            <a:extLst>
              <a:ext uri="{FF2B5EF4-FFF2-40B4-BE49-F238E27FC236}">
                <a16:creationId xmlns:a16="http://schemas.microsoft.com/office/drawing/2014/main" id="{D1B9745D-83FA-5E29-7107-28ECC573CB4C}"/>
              </a:ext>
            </a:extLst>
          </p:cNvPr>
          <p:cNvSpPr>
            <a:spLocks noGrp="1"/>
          </p:cNvSpPr>
          <p:nvPr>
            <p:ph type="body" sz="quarter" idx="13"/>
          </p:nvPr>
        </p:nvSpPr>
        <p:spPr>
          <a:xfrm>
            <a:off x="609599" y="1415260"/>
            <a:ext cx="6221508" cy="4426740"/>
          </a:xfrm>
        </p:spPr>
        <p:txBody>
          <a:bodyPr/>
          <a:lstStyle/>
          <a:p>
            <a:r>
              <a:rPr lang="en-CA">
                <a:latin typeface="+mj-lt"/>
              </a:rPr>
              <a:t>Prebuilt Slide Layouts are already designed to be accessible for assistive technology. </a:t>
            </a:r>
          </a:p>
          <a:p>
            <a:pPr marL="0" indent="0">
              <a:lnSpc>
                <a:spcPct val="170000"/>
              </a:lnSpc>
              <a:buNone/>
            </a:pPr>
            <a:r>
              <a:rPr lang="en-CA" b="1">
                <a:latin typeface="+mj-lt"/>
              </a:rPr>
              <a:t>How to add a new slide with a Prebuilt Slide Layout:</a:t>
            </a:r>
          </a:p>
          <a:p>
            <a:pPr marL="342900" indent="-342900">
              <a:lnSpc>
                <a:spcPct val="170000"/>
              </a:lnSpc>
              <a:buFont typeface="+mj-lt"/>
              <a:buAutoNum type="arabicPeriod"/>
            </a:pPr>
            <a:r>
              <a:rPr lang="en-CA">
                <a:latin typeface="+mj-lt"/>
              </a:rPr>
              <a:t>Go to </a:t>
            </a:r>
            <a:r>
              <a:rPr lang="en-CA" b="1">
                <a:latin typeface="+mj-lt"/>
              </a:rPr>
              <a:t>New Slide </a:t>
            </a:r>
            <a:r>
              <a:rPr lang="en-CA">
                <a:latin typeface="+mj-lt"/>
              </a:rPr>
              <a:t>available in the Home ribbon </a:t>
            </a:r>
          </a:p>
          <a:p>
            <a:pPr marL="358775" indent="-358775">
              <a:lnSpc>
                <a:spcPct val="170000"/>
              </a:lnSpc>
              <a:buFont typeface="+mj-lt"/>
              <a:buAutoNum type="arabicPeriod"/>
            </a:pPr>
            <a:r>
              <a:rPr lang="en-CA">
                <a:latin typeface="+mj-lt"/>
              </a:rPr>
              <a:t>Choose the prebuilt slide that best fits your content requirements</a:t>
            </a:r>
          </a:p>
        </p:txBody>
      </p:sp>
      <p:pic>
        <p:nvPicPr>
          <p:cNvPr id="12" name="Picture 11" descr="Arrow pointing at selected Home menu  with New Slide button selected below with a red circle around it.">
            <a:extLst>
              <a:ext uri="{FF2B5EF4-FFF2-40B4-BE49-F238E27FC236}">
                <a16:creationId xmlns:a16="http://schemas.microsoft.com/office/drawing/2014/main" id="{B7DE2C77-7357-E679-A586-E99AE8086E5A}"/>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6719464" y="1925261"/>
            <a:ext cx="4545282" cy="3007478"/>
          </a:xfrm>
          <a:prstGeom prst="rect">
            <a:avLst/>
          </a:prstGeom>
        </p:spPr>
      </p:pic>
      <p:sp>
        <p:nvSpPr>
          <p:cNvPr id="9" name="Slide Number Placeholder">
            <a:extLst>
              <a:ext uri="{FF2B5EF4-FFF2-40B4-BE49-F238E27FC236}">
                <a16:creationId xmlns:a16="http://schemas.microsoft.com/office/drawing/2014/main" id="{E165FFA5-3659-7FB7-6D1C-1D6345D57786}"/>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032702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5803-6A9E-8C56-55D5-9683147DA743}"/>
              </a:ext>
            </a:extLst>
          </p:cNvPr>
          <p:cNvSpPr>
            <a:spLocks noGrp="1"/>
          </p:cNvSpPr>
          <p:nvPr>
            <p:ph type="title"/>
          </p:nvPr>
        </p:nvSpPr>
        <p:spPr>
          <a:xfrm>
            <a:off x="609600" y="413886"/>
            <a:ext cx="10972800" cy="986288"/>
          </a:xfrm>
        </p:spPr>
        <p:txBody>
          <a:bodyPr anchor="t">
            <a:noAutofit/>
          </a:bodyPr>
          <a:lstStyle/>
          <a:p>
            <a:r>
              <a:rPr lang="en-CA" sz="3000" b="1">
                <a:latin typeface="+mj-lt"/>
              </a:rPr>
              <a:t>Custom Slide Layouts</a:t>
            </a:r>
            <a:endParaRPr lang="fr-CA" sz="3000">
              <a:latin typeface="+mj-lt"/>
            </a:endParaRPr>
          </a:p>
        </p:txBody>
      </p:sp>
      <p:sp>
        <p:nvSpPr>
          <p:cNvPr id="7" name="Text Placeholder 6">
            <a:extLst>
              <a:ext uri="{FF2B5EF4-FFF2-40B4-BE49-F238E27FC236}">
                <a16:creationId xmlns:a16="http://schemas.microsoft.com/office/drawing/2014/main" id="{A5E56281-4E00-D399-24A3-B08BB95DE9AF}"/>
              </a:ext>
            </a:extLst>
          </p:cNvPr>
          <p:cNvSpPr>
            <a:spLocks noGrp="1"/>
          </p:cNvSpPr>
          <p:nvPr>
            <p:ph type="body" idx="1"/>
          </p:nvPr>
        </p:nvSpPr>
        <p:spPr>
          <a:xfrm>
            <a:off x="609600" y="1581150"/>
            <a:ext cx="11122959" cy="1390650"/>
          </a:xfrm>
        </p:spPr>
        <p:txBody>
          <a:bodyPr/>
          <a:lstStyle/>
          <a:p>
            <a:pPr>
              <a:lnSpc>
                <a:spcPct val="150000"/>
              </a:lnSpc>
            </a:pPr>
            <a:r>
              <a:rPr lang="en-CA" sz="1800" b="0">
                <a:latin typeface="+mj-lt"/>
              </a:rPr>
              <a:t>Prebuilt slide layouts are an excellent starting point for your presentations. If there is not a slide layout that meets your needs, you can create your own accessible slide layout from the Slide Master view. </a:t>
            </a:r>
          </a:p>
          <a:p>
            <a:pPr>
              <a:lnSpc>
                <a:spcPct val="150000"/>
              </a:lnSpc>
            </a:pPr>
            <a:r>
              <a:rPr lang="en-CA" sz="1800">
                <a:latin typeface="+mj-lt"/>
              </a:rPr>
              <a:t>To access the Slide Master view:</a:t>
            </a:r>
          </a:p>
          <a:p>
            <a:pPr>
              <a:lnSpc>
                <a:spcPct val="150000"/>
              </a:lnSpc>
            </a:pPr>
            <a:endParaRPr lang="en-CA" sz="1800" b="0"/>
          </a:p>
        </p:txBody>
      </p:sp>
      <p:sp>
        <p:nvSpPr>
          <p:cNvPr id="5" name="Content Placeholder 4">
            <a:extLst>
              <a:ext uri="{FF2B5EF4-FFF2-40B4-BE49-F238E27FC236}">
                <a16:creationId xmlns:a16="http://schemas.microsoft.com/office/drawing/2014/main" id="{A8BFAE9C-56F2-D831-557C-661598726626}"/>
              </a:ext>
            </a:extLst>
          </p:cNvPr>
          <p:cNvSpPr>
            <a:spLocks noGrp="1"/>
          </p:cNvSpPr>
          <p:nvPr>
            <p:ph sz="half" idx="2"/>
          </p:nvPr>
        </p:nvSpPr>
        <p:spPr>
          <a:xfrm>
            <a:off x="609600" y="3152775"/>
            <a:ext cx="10972800" cy="2124075"/>
          </a:xfrm>
        </p:spPr>
        <p:txBody>
          <a:bodyPr wrap="none" numCol="2">
            <a:noAutofit/>
          </a:bodyPr>
          <a:lstStyle/>
          <a:p>
            <a:pPr marL="342900" indent="-342900">
              <a:lnSpc>
                <a:spcPct val="150000"/>
              </a:lnSpc>
              <a:buFont typeface="+mj-lt"/>
              <a:buAutoNum type="arabicPeriod"/>
            </a:pPr>
            <a:r>
              <a:rPr lang="en-CA" sz="1800">
                <a:latin typeface="+mj-lt"/>
              </a:rPr>
              <a:t>Navigate to the “View” menu from the ribbon</a:t>
            </a:r>
          </a:p>
          <a:p>
            <a:pPr marL="342900" indent="-342900">
              <a:lnSpc>
                <a:spcPct val="150000"/>
              </a:lnSpc>
              <a:buFont typeface="+mj-lt"/>
              <a:buAutoNum type="arabicPeriod"/>
            </a:pPr>
            <a:r>
              <a:rPr lang="en-CA" sz="1800">
                <a:latin typeface="+mj-lt"/>
              </a:rPr>
              <a:t>Select “</a:t>
            </a:r>
            <a:r>
              <a:rPr lang="en-CA" sz="1800" b="1">
                <a:latin typeface="+mj-lt"/>
              </a:rPr>
              <a:t>Slide Master</a:t>
            </a:r>
            <a:r>
              <a:rPr lang="en-CA" sz="1800">
                <a:latin typeface="+mj-lt"/>
              </a:rPr>
              <a:t>” </a:t>
            </a:r>
          </a:p>
          <a:p>
            <a:pPr marL="342900" indent="-342900">
              <a:lnSpc>
                <a:spcPct val="150000"/>
              </a:lnSpc>
              <a:buFont typeface="+mj-lt"/>
              <a:buAutoNum type="arabicPeriod"/>
            </a:pPr>
            <a:r>
              <a:rPr lang="en-CA" sz="1800">
                <a:latin typeface="+mj-lt"/>
              </a:rPr>
              <a:t>Create a new slide or edit an existing one</a:t>
            </a:r>
          </a:p>
          <a:p>
            <a:pPr marL="342900" indent="-342900">
              <a:lnSpc>
                <a:spcPct val="150000"/>
              </a:lnSpc>
              <a:buFont typeface="+mj-lt"/>
              <a:buAutoNum type="arabicPeriod"/>
            </a:pPr>
            <a:r>
              <a:rPr lang="en-CA" sz="1800">
                <a:latin typeface="+mj-lt"/>
              </a:rPr>
              <a:t>Select “Insert Placeholder”</a:t>
            </a:r>
          </a:p>
          <a:p>
            <a:pPr marL="342900" indent="-342900">
              <a:lnSpc>
                <a:spcPct val="150000"/>
              </a:lnSpc>
              <a:buFont typeface="+mj-lt"/>
              <a:buAutoNum type="arabicPeriod"/>
            </a:pPr>
            <a:r>
              <a:rPr lang="en-CA" sz="1800">
                <a:latin typeface="+mj-lt"/>
              </a:rPr>
              <a:t>Select “Content” type. E.g. Image, text, etc.</a:t>
            </a:r>
          </a:p>
          <a:p>
            <a:pPr marL="342900" indent="-342900">
              <a:lnSpc>
                <a:spcPct val="150000"/>
              </a:lnSpc>
              <a:buFont typeface="+mj-lt"/>
              <a:buAutoNum type="arabicPeriod"/>
            </a:pPr>
            <a:r>
              <a:rPr lang="en-CA" sz="1800">
                <a:latin typeface="+mj-lt"/>
              </a:rPr>
              <a:t>If using a mouse, draw a new placeholder on the slide</a:t>
            </a:r>
          </a:p>
          <a:p>
            <a:pPr marL="342900" indent="-342900">
              <a:lnSpc>
                <a:spcPct val="150000"/>
              </a:lnSpc>
              <a:buFont typeface="+mj-lt"/>
              <a:buAutoNum type="arabicPeriod"/>
            </a:pPr>
            <a:r>
              <a:rPr lang="en-CA" sz="1800">
                <a:latin typeface="+mj-lt"/>
              </a:rPr>
              <a:t>Select “Content” type. E.g. Image, text, etc.</a:t>
            </a:r>
            <a:endParaRPr lang="en-CA" sz="1600">
              <a:latin typeface="+mj-lt"/>
            </a:endParaRPr>
          </a:p>
        </p:txBody>
      </p:sp>
      <p:sp>
        <p:nvSpPr>
          <p:cNvPr id="9" name="Slide Number Placeholder">
            <a:extLst>
              <a:ext uri="{FF2B5EF4-FFF2-40B4-BE49-F238E27FC236}">
                <a16:creationId xmlns:a16="http://schemas.microsoft.com/office/drawing/2014/main" id="{E165FFA5-3659-7FB7-6D1C-1D6345D57786}"/>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598836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55045803-6A9E-8C56-55D5-9683147DA743}"/>
              </a:ext>
            </a:extLst>
          </p:cNvPr>
          <p:cNvSpPr>
            <a:spLocks noGrp="1"/>
          </p:cNvSpPr>
          <p:nvPr>
            <p:ph type="title"/>
          </p:nvPr>
        </p:nvSpPr>
        <p:spPr>
          <a:xfrm>
            <a:off x="609600" y="12033"/>
            <a:ext cx="10718202" cy="1460632"/>
          </a:xfrm>
        </p:spPr>
        <p:txBody>
          <a:bodyPr>
            <a:normAutofit/>
          </a:bodyPr>
          <a:lstStyle/>
          <a:p>
            <a:pPr>
              <a:lnSpc>
                <a:spcPct val="150000"/>
              </a:lnSpc>
            </a:pPr>
            <a:r>
              <a:rPr lang="en-CA" sz="3000">
                <a:latin typeface="+mj-lt"/>
              </a:rPr>
              <a:t>Layout Placeholder </a:t>
            </a:r>
            <a:r>
              <a:rPr lang="en-CA" sz="3000">
                <a:solidFill>
                  <a:srgbClr val="C00000"/>
                </a:solidFill>
                <a:latin typeface="+mj-lt"/>
              </a:rPr>
              <a:t>Versus</a:t>
            </a:r>
            <a:r>
              <a:rPr lang="en-CA" sz="3000">
                <a:latin typeface="+mj-lt"/>
              </a:rPr>
              <a:t> Text Box</a:t>
            </a:r>
            <a:endParaRPr lang="fr-CA" sz="3000">
              <a:latin typeface="+mj-lt"/>
            </a:endParaRPr>
          </a:p>
        </p:txBody>
      </p:sp>
      <p:sp>
        <p:nvSpPr>
          <p:cNvPr id="3" name="Content Placeholder">
            <a:extLst>
              <a:ext uri="{FF2B5EF4-FFF2-40B4-BE49-F238E27FC236}">
                <a16:creationId xmlns:a16="http://schemas.microsoft.com/office/drawing/2014/main" id="{D1B9745D-83FA-5E29-7107-28ECC573CB4C}"/>
              </a:ext>
            </a:extLst>
          </p:cNvPr>
          <p:cNvSpPr>
            <a:spLocks noGrp="1"/>
          </p:cNvSpPr>
          <p:nvPr>
            <p:ph type="body" sz="quarter" idx="13"/>
          </p:nvPr>
        </p:nvSpPr>
        <p:spPr>
          <a:xfrm>
            <a:off x="609600" y="1389149"/>
            <a:ext cx="4677317" cy="4622371"/>
          </a:xfrm>
        </p:spPr>
        <p:txBody>
          <a:bodyPr/>
          <a:lstStyle/>
          <a:p>
            <a:pPr>
              <a:spcAft>
                <a:spcPts val="1200"/>
              </a:spcAft>
              <a:buClr>
                <a:schemeClr val="tx1"/>
              </a:buClr>
            </a:pPr>
            <a:r>
              <a:rPr lang="en-CA" sz="1800" b="1">
                <a:solidFill>
                  <a:schemeClr val="accent1">
                    <a:lumMod val="50000"/>
                  </a:schemeClr>
                </a:solidFill>
                <a:latin typeface="+mj-lt"/>
                <a:ea typeface="Calibri" panose="020F0502020204030204" pitchFamily="34" charset="0"/>
                <a:cs typeface="Calibri" panose="020F0502020204030204" pitchFamily="34" charset="0"/>
              </a:rPr>
              <a:t>Recommend!</a:t>
            </a:r>
          </a:p>
          <a:p>
            <a:pPr marL="285750" indent="-285750">
              <a:spcAft>
                <a:spcPts val="1200"/>
              </a:spcAft>
              <a:buClr>
                <a:schemeClr val="tx1"/>
              </a:buClr>
              <a:buFont typeface="Arial" panose="020B0604020202020204" pitchFamily="34" charset="0"/>
              <a:buChar char="•"/>
            </a:pPr>
            <a:r>
              <a:rPr lang="en-CA">
                <a:latin typeface="+mj-lt"/>
                <a:ea typeface="Calibri" panose="020F0502020204030204" pitchFamily="34" charset="0"/>
                <a:cs typeface="Calibri" panose="020F0502020204030204" pitchFamily="34" charset="0"/>
              </a:rPr>
              <a:t>Enter your text into built in placeholders to make it accessible from the Outline View</a:t>
            </a:r>
            <a:endParaRPr lang="en-CA" sz="1800">
              <a:latin typeface="+mj-lt"/>
              <a:ea typeface="Calibri" panose="020F0502020204030204" pitchFamily="34" charset="0"/>
              <a:cs typeface="Calibri" panose="020F0502020204030204" pitchFamily="34" charset="0"/>
            </a:endParaRPr>
          </a:p>
          <a:p>
            <a:pPr marL="269875" indent="-269875">
              <a:spcAft>
                <a:spcPts val="1200"/>
              </a:spcAft>
              <a:buClr>
                <a:schemeClr val="tx1"/>
              </a:buClr>
              <a:buFont typeface="Arial" panose="020B0604020202020204" pitchFamily="34" charset="0"/>
              <a:buChar char="•"/>
            </a:pPr>
            <a:r>
              <a:rPr lang="en-CA">
                <a:latin typeface="+mj-lt"/>
              </a:rPr>
              <a:t>Respect s</a:t>
            </a:r>
            <a:r>
              <a:rPr lang="en-CA" sz="1800">
                <a:latin typeface="+mj-lt"/>
              </a:rPr>
              <a:t>equence established with Prebuilt or Custom Slide Layouts </a:t>
            </a:r>
          </a:p>
          <a:p>
            <a:pPr>
              <a:spcAft>
                <a:spcPts val="1200"/>
              </a:spcAft>
              <a:buClr>
                <a:schemeClr val="tx1"/>
              </a:buClr>
            </a:pPr>
            <a:r>
              <a:rPr lang="en-CA" sz="1800" b="1">
                <a:solidFill>
                  <a:schemeClr val="accent4">
                    <a:lumMod val="50000"/>
                  </a:schemeClr>
                </a:solidFill>
                <a:latin typeface="+mj-lt"/>
              </a:rPr>
              <a:t>Avoid</a:t>
            </a:r>
          </a:p>
          <a:p>
            <a:pPr marL="269875" indent="-269875">
              <a:spcAft>
                <a:spcPts val="1200"/>
              </a:spcAft>
              <a:buClr>
                <a:schemeClr val="tx1"/>
              </a:buClr>
              <a:buFont typeface="Arial" panose="020B0604020202020204" pitchFamily="34" charset="0"/>
              <a:buChar char="•"/>
            </a:pPr>
            <a:r>
              <a:rPr lang="en-CA">
                <a:latin typeface="+mj-lt"/>
              </a:rPr>
              <a:t>Text entered into Text boxes </a:t>
            </a:r>
            <a:r>
              <a:rPr lang="en-CA" b="1">
                <a:latin typeface="+mj-lt"/>
              </a:rPr>
              <a:t>does not </a:t>
            </a:r>
            <a:r>
              <a:rPr lang="en-CA">
                <a:latin typeface="+mj-lt"/>
              </a:rPr>
              <a:t>appear in the Outline View Pane</a:t>
            </a:r>
          </a:p>
          <a:p>
            <a:pPr marL="269875" indent="-269875">
              <a:spcAft>
                <a:spcPts val="1200"/>
              </a:spcAft>
              <a:buClr>
                <a:schemeClr val="tx1"/>
              </a:buClr>
              <a:buFont typeface="Arial" panose="020B0604020202020204" pitchFamily="34" charset="0"/>
              <a:buChar char="•"/>
            </a:pPr>
            <a:endParaRPr lang="en-CA">
              <a:latin typeface="+mj-lt"/>
            </a:endParaRPr>
          </a:p>
        </p:txBody>
      </p:sp>
      <p:sp>
        <p:nvSpPr>
          <p:cNvPr id="5" name="Content Placeholder">
            <a:extLst>
              <a:ext uri="{FF2B5EF4-FFF2-40B4-BE49-F238E27FC236}">
                <a16:creationId xmlns:a16="http://schemas.microsoft.com/office/drawing/2014/main" id="{E3806C84-0DA5-1659-49FB-7E212087654F}"/>
              </a:ext>
            </a:extLst>
          </p:cNvPr>
          <p:cNvSpPr>
            <a:spLocks noGrp="1"/>
          </p:cNvSpPr>
          <p:nvPr>
            <p:ph type="body" sz="quarter" idx="15"/>
          </p:nvPr>
        </p:nvSpPr>
        <p:spPr>
          <a:xfrm>
            <a:off x="5456997" y="1389149"/>
            <a:ext cx="6017827" cy="1063595"/>
          </a:xfrm>
          <a:noFill/>
          <a:ln w="22225">
            <a:noFill/>
          </a:ln>
        </p:spPr>
        <p:txBody>
          <a:bodyPr/>
          <a:lstStyle/>
          <a:p>
            <a:pPr indent="-621"/>
            <a:r>
              <a:rPr lang="en-CA" b="1">
                <a:solidFill>
                  <a:srgbClr val="C00000"/>
                </a:solidFill>
                <a:latin typeface="+mj-lt"/>
              </a:rPr>
              <a:t>Important! </a:t>
            </a:r>
            <a:r>
              <a:rPr lang="en-CA" sz="1800">
                <a:latin typeface="+mj-lt"/>
              </a:rPr>
              <a:t>Copying and pasting a placeholder in a slide will </a:t>
            </a:r>
            <a:r>
              <a:rPr lang="en-CA" sz="1800" b="1">
                <a:latin typeface="+mj-lt"/>
              </a:rPr>
              <a:t>not </a:t>
            </a:r>
            <a:r>
              <a:rPr lang="en-CA" sz="1800">
                <a:latin typeface="+mj-lt"/>
              </a:rPr>
              <a:t>work. </a:t>
            </a:r>
            <a:endParaRPr lang="en-CA" b="1">
              <a:latin typeface="+mj-lt"/>
            </a:endParaRPr>
          </a:p>
          <a:p>
            <a:pPr marL="0" indent="-621">
              <a:buNone/>
            </a:pPr>
            <a:endParaRPr lang="en-CA" sz="1600">
              <a:latin typeface="+mj-lt"/>
            </a:endParaRPr>
          </a:p>
        </p:txBody>
      </p:sp>
      <p:pic>
        <p:nvPicPr>
          <p:cNvPr id="11" name="Image 11" descr="Screen Capture of the Master Slide Layout available in the PowerPoint Template">
            <a:extLst>
              <a:ext uri="{FF2B5EF4-FFF2-40B4-BE49-F238E27FC236}">
                <a16:creationId xmlns:a16="http://schemas.microsoft.com/office/drawing/2014/main" id="{650D6BB7-AEBF-A20B-0C99-362ADC767C7B}"/>
              </a:ext>
            </a:extLst>
          </p:cNvPr>
          <p:cNvPicPr>
            <a:picLocks noChangeAspect="1"/>
          </p:cNvPicPr>
          <p:nvPr/>
        </p:nvPicPr>
        <p:blipFill>
          <a:blip r:embed="rId2"/>
          <a:stretch>
            <a:fillRect/>
          </a:stretch>
        </p:blipFill>
        <p:spPr>
          <a:xfrm>
            <a:off x="5456997" y="2569094"/>
            <a:ext cx="6125403" cy="3442426"/>
          </a:xfrm>
          <a:prstGeom prst="rect">
            <a:avLst/>
          </a:prstGeom>
          <a:ln w="9525">
            <a:solidFill>
              <a:schemeClr val="bg1">
                <a:lumMod val="50000"/>
              </a:schemeClr>
            </a:solidFill>
          </a:ln>
        </p:spPr>
      </p:pic>
      <p:sp>
        <p:nvSpPr>
          <p:cNvPr id="9" name="Slide Number Placeholder">
            <a:extLst>
              <a:ext uri="{FF2B5EF4-FFF2-40B4-BE49-F238E27FC236}">
                <a16:creationId xmlns:a16="http://schemas.microsoft.com/office/drawing/2014/main" id="{E165FFA5-3659-7FB7-6D1C-1D6345D57786}"/>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493039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02B17-212D-92AB-44D9-B8CC634396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4F0F4C-4B4C-3E36-5AD8-D9AFD7A8648F}"/>
              </a:ext>
            </a:extLst>
          </p:cNvPr>
          <p:cNvSpPr>
            <a:spLocks noGrp="1"/>
          </p:cNvSpPr>
          <p:nvPr>
            <p:ph type="title"/>
          </p:nvPr>
        </p:nvSpPr>
        <p:spPr/>
        <p:txBody>
          <a:bodyPr>
            <a:normAutofit/>
          </a:bodyPr>
          <a:lstStyle/>
          <a:p>
            <a:r>
              <a:rPr lang="en-CA" sz="3000"/>
              <a:t>The Accessibility Checker</a:t>
            </a:r>
          </a:p>
        </p:txBody>
      </p:sp>
      <p:sp>
        <p:nvSpPr>
          <p:cNvPr id="6" name="Text Placeholder 5">
            <a:extLst>
              <a:ext uri="{FF2B5EF4-FFF2-40B4-BE49-F238E27FC236}">
                <a16:creationId xmlns:a16="http://schemas.microsoft.com/office/drawing/2014/main" id="{045DB359-3765-E6BB-B1DD-89831772D3E8}"/>
              </a:ext>
            </a:extLst>
          </p:cNvPr>
          <p:cNvSpPr>
            <a:spLocks noGrp="1"/>
          </p:cNvSpPr>
          <p:nvPr>
            <p:ph type="body" idx="1"/>
          </p:nvPr>
        </p:nvSpPr>
        <p:spPr>
          <a:xfrm>
            <a:off x="609600" y="1417639"/>
            <a:ext cx="10972800" cy="1341860"/>
          </a:xfrm>
        </p:spPr>
        <p:txBody>
          <a:bodyPr anchor="t">
            <a:noAutofit/>
          </a:bodyPr>
          <a:lstStyle/>
          <a:p>
            <a:pPr>
              <a:lnSpc>
                <a:spcPct val="150000"/>
              </a:lnSpc>
            </a:pPr>
            <a:r>
              <a:rPr lang="en-CA" sz="1800" b="0">
                <a:latin typeface="+mj-lt"/>
              </a:rPr>
              <a:t>The Accessibility Checker is a great tool to help build accessible content, but it does not find all issues. All PowerPoint presentations also require manual verification by a human. The following lists show some key issues that can be found automatically, and some that require manual review: </a:t>
            </a:r>
          </a:p>
        </p:txBody>
      </p:sp>
      <p:sp>
        <p:nvSpPr>
          <p:cNvPr id="5" name="Content Placeholder">
            <a:extLst>
              <a:ext uri="{FF2B5EF4-FFF2-40B4-BE49-F238E27FC236}">
                <a16:creationId xmlns:a16="http://schemas.microsoft.com/office/drawing/2014/main" id="{15C2A56F-EA2B-17F2-6E9B-42B06B2E9C1B}"/>
              </a:ext>
            </a:extLst>
          </p:cNvPr>
          <p:cNvSpPr>
            <a:spLocks noGrp="1"/>
          </p:cNvSpPr>
          <p:nvPr>
            <p:ph sz="half" idx="2"/>
          </p:nvPr>
        </p:nvSpPr>
        <p:spPr>
          <a:xfrm>
            <a:off x="1209368" y="2932386"/>
            <a:ext cx="3844413" cy="3265714"/>
          </a:xfrm>
          <a:noFill/>
          <a:ln w="22225">
            <a:noFill/>
          </a:ln>
        </p:spPr>
        <p:txBody>
          <a:bodyPr numCol="1">
            <a:normAutofit/>
          </a:bodyPr>
          <a:lstStyle/>
          <a:p>
            <a:pPr marL="0" indent="0">
              <a:buNone/>
            </a:pPr>
            <a:r>
              <a:rPr lang="en-CA" sz="1800" b="1">
                <a:solidFill>
                  <a:schemeClr val="accent1">
                    <a:lumMod val="50000"/>
                  </a:schemeClr>
                </a:solidFill>
                <a:latin typeface="+mj-lt"/>
              </a:rPr>
              <a:t>Accessibility Checker</a:t>
            </a:r>
          </a:p>
          <a:p>
            <a:pPr>
              <a:lnSpc>
                <a:spcPct val="150000"/>
              </a:lnSpc>
              <a:buFont typeface="+mj-lt"/>
              <a:buAutoNum type="arabicPeriod"/>
            </a:pPr>
            <a:r>
              <a:rPr lang="en-CA" sz="1800">
                <a:latin typeface="+mj-lt"/>
              </a:rPr>
              <a:t>Missing Alt Text</a:t>
            </a:r>
          </a:p>
          <a:p>
            <a:pPr>
              <a:lnSpc>
                <a:spcPct val="150000"/>
              </a:lnSpc>
              <a:buFont typeface="+mj-lt"/>
              <a:buAutoNum type="arabicPeriod"/>
            </a:pPr>
            <a:r>
              <a:rPr lang="en-CA" sz="1800">
                <a:latin typeface="+mj-lt"/>
              </a:rPr>
              <a:t>Missing Slide Titles</a:t>
            </a:r>
          </a:p>
          <a:p>
            <a:pPr>
              <a:lnSpc>
                <a:spcPct val="150000"/>
              </a:lnSpc>
              <a:buFont typeface="+mj-lt"/>
              <a:buAutoNum type="arabicPeriod"/>
            </a:pPr>
            <a:r>
              <a:rPr lang="en-CA" sz="1800">
                <a:latin typeface="+mj-lt"/>
              </a:rPr>
              <a:t>No Table Headers</a:t>
            </a:r>
          </a:p>
          <a:p>
            <a:pPr>
              <a:lnSpc>
                <a:spcPct val="150000"/>
              </a:lnSpc>
              <a:buFont typeface="+mj-lt"/>
              <a:buAutoNum type="arabicPeriod"/>
            </a:pPr>
            <a:r>
              <a:rPr lang="en-CA" sz="1800">
                <a:latin typeface="+mj-lt"/>
              </a:rPr>
              <a:t>Text Contrast</a:t>
            </a:r>
          </a:p>
        </p:txBody>
      </p:sp>
      <p:sp>
        <p:nvSpPr>
          <p:cNvPr id="8" name="Content Placeholder 7">
            <a:extLst>
              <a:ext uri="{FF2B5EF4-FFF2-40B4-BE49-F238E27FC236}">
                <a16:creationId xmlns:a16="http://schemas.microsoft.com/office/drawing/2014/main" id="{F137D48F-5548-2527-EED8-2D3CCEE65FA8}"/>
              </a:ext>
            </a:extLst>
          </p:cNvPr>
          <p:cNvSpPr>
            <a:spLocks noGrp="1"/>
          </p:cNvSpPr>
          <p:nvPr>
            <p:ph sz="quarter" idx="4"/>
          </p:nvPr>
        </p:nvSpPr>
        <p:spPr>
          <a:xfrm>
            <a:off x="5447072" y="2824280"/>
            <a:ext cx="6449960" cy="3301883"/>
          </a:xfrm>
        </p:spPr>
        <p:txBody>
          <a:bodyPr>
            <a:noAutofit/>
          </a:bodyPr>
          <a:lstStyle/>
          <a:p>
            <a:pPr marL="0" indent="0">
              <a:lnSpc>
                <a:spcPct val="150000"/>
              </a:lnSpc>
              <a:buNone/>
            </a:pPr>
            <a:r>
              <a:rPr lang="en-CA" sz="1800" b="1">
                <a:solidFill>
                  <a:srgbClr val="C00000"/>
                </a:solidFill>
                <a:latin typeface="+mj-lt"/>
              </a:rPr>
              <a:t>Manual Check</a:t>
            </a:r>
          </a:p>
          <a:p>
            <a:pPr algn="l">
              <a:lnSpc>
                <a:spcPct val="150000"/>
              </a:lnSpc>
              <a:buFont typeface="+mj-lt"/>
              <a:buAutoNum type="arabicPeriod"/>
            </a:pPr>
            <a:r>
              <a:rPr lang="en-CA" sz="1800" i="0">
                <a:effectLst/>
                <a:latin typeface="+mj-lt"/>
              </a:rPr>
              <a:t>Colour Contrast (other objects)</a:t>
            </a:r>
          </a:p>
          <a:p>
            <a:pPr algn="l">
              <a:lnSpc>
                <a:spcPct val="150000"/>
              </a:lnSpc>
              <a:buFont typeface="+mj-lt"/>
              <a:buAutoNum type="arabicPeriod"/>
            </a:pPr>
            <a:r>
              <a:rPr lang="en-CA" sz="1800" i="0">
                <a:effectLst/>
                <a:latin typeface="+mj-lt"/>
              </a:rPr>
              <a:t>Accurate Reading Order</a:t>
            </a:r>
          </a:p>
          <a:p>
            <a:pPr algn="l">
              <a:lnSpc>
                <a:spcPct val="150000"/>
              </a:lnSpc>
              <a:buFont typeface="+mj-lt"/>
              <a:buAutoNum type="arabicPeriod"/>
            </a:pPr>
            <a:r>
              <a:rPr lang="en-CA" sz="1800" i="0">
                <a:effectLst/>
                <a:latin typeface="+mj-lt"/>
              </a:rPr>
              <a:t>Meaningful Descriptive Links</a:t>
            </a:r>
          </a:p>
          <a:p>
            <a:pPr algn="l">
              <a:lnSpc>
                <a:spcPct val="150000"/>
              </a:lnSpc>
              <a:buFont typeface="+mj-lt"/>
              <a:buAutoNum type="arabicPeriod"/>
            </a:pPr>
            <a:r>
              <a:rPr lang="en-CA" sz="1800" i="0">
                <a:effectLst/>
                <a:latin typeface="+mj-lt"/>
              </a:rPr>
              <a:t>Captions and Transcript</a:t>
            </a:r>
            <a:r>
              <a:rPr lang="en-CA" sz="1800">
                <a:latin typeface="+mj-lt"/>
              </a:rPr>
              <a:t> Accuracy</a:t>
            </a:r>
          </a:p>
          <a:p>
            <a:pPr algn="l">
              <a:lnSpc>
                <a:spcPct val="150000"/>
              </a:lnSpc>
              <a:buFont typeface="+mj-lt"/>
              <a:buAutoNum type="arabicPeriod"/>
            </a:pPr>
            <a:r>
              <a:rPr lang="en-CA" sz="1800" i="0">
                <a:effectLst/>
                <a:latin typeface="+mj-lt"/>
              </a:rPr>
              <a:t>Set Proofing Language – English or French Canada</a:t>
            </a:r>
          </a:p>
        </p:txBody>
      </p:sp>
      <p:sp>
        <p:nvSpPr>
          <p:cNvPr id="9" name="Slide Number Placeholder">
            <a:extLst>
              <a:ext uri="{FF2B5EF4-FFF2-40B4-BE49-F238E27FC236}">
                <a16:creationId xmlns:a16="http://schemas.microsoft.com/office/drawing/2014/main" id="{414068F0-AE26-9778-8223-642FFC36654D}"/>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CA"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CA"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869970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C0425-C99F-A275-E000-02604FD2C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E0DC8-9842-9D2F-DC12-E2B3F7DB45BB}"/>
              </a:ext>
            </a:extLst>
          </p:cNvPr>
          <p:cNvSpPr>
            <a:spLocks noGrp="1"/>
          </p:cNvSpPr>
          <p:nvPr>
            <p:ph type="title"/>
          </p:nvPr>
        </p:nvSpPr>
        <p:spPr/>
        <p:txBody>
          <a:bodyPr>
            <a:normAutofit/>
          </a:bodyPr>
          <a:lstStyle/>
          <a:p>
            <a:r>
              <a:rPr lang="en-CA" sz="3000">
                <a:latin typeface="+mj-lt"/>
              </a:rPr>
              <a:t>Using the Accessibility Checker</a:t>
            </a:r>
            <a:endParaRPr lang="fr-CA" sz="3000">
              <a:latin typeface="+mj-lt"/>
            </a:endParaRPr>
          </a:p>
        </p:txBody>
      </p:sp>
      <p:sp>
        <p:nvSpPr>
          <p:cNvPr id="3" name="Text Placeholder 2">
            <a:extLst>
              <a:ext uri="{FF2B5EF4-FFF2-40B4-BE49-F238E27FC236}">
                <a16:creationId xmlns:a16="http://schemas.microsoft.com/office/drawing/2014/main" id="{B3A2006D-01DB-7E22-3756-04A5C418869A}"/>
              </a:ext>
            </a:extLst>
          </p:cNvPr>
          <p:cNvSpPr>
            <a:spLocks noGrp="1"/>
          </p:cNvSpPr>
          <p:nvPr>
            <p:ph sz="half" idx="2"/>
          </p:nvPr>
        </p:nvSpPr>
        <p:spPr>
          <a:xfrm>
            <a:off x="609600" y="1413903"/>
            <a:ext cx="10972800" cy="1065137"/>
          </a:xfrm>
        </p:spPr>
        <p:txBody>
          <a:bodyPr anchor="t">
            <a:normAutofit/>
          </a:bodyPr>
          <a:lstStyle/>
          <a:p>
            <a:pPr marL="0" indent="0">
              <a:lnSpc>
                <a:spcPct val="150000"/>
              </a:lnSpc>
              <a:buNone/>
            </a:pPr>
            <a:r>
              <a:rPr lang="en-CA" sz="1800" b="0">
                <a:latin typeface="+mj-lt"/>
              </a:rPr>
              <a:t>The Accessibility Checker is a fast way to catch accessibility issues that don’t require a manual check. </a:t>
            </a:r>
          </a:p>
          <a:p>
            <a:pPr marL="0" indent="0">
              <a:lnSpc>
                <a:spcPct val="150000"/>
              </a:lnSpc>
              <a:buNone/>
            </a:pPr>
            <a:r>
              <a:rPr lang="en-CA" sz="1800" b="0">
                <a:latin typeface="+mj-lt"/>
              </a:rPr>
              <a:t>Use the Accessibility Checker as you build your deck, and in the final stage of review. </a:t>
            </a:r>
          </a:p>
        </p:txBody>
      </p:sp>
      <p:sp>
        <p:nvSpPr>
          <p:cNvPr id="8" name="Text Placeholder 7">
            <a:extLst>
              <a:ext uri="{FF2B5EF4-FFF2-40B4-BE49-F238E27FC236}">
                <a16:creationId xmlns:a16="http://schemas.microsoft.com/office/drawing/2014/main" id="{B097EEF6-4985-7615-015F-E3A9D6B6D6D4}"/>
              </a:ext>
            </a:extLst>
          </p:cNvPr>
          <p:cNvSpPr>
            <a:spLocks noGrp="1"/>
          </p:cNvSpPr>
          <p:nvPr>
            <p:ph type="body" idx="1"/>
          </p:nvPr>
        </p:nvSpPr>
        <p:spPr>
          <a:xfrm>
            <a:off x="609600" y="2556903"/>
            <a:ext cx="5293360" cy="3569577"/>
          </a:xfrm>
        </p:spPr>
        <p:txBody>
          <a:bodyPr anchor="t">
            <a:noAutofit/>
          </a:bodyPr>
          <a:lstStyle/>
          <a:p>
            <a:pPr>
              <a:lnSpc>
                <a:spcPct val="170000"/>
              </a:lnSpc>
            </a:pPr>
            <a:r>
              <a:rPr lang="en-CA" sz="1800">
                <a:latin typeface="+mj-lt"/>
              </a:rPr>
              <a:t>To use the Accessibility Checker:</a:t>
            </a:r>
          </a:p>
          <a:p>
            <a:pPr marL="342900" indent="-342900">
              <a:lnSpc>
                <a:spcPct val="170000"/>
              </a:lnSpc>
              <a:buFont typeface="+mj-lt"/>
              <a:buAutoNum type="arabicPeriod"/>
            </a:pPr>
            <a:r>
              <a:rPr lang="en-CA" sz="1800" b="0">
                <a:latin typeface="+mj-lt"/>
              </a:rPr>
              <a:t>Navigate to and select the “Review”</a:t>
            </a:r>
            <a:br>
              <a:rPr lang="en-CA" sz="1800" b="0">
                <a:latin typeface="+mj-lt"/>
              </a:rPr>
            </a:br>
            <a:r>
              <a:rPr lang="en-CA" sz="1800" b="0">
                <a:latin typeface="+mj-lt"/>
              </a:rPr>
              <a:t>from the menu ribbon</a:t>
            </a:r>
          </a:p>
          <a:p>
            <a:pPr marL="342900" indent="-342900">
              <a:lnSpc>
                <a:spcPct val="170000"/>
              </a:lnSpc>
              <a:buFont typeface="+mj-lt"/>
              <a:buAutoNum type="arabicPeriod"/>
            </a:pPr>
            <a:r>
              <a:rPr lang="en-CA" sz="1800" b="0">
                <a:latin typeface="+mj-lt"/>
              </a:rPr>
              <a:t>Select the “Check Accessibility” icon.</a:t>
            </a:r>
            <a:br>
              <a:rPr lang="en-CA" sz="1800" b="0">
                <a:latin typeface="+mj-lt"/>
              </a:rPr>
            </a:br>
            <a:r>
              <a:rPr lang="en-CA" sz="1800" b="0">
                <a:latin typeface="+mj-lt"/>
              </a:rPr>
              <a:t>The Accessibility Assistant pane will display.</a:t>
            </a:r>
          </a:p>
          <a:p>
            <a:pPr marL="342900" indent="-342900">
              <a:lnSpc>
                <a:spcPct val="170000"/>
              </a:lnSpc>
              <a:buFont typeface="+mj-lt"/>
              <a:buAutoNum type="arabicPeriod"/>
            </a:pPr>
            <a:r>
              <a:rPr lang="en-CA" sz="1800" b="0">
                <a:latin typeface="+mj-lt"/>
              </a:rPr>
              <a:t>Select the “Keep accessibility checker running while I work” button</a:t>
            </a:r>
          </a:p>
        </p:txBody>
      </p:sp>
      <p:pic>
        <p:nvPicPr>
          <p:cNvPr id="1026" name="Picture 2" descr="Review menu selected in menu riboon with options displayed. Large orange arrow points to the Check Accessibility Button.">
            <a:extLst>
              <a:ext uri="{FF2B5EF4-FFF2-40B4-BE49-F238E27FC236}">
                <a16:creationId xmlns:a16="http://schemas.microsoft.com/office/drawing/2014/main" id="{97D35B52-288E-654A-8B79-63A0ABCE9588}"/>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2372" y="2764726"/>
            <a:ext cx="6602070" cy="1576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a:extLst>
              <a:ext uri="{FF2B5EF4-FFF2-40B4-BE49-F238E27FC236}">
                <a16:creationId xmlns:a16="http://schemas.microsoft.com/office/drawing/2014/main" id="{A2782FAE-98C8-2EA9-4B7F-C2C8E364A52E}"/>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CA" sz="1800" b="0" i="0" u="none" strike="noStrike" kern="1200" cap="none" spc="0" normalizeH="0" baseline="0" noProof="0" smtClean="0">
                <a:ln>
                  <a:noFill/>
                </a:ln>
                <a:solidFill>
                  <a:schemeClr val="tx1"/>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CA" sz="1600" b="0" i="0" u="none" strike="noStrike" kern="1200" cap="none" spc="0" normalizeH="0" baseline="0" noProof="0" dirty="0">
              <a:ln>
                <a:noFill/>
              </a:ln>
              <a:solidFill>
                <a:schemeClr val="tx1"/>
              </a:solidFill>
              <a:effectLst/>
              <a:uLnTx/>
              <a:uFillTx/>
              <a:latin typeface="Arial"/>
              <a:ea typeface="+mn-ea"/>
              <a:cs typeface="+mn-cs"/>
            </a:endParaRPr>
          </a:p>
        </p:txBody>
      </p:sp>
    </p:spTree>
    <p:extLst>
      <p:ext uri="{BB962C8B-B14F-4D97-AF65-F5344CB8AC3E}">
        <p14:creationId xmlns:p14="http://schemas.microsoft.com/office/powerpoint/2010/main" val="3371904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5803-6A9E-8C56-55D5-9683147DA743}"/>
              </a:ext>
            </a:extLst>
          </p:cNvPr>
          <p:cNvSpPr>
            <a:spLocks noGrp="1"/>
          </p:cNvSpPr>
          <p:nvPr>
            <p:ph type="title"/>
          </p:nvPr>
        </p:nvSpPr>
        <p:spPr>
          <a:xfrm>
            <a:off x="609599" y="274639"/>
            <a:ext cx="10796337" cy="1143000"/>
          </a:xfrm>
        </p:spPr>
        <p:txBody>
          <a:bodyPr>
            <a:normAutofit/>
          </a:bodyPr>
          <a:lstStyle/>
          <a:p>
            <a:r>
              <a:rPr lang="en-CA" sz="3000">
                <a:solidFill>
                  <a:schemeClr val="tx1"/>
                </a:solidFill>
                <a:latin typeface="+mj-lt"/>
              </a:rPr>
              <a:t>Reading Order</a:t>
            </a:r>
            <a:endParaRPr lang="fr-CA" sz="3000">
              <a:latin typeface="+mj-lt"/>
            </a:endParaRPr>
          </a:p>
        </p:txBody>
      </p:sp>
      <p:sp>
        <p:nvSpPr>
          <p:cNvPr id="4" name="Content Placeholder">
            <a:extLst>
              <a:ext uri="{FF2B5EF4-FFF2-40B4-BE49-F238E27FC236}">
                <a16:creationId xmlns:a16="http://schemas.microsoft.com/office/drawing/2014/main" id="{06949E93-CFB3-1C8C-F9FC-F66AA83FCFFA}"/>
              </a:ext>
            </a:extLst>
          </p:cNvPr>
          <p:cNvSpPr>
            <a:spLocks noGrp="1"/>
          </p:cNvSpPr>
          <p:nvPr>
            <p:ph type="body" sz="quarter" idx="14"/>
          </p:nvPr>
        </p:nvSpPr>
        <p:spPr>
          <a:xfrm>
            <a:off x="609599" y="1417638"/>
            <a:ext cx="8229602" cy="4633205"/>
          </a:xfrm>
          <a:ln w="22225">
            <a:noFill/>
          </a:ln>
        </p:spPr>
        <p:txBody>
          <a:bodyPr numCol="1"/>
          <a:lstStyle/>
          <a:p>
            <a:pPr marL="0" indent="0">
              <a:buNone/>
            </a:pPr>
            <a:r>
              <a:rPr lang="en-CA">
                <a:latin typeface="+mj-lt"/>
              </a:rPr>
              <a:t>Reading order is the sequence in which assistive technology reads the content on the slide (typically left to right, top to bottom). It is important to verify that the reading order of your slides is in the correct, logical sequence.  </a:t>
            </a:r>
            <a:endParaRPr lang="en-CA" sz="1800">
              <a:latin typeface="+mj-lt"/>
            </a:endParaRPr>
          </a:p>
          <a:p>
            <a:pPr marL="0" indent="0">
              <a:buNone/>
            </a:pPr>
            <a:r>
              <a:rPr lang="en-CA" sz="1800" b="1">
                <a:latin typeface="+mj-lt"/>
              </a:rPr>
              <a:t>To open the Reading Order pane</a:t>
            </a:r>
            <a:endParaRPr lang="en-US">
              <a:latin typeface="+mj-lt"/>
            </a:endParaRPr>
          </a:p>
          <a:p>
            <a:pPr marL="714375" indent="-447675">
              <a:lnSpc>
                <a:spcPct val="150000"/>
              </a:lnSpc>
              <a:buFont typeface="+mj-lt"/>
              <a:buAutoNum type="arabicPeriod"/>
            </a:pPr>
            <a:r>
              <a:rPr lang="en-CA" sz="1800">
                <a:latin typeface="+mj-lt"/>
              </a:rPr>
              <a:t>Navigate to and select “Accessibility” from the menu ribbon</a:t>
            </a:r>
          </a:p>
          <a:p>
            <a:pPr marL="714375" indent="-447675">
              <a:lnSpc>
                <a:spcPct val="150000"/>
              </a:lnSpc>
              <a:buFont typeface="+mj-lt"/>
              <a:buAutoNum type="arabicPeriod"/>
            </a:pPr>
            <a:r>
              <a:rPr lang="en-CA" sz="1800">
                <a:latin typeface="+mj-lt"/>
              </a:rPr>
              <a:t>Select “Reading Order Pane”</a:t>
            </a:r>
          </a:p>
          <a:p>
            <a:pPr marL="0" indent="0">
              <a:lnSpc>
                <a:spcPct val="150000"/>
              </a:lnSpc>
              <a:spcBef>
                <a:spcPts val="600"/>
              </a:spcBef>
              <a:buNone/>
            </a:pPr>
            <a:r>
              <a:rPr lang="en-CA" sz="1800" b="1">
                <a:latin typeface="+mj-lt"/>
              </a:rPr>
              <a:t>To change the order of objects:</a:t>
            </a:r>
          </a:p>
          <a:p>
            <a:pPr marL="714375" indent="-447675">
              <a:buFont typeface="+mj-lt"/>
              <a:buAutoNum type="arabicPeriod"/>
            </a:pPr>
            <a:r>
              <a:rPr lang="en-CA" sz="1800">
                <a:latin typeface="+mj-lt"/>
              </a:rPr>
              <a:t>Select the object and then use arrow </a:t>
            </a:r>
            <a:r>
              <a:rPr lang="en-CA">
                <a:latin typeface="+mj-lt"/>
              </a:rPr>
              <a:t>buttons to move your objects up or down the reading order list.</a:t>
            </a:r>
            <a:r>
              <a:rPr lang="en-CA" sz="1800">
                <a:latin typeface="+mj-lt"/>
              </a:rPr>
              <a:t> </a:t>
            </a:r>
            <a:r>
              <a:rPr lang="en-CA">
                <a:latin typeface="+mj-lt"/>
              </a:rPr>
              <a:t>The top-most object will be announced first</a:t>
            </a:r>
            <a:r>
              <a:rPr lang="en-CA" sz="1800">
                <a:latin typeface="+mj-lt"/>
              </a:rPr>
              <a:t> </a:t>
            </a:r>
          </a:p>
          <a:p>
            <a:pPr marL="714375" indent="-447675">
              <a:buFont typeface="+mj-lt"/>
              <a:buAutoNum type="arabicPeriod"/>
            </a:pPr>
            <a:r>
              <a:rPr lang="en-CA" sz="1800">
                <a:latin typeface="+mj-lt"/>
              </a:rPr>
              <a:t>Drag and drop or use </a:t>
            </a:r>
            <a:r>
              <a:rPr lang="en-CA">
                <a:latin typeface="+mj-lt"/>
              </a:rPr>
              <a:t>up/down arrows </a:t>
            </a:r>
            <a:r>
              <a:rPr lang="en-CA" sz="1800">
                <a:latin typeface="+mj-lt"/>
              </a:rPr>
              <a:t>to reorder the objects</a:t>
            </a:r>
            <a:endParaRPr lang="en-CA" sz="1800">
              <a:latin typeface="+mj-lt"/>
              <a:ea typeface="Calibri" panose="020F0502020204030204" pitchFamily="34" charset="0"/>
              <a:cs typeface="Calibri" panose="020F0502020204030204" pitchFamily="34" charset="0"/>
            </a:endParaRPr>
          </a:p>
        </p:txBody>
      </p:sp>
      <p:pic>
        <p:nvPicPr>
          <p:cNvPr id="6" name="Picture 9" descr="Screen Capture of the Microsoft PowerPoint Reading Order pane.">
            <a:extLst>
              <a:ext uri="{FF2B5EF4-FFF2-40B4-BE49-F238E27FC236}">
                <a16:creationId xmlns:a16="http://schemas.microsoft.com/office/drawing/2014/main" id="{D3320CD2-6802-CE4F-BDB9-49F3D63A1B62}"/>
              </a:ext>
              <a:ext uri="{C183D7F6-B498-43B3-948B-1728B52AA6E4}">
                <adec:decorative xmlns:adec="http://schemas.microsoft.com/office/drawing/2017/decorative" val="0"/>
              </a:ext>
            </a:extLst>
          </p:cNvPr>
          <p:cNvPicPr>
            <a:picLocks noChangeAspect="1"/>
          </p:cNvPicPr>
          <p:nvPr/>
        </p:nvPicPr>
        <p:blipFill>
          <a:blip r:embed="rId3"/>
          <a:srcRect b="26516"/>
          <a:stretch/>
        </p:blipFill>
        <p:spPr>
          <a:xfrm>
            <a:off x="8924862" y="1714200"/>
            <a:ext cx="3034722" cy="1714800"/>
          </a:xfrm>
          <a:prstGeom prst="rect">
            <a:avLst/>
          </a:prstGeom>
          <a:ln>
            <a:solidFill>
              <a:schemeClr val="tx1"/>
            </a:solidFill>
          </a:ln>
        </p:spPr>
      </p:pic>
      <p:sp>
        <p:nvSpPr>
          <p:cNvPr id="5" name="Content Placeholder">
            <a:extLst>
              <a:ext uri="{FF2B5EF4-FFF2-40B4-BE49-F238E27FC236}">
                <a16:creationId xmlns:a16="http://schemas.microsoft.com/office/drawing/2014/main" id="{E3806C84-0DA5-1659-49FB-7E212087654F}"/>
              </a:ext>
            </a:extLst>
          </p:cNvPr>
          <p:cNvSpPr>
            <a:spLocks noGrp="1"/>
          </p:cNvSpPr>
          <p:nvPr>
            <p:ph type="body" sz="quarter" idx="15"/>
          </p:nvPr>
        </p:nvSpPr>
        <p:spPr>
          <a:xfrm>
            <a:off x="8924862" y="3718181"/>
            <a:ext cx="2657538" cy="2259133"/>
          </a:xfrm>
          <a:noFill/>
          <a:ln w="22225">
            <a:noFill/>
          </a:ln>
        </p:spPr>
        <p:txBody>
          <a:bodyPr/>
          <a:lstStyle/>
          <a:p>
            <a:pPr marL="0" indent="0">
              <a:buNone/>
            </a:pPr>
            <a:r>
              <a:rPr lang="en-CA" b="1">
                <a:solidFill>
                  <a:srgbClr val="C00000"/>
                </a:solidFill>
                <a:latin typeface="+mj-lt"/>
              </a:rPr>
              <a:t>Important!</a:t>
            </a:r>
            <a:r>
              <a:rPr lang="en-CA" sz="1800">
                <a:solidFill>
                  <a:srgbClr val="C00000"/>
                </a:solidFill>
                <a:latin typeface="+mj-lt"/>
              </a:rPr>
              <a:t> </a:t>
            </a:r>
            <a:r>
              <a:rPr lang="en-CA" sz="1800">
                <a:latin typeface="+mj-lt"/>
              </a:rPr>
              <a:t>Unselect the checkbox for decorative </a:t>
            </a:r>
            <a:r>
              <a:rPr lang="en-CA">
                <a:latin typeface="+mj-lt"/>
              </a:rPr>
              <a:t>o</a:t>
            </a:r>
            <a:r>
              <a:rPr lang="en-CA" sz="1800">
                <a:latin typeface="+mj-lt"/>
              </a:rPr>
              <a:t>bjects to ensure </a:t>
            </a:r>
            <a:r>
              <a:rPr lang="en-CA">
                <a:latin typeface="+mj-lt"/>
              </a:rPr>
              <a:t>they</a:t>
            </a:r>
            <a:r>
              <a:rPr lang="en-CA" sz="1800">
                <a:latin typeface="+mj-lt"/>
              </a:rPr>
              <a:t> are ignored by assistive technology</a:t>
            </a:r>
          </a:p>
        </p:txBody>
      </p:sp>
      <p:sp>
        <p:nvSpPr>
          <p:cNvPr id="9" name="Slide Number Placeholder">
            <a:extLst>
              <a:ext uri="{FF2B5EF4-FFF2-40B4-BE49-F238E27FC236}">
                <a16:creationId xmlns:a16="http://schemas.microsoft.com/office/drawing/2014/main" id="{E165FFA5-3659-7FB7-6D1C-1D6345D57786}"/>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905443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5803-6A9E-8C56-55D5-9683147DA743}"/>
              </a:ext>
            </a:extLst>
          </p:cNvPr>
          <p:cNvSpPr>
            <a:spLocks noGrp="1"/>
          </p:cNvSpPr>
          <p:nvPr>
            <p:ph type="title"/>
          </p:nvPr>
        </p:nvSpPr>
        <p:spPr>
          <a:xfrm>
            <a:off x="609600" y="136524"/>
            <a:ext cx="10972800" cy="1225551"/>
          </a:xfrm>
        </p:spPr>
        <p:txBody>
          <a:bodyPr>
            <a:normAutofit/>
          </a:bodyPr>
          <a:lstStyle/>
          <a:p>
            <a:r>
              <a:rPr lang="en-CA" sz="3000">
                <a:solidFill>
                  <a:schemeClr val="tx1"/>
                </a:solidFill>
                <a:latin typeface="+mj-lt"/>
              </a:rPr>
              <a:t>Outline View </a:t>
            </a:r>
            <a:r>
              <a:rPr lang="en-CA" sz="3000">
                <a:solidFill>
                  <a:srgbClr val="C00000"/>
                </a:solidFill>
                <a:latin typeface="+mj-lt"/>
              </a:rPr>
              <a:t>Versus</a:t>
            </a:r>
            <a:r>
              <a:rPr lang="en-CA" sz="3000">
                <a:latin typeface="+mj-lt"/>
              </a:rPr>
              <a:t> Reading Order Pane</a:t>
            </a:r>
            <a:endParaRPr lang="fr-CA" sz="3000">
              <a:latin typeface="+mj-lt"/>
            </a:endParaRPr>
          </a:p>
        </p:txBody>
      </p:sp>
      <p:sp>
        <p:nvSpPr>
          <p:cNvPr id="3" name="Content Placeholder">
            <a:extLst>
              <a:ext uri="{FF2B5EF4-FFF2-40B4-BE49-F238E27FC236}">
                <a16:creationId xmlns:a16="http://schemas.microsoft.com/office/drawing/2014/main" id="{D1B9745D-83FA-5E29-7107-28ECC573CB4C}"/>
              </a:ext>
            </a:extLst>
          </p:cNvPr>
          <p:cNvSpPr>
            <a:spLocks noGrp="1"/>
          </p:cNvSpPr>
          <p:nvPr>
            <p:ph type="body" sz="quarter" idx="13"/>
          </p:nvPr>
        </p:nvSpPr>
        <p:spPr>
          <a:xfrm>
            <a:off x="609597" y="1452282"/>
            <a:ext cx="4531979" cy="4635880"/>
          </a:xfrm>
        </p:spPr>
        <p:txBody>
          <a:bodyPr/>
          <a:lstStyle/>
          <a:p>
            <a:pPr>
              <a:lnSpc>
                <a:spcPct val="150000"/>
              </a:lnSpc>
            </a:pPr>
            <a:r>
              <a:rPr lang="en-CA" sz="1800">
                <a:latin typeface="+mj-lt"/>
              </a:rPr>
              <a:t>The Outline View is a feature that lets</a:t>
            </a:r>
            <a:br>
              <a:rPr lang="en-CA" sz="1800">
                <a:latin typeface="+mj-lt"/>
              </a:rPr>
            </a:br>
            <a:r>
              <a:rPr lang="en-CA" sz="1800">
                <a:latin typeface="+mj-lt"/>
              </a:rPr>
              <a:t>you see a text-only version of your presentation. It shows the titles and main text of each slide in a hierarchical format, making it easy to see the structure of your presentation. </a:t>
            </a:r>
          </a:p>
          <a:p>
            <a:pPr>
              <a:lnSpc>
                <a:spcPct val="150000"/>
              </a:lnSpc>
            </a:pPr>
            <a:r>
              <a:rPr lang="en-CA" sz="1800" b="1">
                <a:latin typeface="+mj-lt"/>
              </a:rPr>
              <a:t>How to open Outline View:</a:t>
            </a:r>
          </a:p>
          <a:p>
            <a:pPr marL="715963" indent="-452438">
              <a:lnSpc>
                <a:spcPct val="150000"/>
              </a:lnSpc>
              <a:buClr>
                <a:schemeClr val="tx1"/>
              </a:buClr>
              <a:buFont typeface="+mj-lt"/>
              <a:buAutoNum type="arabicPeriod"/>
            </a:pPr>
            <a:r>
              <a:rPr lang="en-CA" sz="1800">
                <a:latin typeface="+mj-lt"/>
              </a:rPr>
              <a:t>Navigate to and select “View” from the menu ribbon</a:t>
            </a:r>
          </a:p>
          <a:p>
            <a:pPr marL="715963" indent="-452438">
              <a:lnSpc>
                <a:spcPct val="150000"/>
              </a:lnSpc>
              <a:spcAft>
                <a:spcPts val="1200"/>
              </a:spcAft>
              <a:buClr>
                <a:schemeClr val="tx1"/>
              </a:buClr>
              <a:buFont typeface="+mj-lt"/>
              <a:buAutoNum type="arabicPeriod"/>
            </a:pPr>
            <a:r>
              <a:rPr lang="en-CA" sz="1800">
                <a:latin typeface="+mj-lt"/>
              </a:rPr>
              <a:t>Select “Outline</a:t>
            </a:r>
            <a:r>
              <a:rPr lang="en-CA" sz="1800" b="1">
                <a:latin typeface="+mj-lt"/>
              </a:rPr>
              <a:t> </a:t>
            </a:r>
            <a:r>
              <a:rPr lang="en-CA" sz="1800">
                <a:latin typeface="+mj-lt"/>
              </a:rPr>
              <a:t>View”</a:t>
            </a:r>
            <a:endParaRPr lang="en-CA" sz="1800">
              <a:latin typeface="+mj-lt"/>
              <a:ea typeface="Calibri" panose="020F0502020204030204" pitchFamily="34" charset="0"/>
              <a:cs typeface="Calibri" panose="020F0502020204030204" pitchFamily="34" charset="0"/>
            </a:endParaRPr>
          </a:p>
          <a:p>
            <a:pPr>
              <a:lnSpc>
                <a:spcPct val="150000"/>
              </a:lnSpc>
              <a:spcAft>
                <a:spcPts val="1200"/>
              </a:spcAft>
            </a:pPr>
            <a:endParaRPr lang="en-CA" sz="1800">
              <a:latin typeface="+mj-lt"/>
            </a:endParaRPr>
          </a:p>
        </p:txBody>
      </p:sp>
      <p:sp>
        <p:nvSpPr>
          <p:cNvPr id="5" name="Content Placeholder">
            <a:extLst>
              <a:ext uri="{FF2B5EF4-FFF2-40B4-BE49-F238E27FC236}">
                <a16:creationId xmlns:a16="http://schemas.microsoft.com/office/drawing/2014/main" id="{E3806C84-0DA5-1659-49FB-7E212087654F}"/>
              </a:ext>
            </a:extLst>
          </p:cNvPr>
          <p:cNvSpPr>
            <a:spLocks noGrp="1"/>
          </p:cNvSpPr>
          <p:nvPr>
            <p:ph type="body" sz="quarter" idx="15"/>
          </p:nvPr>
        </p:nvSpPr>
        <p:spPr>
          <a:xfrm>
            <a:off x="5141577" y="1590675"/>
            <a:ext cx="6440824" cy="1958641"/>
          </a:xfrm>
          <a:noFill/>
          <a:ln w="22225">
            <a:noFill/>
          </a:ln>
        </p:spPr>
        <p:txBody>
          <a:bodyPr vert="horz" lIns="91440" tIns="45720" rIns="91440" bIns="45720" rtlCol="0" anchor="t">
            <a:noAutofit/>
          </a:bodyPr>
          <a:lstStyle/>
          <a:p>
            <a:pPr marL="0" indent="0">
              <a:lnSpc>
                <a:spcPct val="150000"/>
              </a:lnSpc>
              <a:buNone/>
            </a:pPr>
            <a:r>
              <a:rPr lang="en-CA" sz="1800" b="1">
                <a:solidFill>
                  <a:srgbClr val="C00000"/>
                </a:solidFill>
                <a:latin typeface="+mj-lt"/>
              </a:rPr>
              <a:t>Important! </a:t>
            </a:r>
            <a:r>
              <a:rPr lang="en-CA">
                <a:latin typeface="+mj-lt"/>
              </a:rPr>
              <a:t>S</a:t>
            </a:r>
            <a:r>
              <a:rPr lang="en-CA" sz="1800">
                <a:latin typeface="+mj-lt"/>
              </a:rPr>
              <a:t>equence established with Prebuilt or Custom Slide Layouts (available in the Outline View Pane); </a:t>
            </a:r>
            <a:r>
              <a:rPr lang="en-CA" b="1">
                <a:latin typeface="+mj-lt"/>
              </a:rPr>
              <a:t>should</a:t>
            </a:r>
            <a:r>
              <a:rPr lang="en-CA" sz="1800" b="1">
                <a:latin typeface="+mj-lt"/>
              </a:rPr>
              <a:t> be in the same order </a:t>
            </a:r>
            <a:r>
              <a:rPr lang="en-CA" sz="1800">
                <a:latin typeface="+mj-lt"/>
              </a:rPr>
              <a:t>in the Reading Order Pane. This will ensure all users receive the information in the same order. </a:t>
            </a:r>
          </a:p>
          <a:p>
            <a:pPr marL="0" indent="0">
              <a:lnSpc>
                <a:spcPct val="150000"/>
              </a:lnSpc>
              <a:buNone/>
            </a:pPr>
            <a:endParaRPr lang="en-CA" sz="1800">
              <a:latin typeface="+mj-lt"/>
            </a:endParaRPr>
          </a:p>
          <a:p>
            <a:pPr marL="0" indent="0">
              <a:lnSpc>
                <a:spcPct val="150000"/>
              </a:lnSpc>
              <a:buNone/>
            </a:pPr>
            <a:endParaRPr lang="en-CA" sz="1800" b="1">
              <a:solidFill>
                <a:schemeClr val="accent2">
                  <a:lumMod val="50000"/>
                </a:schemeClr>
              </a:solidFill>
              <a:latin typeface="+mj-lt"/>
            </a:endParaRPr>
          </a:p>
        </p:txBody>
      </p:sp>
      <p:pic>
        <p:nvPicPr>
          <p:cNvPr id="4" name="Image 1" descr="Screen Capture of Microsoft Ribbon showing the Outline View option selected.">
            <a:extLst>
              <a:ext uri="{FF2B5EF4-FFF2-40B4-BE49-F238E27FC236}">
                <a16:creationId xmlns:a16="http://schemas.microsoft.com/office/drawing/2014/main" id="{03C72E26-A2AD-15C8-B59D-BC8FCF0EC0C0}"/>
              </a:ext>
              <a:ext uri="{C183D7F6-B498-43B3-948B-1728B52AA6E4}">
                <adec:decorative xmlns:adec="http://schemas.microsoft.com/office/drawing/2017/decorative" val="0"/>
              </a:ext>
            </a:extLst>
          </p:cNvPr>
          <p:cNvPicPr>
            <a:picLocks noChangeAspect="1"/>
          </p:cNvPicPr>
          <p:nvPr>
            <p:custDataLst>
              <p:tags r:id="rId1"/>
            </p:custDataLst>
          </p:nvPr>
        </p:nvPicPr>
        <p:blipFill>
          <a:blip r:embed="rId4"/>
          <a:stretch>
            <a:fillRect/>
          </a:stretch>
        </p:blipFill>
        <p:spPr>
          <a:xfrm>
            <a:off x="5280468" y="3777916"/>
            <a:ext cx="3318242" cy="1607483"/>
          </a:xfrm>
          <a:prstGeom prst="rect">
            <a:avLst/>
          </a:prstGeom>
          <a:ln>
            <a:solidFill>
              <a:schemeClr val="tx1"/>
            </a:solidFill>
          </a:ln>
        </p:spPr>
      </p:pic>
      <p:pic>
        <p:nvPicPr>
          <p:cNvPr id="7" name="Picture 6" descr="Screen Capture of the Microsoft PowerPoint Reading Order pane with the up and down arrows circled in red.">
            <a:extLst>
              <a:ext uri="{FF2B5EF4-FFF2-40B4-BE49-F238E27FC236}">
                <a16:creationId xmlns:a16="http://schemas.microsoft.com/office/drawing/2014/main" id="{4263FF3C-0013-9B4B-51EA-FA8DBF83C226}"/>
              </a:ext>
              <a:ext uri="{C183D7F6-B498-43B3-948B-1728B52AA6E4}">
                <adec:decorative xmlns:adec="http://schemas.microsoft.com/office/drawing/2017/decorative" val="0"/>
              </a:ext>
            </a:extLst>
          </p:cNvPr>
          <p:cNvPicPr>
            <a:picLocks noChangeAspect="1"/>
          </p:cNvPicPr>
          <p:nvPr/>
        </p:nvPicPr>
        <p:blipFill>
          <a:blip r:embed="rId5"/>
          <a:srcRect b="26516"/>
          <a:stretch/>
        </p:blipFill>
        <p:spPr>
          <a:xfrm>
            <a:off x="8737600" y="3796965"/>
            <a:ext cx="2844800" cy="1607483"/>
          </a:xfrm>
          <a:prstGeom prst="rect">
            <a:avLst/>
          </a:prstGeom>
          <a:ln>
            <a:solidFill>
              <a:schemeClr val="tx1"/>
            </a:solidFill>
          </a:ln>
        </p:spPr>
      </p:pic>
      <p:sp>
        <p:nvSpPr>
          <p:cNvPr id="9" name="Slide Number Placeholder">
            <a:extLst>
              <a:ext uri="{FF2B5EF4-FFF2-40B4-BE49-F238E27FC236}">
                <a16:creationId xmlns:a16="http://schemas.microsoft.com/office/drawing/2014/main" id="{E165FFA5-3659-7FB7-6D1C-1D6345D57786}"/>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558039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5803-6A9E-8C56-55D5-9683147DA743}"/>
              </a:ext>
            </a:extLst>
          </p:cNvPr>
          <p:cNvSpPr>
            <a:spLocks noGrp="1"/>
          </p:cNvSpPr>
          <p:nvPr>
            <p:ph type="title"/>
          </p:nvPr>
        </p:nvSpPr>
        <p:spPr>
          <a:xfrm>
            <a:off x="609599" y="255389"/>
            <a:ext cx="10796337" cy="1039666"/>
          </a:xfrm>
        </p:spPr>
        <p:txBody>
          <a:bodyPr>
            <a:normAutofit/>
          </a:bodyPr>
          <a:lstStyle/>
          <a:p>
            <a:r>
              <a:rPr lang="en-CA" sz="3000">
                <a:solidFill>
                  <a:schemeClr val="tx1"/>
                </a:solidFill>
                <a:latin typeface="+mj-lt"/>
              </a:rPr>
              <a:t>Slide Format</a:t>
            </a:r>
            <a:endParaRPr lang="fr-CA" sz="3000">
              <a:latin typeface="+mj-lt"/>
            </a:endParaRPr>
          </a:p>
        </p:txBody>
      </p:sp>
      <p:sp>
        <p:nvSpPr>
          <p:cNvPr id="4" name="Content Placeholder">
            <a:extLst>
              <a:ext uri="{FF2B5EF4-FFF2-40B4-BE49-F238E27FC236}">
                <a16:creationId xmlns:a16="http://schemas.microsoft.com/office/drawing/2014/main" id="{06949E93-CFB3-1C8C-F9FC-F66AA83FCFFA}"/>
              </a:ext>
            </a:extLst>
          </p:cNvPr>
          <p:cNvSpPr>
            <a:spLocks noGrp="1"/>
          </p:cNvSpPr>
          <p:nvPr>
            <p:ph type="body" sz="quarter" idx="14"/>
          </p:nvPr>
        </p:nvSpPr>
        <p:spPr>
          <a:xfrm>
            <a:off x="609598" y="1417638"/>
            <a:ext cx="10972801" cy="4835380"/>
          </a:xfrm>
          <a:ln w="22225">
            <a:noFill/>
          </a:ln>
        </p:spPr>
        <p:txBody>
          <a:bodyPr numCol="2"/>
          <a:lstStyle/>
          <a:p>
            <a:pPr marL="179388" marR="0" lvl="0" indent="-179388" algn="l" defTabSz="609585" rtl="0" eaLnBrk="1" fontAlgn="auto" latinLnBrk="0" hangingPunct="1">
              <a:lnSpc>
                <a:spcPct val="150000"/>
              </a:lnSpc>
              <a:spcBef>
                <a:spcPct val="20000"/>
              </a:spcBef>
              <a:spcAft>
                <a:spcPts val="0"/>
              </a:spcAft>
              <a:buClrTx/>
              <a:buSzTx/>
              <a:buFont typeface="Arial"/>
              <a:buNone/>
              <a:tabLst/>
              <a:defRPr/>
            </a:pPr>
            <a:r>
              <a:rPr kumimoji="0" lang="en-CA" sz="1800" b="1" i="0" u="none" strike="noStrike" kern="1200" cap="none" spc="0" normalizeH="0" baseline="0" noProof="0">
                <a:ln>
                  <a:noFill/>
                </a:ln>
                <a:solidFill>
                  <a:schemeClr val="accent1">
                    <a:lumMod val="50000"/>
                  </a:schemeClr>
                </a:solidFill>
                <a:effectLst/>
                <a:uLnTx/>
                <a:uFillTx/>
                <a:latin typeface="+mj-lt"/>
                <a:ea typeface="+mn-ea"/>
              </a:rPr>
              <a:t>Required</a:t>
            </a:r>
          </a:p>
          <a:p>
            <a:pPr marL="465138" marR="0" lvl="0" indent="-285750" algn="l" defTabSz="609585" rtl="0" eaLnBrk="1" fontAlgn="auto" latinLnBrk="0" hangingPunct="1">
              <a:lnSpc>
                <a:spcPct val="150000"/>
              </a:lnSpc>
              <a:spcBef>
                <a:spcPct val="20000"/>
              </a:spcBef>
              <a:spcAft>
                <a:spcPts val="0"/>
              </a:spcAft>
              <a:buClrTx/>
              <a:buSzTx/>
              <a:buFont typeface="Arial"/>
              <a:buChar char="•"/>
              <a:tabLst/>
              <a:defRPr/>
            </a:pPr>
            <a:r>
              <a:rPr lang="en-CA">
                <a:solidFill>
                  <a:srgbClr val="000000"/>
                </a:solidFill>
                <a:latin typeface="+mj-lt"/>
              </a:rPr>
              <a:t>Having a</a:t>
            </a:r>
            <a:r>
              <a:rPr kumimoji="0" lang="en-CA" sz="1800" b="0" i="0" u="none" strike="noStrike" kern="1200" cap="none" spc="0" normalizeH="0" baseline="0" noProof="0">
                <a:ln>
                  <a:noFill/>
                </a:ln>
                <a:solidFill>
                  <a:srgbClr val="000000"/>
                </a:solidFill>
                <a:effectLst/>
                <a:uLnTx/>
                <a:uFillTx/>
                <a:latin typeface="+mj-lt"/>
                <a:ea typeface="+mn-ea"/>
              </a:rPr>
              <a:t> unique title for every slide. </a:t>
            </a:r>
            <a:r>
              <a:rPr lang="en-CA">
                <a:solidFill>
                  <a:srgbClr val="000000"/>
                </a:solidFill>
                <a:latin typeface="+mj-lt"/>
              </a:rPr>
              <a:t>F</a:t>
            </a:r>
            <a:r>
              <a:rPr kumimoji="0" lang="en-CA" sz="1800" b="0" i="0" u="none" strike="noStrike" kern="1200" cap="none" spc="0" normalizeH="0" baseline="0" noProof="0">
                <a:ln>
                  <a:noFill/>
                </a:ln>
                <a:solidFill>
                  <a:srgbClr val="000000"/>
                </a:solidFill>
                <a:effectLst/>
                <a:uLnTx/>
                <a:uFillTx/>
                <a:latin typeface="+mj-lt"/>
                <a:ea typeface="+mn-ea"/>
              </a:rPr>
              <a:t>or duplicate slide Titles, suggest to use "Title (1 of 2)” and “Title (2 of 2)”</a:t>
            </a:r>
          </a:p>
          <a:p>
            <a:pPr marL="465138" marR="0" lvl="0" indent="-285750" algn="l" defTabSz="609585" rtl="0" eaLnBrk="1" fontAlgn="base" latinLnBrk="0" hangingPunct="1">
              <a:lnSpc>
                <a:spcPct val="150000"/>
              </a:lnSpc>
              <a:spcBef>
                <a:spcPct val="20000"/>
              </a:spcBef>
              <a:spcAft>
                <a:spcPts val="0"/>
              </a:spcAft>
              <a:buClrTx/>
              <a:buSzTx/>
              <a:buFont typeface="Arial"/>
              <a:buChar char="•"/>
              <a:tabLst/>
              <a:defRPr/>
            </a:pPr>
            <a:r>
              <a:rPr kumimoji="0" lang="en-CA" sz="1800" b="0" i="0" u="none" strike="noStrike" kern="1200" cap="none" spc="0" normalizeH="0" baseline="0" noProof="0">
                <a:ln>
                  <a:noFill/>
                </a:ln>
                <a:solidFill>
                  <a:srgbClr val="000000"/>
                </a:solidFill>
                <a:effectLst/>
                <a:uLnTx/>
                <a:uFillTx/>
                <a:latin typeface="+mj-lt"/>
                <a:ea typeface="+mn-ea"/>
              </a:rPr>
              <a:t>Ensuring all slide numbers have sufficient contrast, and are shown in the correct order</a:t>
            </a:r>
          </a:p>
          <a:p>
            <a:pPr marL="541338" marR="0" lvl="0" indent="-541338" algn="l" defTabSz="609585" rtl="0" eaLnBrk="1" fontAlgn="base" latinLnBrk="0" hangingPunct="1">
              <a:lnSpc>
                <a:spcPct val="150000"/>
              </a:lnSpc>
              <a:spcBef>
                <a:spcPct val="20000"/>
              </a:spcBef>
              <a:spcAft>
                <a:spcPts val="0"/>
              </a:spcAft>
              <a:buClrTx/>
              <a:buSzTx/>
              <a:buFont typeface="Arial"/>
              <a:buNone/>
              <a:tabLst/>
              <a:defRPr/>
            </a:pPr>
            <a:r>
              <a:rPr kumimoji="0" lang="en-CA" sz="1800" b="1" i="0" u="none" strike="noStrike" kern="1200" cap="none" spc="0" normalizeH="0" baseline="0" noProof="0">
                <a:ln>
                  <a:noFill/>
                </a:ln>
                <a:solidFill>
                  <a:srgbClr val="C00000"/>
                </a:solidFill>
                <a:effectLst/>
                <a:uLnTx/>
                <a:uFillTx/>
                <a:latin typeface="+mj-lt"/>
                <a:ea typeface="+mn-ea"/>
              </a:rPr>
              <a:t>Avoid</a:t>
            </a:r>
          </a:p>
          <a:p>
            <a:pPr marL="452438" marR="0" lvl="0" indent="-276225" algn="l" defTabSz="609585" rtl="0" eaLnBrk="1" fontAlgn="base" latinLnBrk="0" hangingPunct="1">
              <a:lnSpc>
                <a:spcPct val="150000"/>
              </a:lnSpc>
              <a:spcBef>
                <a:spcPct val="20000"/>
              </a:spcBef>
              <a:spcAft>
                <a:spcPts val="0"/>
              </a:spcAft>
              <a:buClrTx/>
              <a:buSzTx/>
              <a:buFont typeface="Arial"/>
              <a:buChar char="•"/>
              <a:tabLst>
                <a:tab pos="452438" algn="l"/>
              </a:tabLst>
              <a:defRPr/>
            </a:pPr>
            <a:r>
              <a:rPr lang="en-CA">
                <a:solidFill>
                  <a:srgbClr val="000000"/>
                </a:solidFill>
                <a:latin typeface="+mj-lt"/>
              </a:rPr>
              <a:t>Having i</a:t>
            </a:r>
            <a:r>
              <a:rPr kumimoji="0" lang="en-CA" sz="1800" b="0" i="0" u="none" strike="noStrike" kern="1200" cap="none" spc="0" normalizeH="0" baseline="0" noProof="0">
                <a:ln>
                  <a:noFill/>
                </a:ln>
                <a:solidFill>
                  <a:srgbClr val="000000"/>
                </a:solidFill>
                <a:effectLst/>
                <a:uLnTx/>
                <a:uFillTx/>
                <a:latin typeface="+mj-lt"/>
                <a:ea typeface="+mn-ea"/>
              </a:rPr>
              <a:t>mages of text. Use typed text instead.</a:t>
            </a:r>
          </a:p>
          <a:p>
            <a:pPr marL="452438" marR="0" lvl="0" indent="-276225" algn="l" defTabSz="609585" rtl="0" eaLnBrk="1" fontAlgn="base" latinLnBrk="0" hangingPunct="1">
              <a:lnSpc>
                <a:spcPct val="150000"/>
              </a:lnSpc>
              <a:spcBef>
                <a:spcPct val="20000"/>
              </a:spcBef>
              <a:spcAft>
                <a:spcPts val="0"/>
              </a:spcAft>
              <a:buClrTx/>
              <a:buSzTx/>
              <a:buFont typeface="Arial"/>
              <a:buChar char="•"/>
              <a:tabLst>
                <a:tab pos="452438" algn="l"/>
              </a:tabLst>
              <a:defRPr/>
            </a:pPr>
            <a:r>
              <a:rPr lang="en-CA">
                <a:solidFill>
                  <a:srgbClr val="000000"/>
                </a:solidFill>
                <a:latin typeface="+mj-lt"/>
              </a:rPr>
              <a:t>Having </a:t>
            </a:r>
            <a:r>
              <a:rPr kumimoji="0" lang="en-CA" sz="1800" b="0" i="0" u="none" strike="noStrike" kern="1200" cap="none" spc="0" normalizeH="0" baseline="0" noProof="0">
                <a:ln>
                  <a:noFill/>
                </a:ln>
                <a:solidFill>
                  <a:srgbClr val="000000"/>
                </a:solidFill>
                <a:effectLst/>
                <a:uLnTx/>
                <a:uFillTx/>
                <a:latin typeface="+mj-lt"/>
                <a:ea typeface="+mn-ea"/>
              </a:rPr>
              <a:t>empty </a:t>
            </a:r>
            <a:r>
              <a:rPr lang="en-CA">
                <a:solidFill>
                  <a:srgbClr val="000000"/>
                </a:solidFill>
                <a:latin typeface="+mj-lt"/>
              </a:rPr>
              <a:t>placeholders (</a:t>
            </a:r>
            <a:r>
              <a:rPr lang="en-CA" err="1">
                <a:solidFill>
                  <a:srgbClr val="000000"/>
                </a:solidFill>
                <a:latin typeface="+mj-lt"/>
              </a:rPr>
              <a:t>ob</a:t>
            </a:r>
            <a:r>
              <a:rPr kumimoji="0" lang="en-CA" sz="1800" b="0" i="0" u="none" strike="noStrike" kern="1200" cap="none" spc="0" normalizeH="0" baseline="0" noProof="0">
                <a:ln>
                  <a:noFill/>
                </a:ln>
                <a:solidFill>
                  <a:srgbClr val="000000"/>
                </a:solidFill>
                <a:effectLst/>
                <a:uLnTx/>
                <a:uFillTx/>
                <a:latin typeface="+mj-lt"/>
                <a:ea typeface="+mn-ea"/>
              </a:rPr>
              <a:t>jects with no content)</a:t>
            </a:r>
          </a:p>
          <a:p>
            <a:pPr marR="0" lvl="0" algn="l" defTabSz="609585" rtl="0" eaLnBrk="1" fontAlgn="base" latinLnBrk="0" hangingPunct="1">
              <a:lnSpc>
                <a:spcPct val="150000"/>
              </a:lnSpc>
              <a:spcBef>
                <a:spcPts val="600"/>
              </a:spcBef>
              <a:spcAft>
                <a:spcPts val="0"/>
              </a:spcAft>
              <a:buClrTx/>
              <a:buSzTx/>
              <a:tabLst>
                <a:tab pos="452438" algn="l"/>
              </a:tabLst>
              <a:defRPr/>
            </a:pPr>
            <a:r>
              <a:rPr lang="en-CA" b="1">
                <a:solidFill>
                  <a:schemeClr val="accent1">
                    <a:lumMod val="50000"/>
                  </a:schemeClr>
                </a:solidFill>
                <a:latin typeface="+mj-lt"/>
              </a:rPr>
              <a:t>Recommend!</a:t>
            </a:r>
            <a:r>
              <a:rPr lang="en-CA" sz="1800">
                <a:solidFill>
                  <a:schemeClr val="accent1">
                    <a:lumMod val="50000"/>
                  </a:schemeClr>
                </a:solidFill>
                <a:latin typeface="+mj-lt"/>
              </a:rPr>
              <a:t> </a:t>
            </a:r>
          </a:p>
          <a:p>
            <a:pPr marL="461963" indent="-285750" fontAlgn="base">
              <a:buFont typeface="Arial" panose="020B0604020202020204" pitchFamily="34" charset="0"/>
              <a:buChar char="•"/>
              <a:tabLst>
                <a:tab pos="452438" algn="l"/>
              </a:tabLst>
              <a:defRPr/>
            </a:pPr>
            <a:r>
              <a:rPr lang="en-CA" sz="1800">
                <a:latin typeface="+mj-lt"/>
              </a:rPr>
              <a:t>Informing readers if any slide has Notes in the notes pane.</a:t>
            </a:r>
          </a:p>
          <a:p>
            <a:pPr marL="461963" indent="-285750" fontAlgn="base">
              <a:buFont typeface="Arial" panose="020B0604020202020204" pitchFamily="34" charset="0"/>
              <a:buChar char="•"/>
              <a:tabLst>
                <a:tab pos="452438" algn="l"/>
              </a:tabLst>
              <a:defRPr/>
            </a:pPr>
            <a:r>
              <a:rPr lang="en-CA">
                <a:latin typeface="+mj-lt"/>
              </a:rPr>
              <a:t>Using a maximum of seven bullets per list. (Use sub-bullets if needed)</a:t>
            </a:r>
            <a:endParaRPr lang="fr-CA">
              <a:latin typeface="+mj-lt"/>
            </a:endParaRPr>
          </a:p>
          <a:p>
            <a:pPr marL="461963" indent="-285750" fontAlgn="base">
              <a:buFont typeface="Arial" panose="020B0604020202020204" pitchFamily="34" charset="0"/>
              <a:buChar char="•"/>
              <a:tabLst>
                <a:tab pos="452438" algn="l"/>
              </a:tabLst>
              <a:defRPr/>
            </a:pPr>
            <a:r>
              <a:rPr kumimoji="0" lang="en-CA" sz="1800" b="0" i="0" u="none" strike="noStrike" kern="1200" cap="none" spc="0" normalizeH="0" baseline="0" noProof="0">
                <a:ln>
                  <a:noFill/>
                </a:ln>
                <a:effectLst/>
                <a:uLnTx/>
                <a:uFillTx/>
                <a:latin typeface="+mj-lt"/>
                <a:ea typeface="+mn-ea"/>
              </a:rPr>
              <a:t>Ensuring all slide numbers are at least 18 points</a:t>
            </a:r>
            <a:endParaRPr lang="en-CA" sz="1800">
              <a:latin typeface="+mj-lt"/>
            </a:endParaRPr>
          </a:p>
        </p:txBody>
      </p:sp>
      <p:sp>
        <p:nvSpPr>
          <p:cNvPr id="9" name="Slide Number Placeholder">
            <a:extLst>
              <a:ext uri="{FF2B5EF4-FFF2-40B4-BE49-F238E27FC236}">
                <a16:creationId xmlns:a16="http://schemas.microsoft.com/office/drawing/2014/main" id="{E165FFA5-3659-7FB7-6D1C-1D6345D57786}"/>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614276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07C07-0F16-5498-7ADC-EACB4F556CC5}"/>
              </a:ext>
            </a:extLst>
          </p:cNvPr>
          <p:cNvSpPr>
            <a:spLocks noGrp="1"/>
          </p:cNvSpPr>
          <p:nvPr>
            <p:ph type="title"/>
          </p:nvPr>
        </p:nvSpPr>
        <p:spPr>
          <a:xfrm>
            <a:off x="609600" y="274639"/>
            <a:ext cx="10972800" cy="1121024"/>
          </a:xfrm>
        </p:spPr>
        <p:txBody>
          <a:bodyPr>
            <a:normAutofit/>
          </a:bodyPr>
          <a:lstStyle/>
          <a:p>
            <a:r>
              <a:rPr lang="en-CA" sz="3000">
                <a:solidFill>
                  <a:schemeClr val="tx1"/>
                </a:solidFill>
                <a:latin typeface="+mj-lt"/>
              </a:rPr>
              <a:t>Font and Text Formatting</a:t>
            </a:r>
            <a:endParaRPr lang="fr-CA" sz="3000">
              <a:latin typeface="+mj-lt"/>
            </a:endParaRPr>
          </a:p>
        </p:txBody>
      </p:sp>
      <p:sp>
        <p:nvSpPr>
          <p:cNvPr id="4" name="Content Placeholder 3">
            <a:extLst>
              <a:ext uri="{FF2B5EF4-FFF2-40B4-BE49-F238E27FC236}">
                <a16:creationId xmlns:a16="http://schemas.microsoft.com/office/drawing/2014/main" id="{C532C22F-F9F1-8363-0F7C-E58D1F4E7ECF}"/>
              </a:ext>
            </a:extLst>
          </p:cNvPr>
          <p:cNvSpPr>
            <a:spLocks noGrp="1"/>
          </p:cNvSpPr>
          <p:nvPr>
            <p:ph sz="half" idx="2"/>
          </p:nvPr>
        </p:nvSpPr>
        <p:spPr>
          <a:xfrm>
            <a:off x="609600" y="1233924"/>
            <a:ext cx="10972800" cy="4957556"/>
          </a:xfrm>
        </p:spPr>
        <p:txBody>
          <a:bodyPr numCol="2">
            <a:normAutofit/>
          </a:bodyPr>
          <a:lstStyle/>
          <a:p>
            <a:pPr marL="0" indent="0">
              <a:lnSpc>
                <a:spcPct val="150000"/>
              </a:lnSpc>
              <a:spcBef>
                <a:spcPts val="0"/>
              </a:spcBef>
              <a:buNone/>
            </a:pPr>
            <a:r>
              <a:rPr lang="en-CA" sz="1800" b="1">
                <a:solidFill>
                  <a:schemeClr val="accent1">
                    <a:lumMod val="50000"/>
                  </a:schemeClr>
                </a:solidFill>
                <a:latin typeface="+mj-lt"/>
                <a:cs typeface="Calibri" panose="020F0502020204030204" pitchFamily="34" charset="0"/>
              </a:rPr>
              <a:t>Required </a:t>
            </a:r>
            <a:endParaRPr lang="en-CA" sz="1800" b="1">
              <a:solidFill>
                <a:schemeClr val="accent1">
                  <a:lumMod val="50000"/>
                </a:schemeClr>
              </a:solidFill>
              <a:latin typeface="+mn-lt"/>
              <a:cs typeface="Calibri" panose="020F0502020204030204" pitchFamily="34" charset="0"/>
            </a:endParaRPr>
          </a:p>
          <a:p>
            <a:pPr>
              <a:lnSpc>
                <a:spcPct val="150000"/>
              </a:lnSpc>
              <a:spcBef>
                <a:spcPts val="0"/>
              </a:spcBef>
            </a:pPr>
            <a:r>
              <a:rPr lang="en-CA" sz="1800">
                <a:latin typeface="+mn-lt"/>
                <a:cs typeface="Calibri" panose="020F0502020204030204" pitchFamily="34" charset="0"/>
              </a:rPr>
              <a:t>Ensure text can be resized and still be considered readable when magnified to 200%</a:t>
            </a:r>
          </a:p>
          <a:p>
            <a:pPr marL="0" indent="0">
              <a:lnSpc>
                <a:spcPct val="150000"/>
              </a:lnSpc>
              <a:spcBef>
                <a:spcPts val="0"/>
              </a:spcBef>
              <a:buNone/>
            </a:pPr>
            <a:r>
              <a:rPr lang="en-CA" sz="1800" b="1">
                <a:solidFill>
                  <a:srgbClr val="C00000"/>
                </a:solidFill>
                <a:latin typeface="+mn-lt"/>
                <a:cs typeface="72 Light" panose="020B0303030000000003" pitchFamily="34" charset="0"/>
              </a:rPr>
              <a:t>Avoid </a:t>
            </a:r>
          </a:p>
          <a:p>
            <a:pPr>
              <a:lnSpc>
                <a:spcPct val="150000"/>
              </a:lnSpc>
            </a:pPr>
            <a:r>
              <a:rPr lang="en-CA" sz="1800">
                <a:latin typeface="+mn-lt"/>
                <a:cs typeface="72 Light" panose="020B0303030000000003" pitchFamily="34" charset="0"/>
              </a:rPr>
              <a:t>Using large amount of </a:t>
            </a:r>
            <a:r>
              <a:rPr lang="en-CA" sz="1800" i="1">
                <a:latin typeface="+mn-lt"/>
                <a:cs typeface="72 Light" panose="020B0303030000000003" pitchFamily="34" charset="0"/>
              </a:rPr>
              <a:t>Italic</a:t>
            </a:r>
            <a:r>
              <a:rPr lang="en-CA" sz="1800">
                <a:latin typeface="+mn-lt"/>
                <a:cs typeface="72 Light" panose="020B0303030000000003" pitchFamily="34" charset="0"/>
              </a:rPr>
              <a:t>, </a:t>
            </a:r>
            <a:r>
              <a:rPr lang="en-CA" sz="1800" b="1">
                <a:latin typeface="+mn-lt"/>
                <a:cs typeface="72 Light" panose="020B0303030000000003" pitchFamily="34" charset="0"/>
              </a:rPr>
              <a:t>Bold,</a:t>
            </a:r>
            <a:r>
              <a:rPr lang="en-CA" sz="1800">
                <a:latin typeface="+mn-lt"/>
                <a:cs typeface="72 Light" panose="020B0303030000000003" pitchFamily="34" charset="0"/>
              </a:rPr>
              <a:t> </a:t>
            </a:r>
            <a:r>
              <a:rPr lang="en-CA" sz="1800" u="sng">
                <a:latin typeface="+mn-lt"/>
                <a:cs typeface="72 Light" panose="020B0303030000000003" pitchFamily="34" charset="0"/>
              </a:rPr>
              <a:t>Underline</a:t>
            </a:r>
          </a:p>
          <a:p>
            <a:pPr marL="0" indent="0">
              <a:lnSpc>
                <a:spcPct val="150000"/>
              </a:lnSpc>
              <a:spcBef>
                <a:spcPts val="29400"/>
              </a:spcBef>
              <a:buNone/>
            </a:pPr>
            <a:r>
              <a:rPr lang="en-CA" sz="1800" b="1">
                <a:solidFill>
                  <a:schemeClr val="accent1">
                    <a:lumMod val="50000"/>
                  </a:schemeClr>
                </a:solidFill>
                <a:latin typeface="+mn-lt"/>
                <a:cs typeface="72 Light" panose="020B0303030000000003" pitchFamily="34" charset="0"/>
              </a:rPr>
              <a:t>Recommend!</a:t>
            </a:r>
            <a:endParaRPr lang="en-CA" sz="1800">
              <a:solidFill>
                <a:schemeClr val="accent1">
                  <a:lumMod val="50000"/>
                </a:schemeClr>
              </a:solidFill>
              <a:latin typeface="+mn-lt"/>
              <a:cs typeface="72 Light" panose="020B0303030000000003" pitchFamily="34" charset="0"/>
            </a:endParaRPr>
          </a:p>
          <a:p>
            <a:pPr>
              <a:lnSpc>
                <a:spcPct val="150000"/>
              </a:lnSpc>
            </a:pPr>
            <a:r>
              <a:rPr lang="en-CA" sz="1800">
                <a:solidFill>
                  <a:srgbClr val="000000"/>
                </a:solidFill>
                <a:latin typeface="+mn-lt"/>
                <a:cs typeface="72 Light" panose="020B0303030000000003" pitchFamily="34" charset="0"/>
              </a:rPr>
              <a:t>Using 18+ point minimum font size for virtual presentations and 30+ point for conference rooms or other live in-person presentations</a:t>
            </a:r>
          </a:p>
          <a:p>
            <a:pPr>
              <a:lnSpc>
                <a:spcPct val="150000"/>
              </a:lnSpc>
            </a:pPr>
            <a:r>
              <a:rPr lang="en-CA" sz="1800">
                <a:solidFill>
                  <a:srgbClr val="000000"/>
                </a:solidFill>
                <a:latin typeface="+mn-lt"/>
                <a:cs typeface="72 Light" panose="020B0303030000000003" pitchFamily="34" charset="0"/>
              </a:rPr>
              <a:t>Using a consistent font size throughout</a:t>
            </a:r>
          </a:p>
          <a:p>
            <a:pPr>
              <a:lnSpc>
                <a:spcPct val="150000"/>
              </a:lnSpc>
            </a:pPr>
            <a:r>
              <a:rPr lang="en-CA" sz="1800">
                <a:latin typeface="+mn-lt"/>
                <a:cs typeface="72 Light" panose="020B0303030000000003" pitchFamily="34" charset="0"/>
              </a:rPr>
              <a:t>Using a limited number of font variations </a:t>
            </a:r>
            <a:br>
              <a:rPr lang="en-CA" sz="1800">
                <a:latin typeface="+mn-lt"/>
                <a:cs typeface="72 Light" panose="020B0303030000000003" pitchFamily="34" charset="0"/>
              </a:rPr>
            </a:br>
            <a:r>
              <a:rPr lang="en-CA" sz="1800">
                <a:latin typeface="+mn-lt"/>
                <a:cs typeface="72 Light" panose="020B0303030000000003" pitchFamily="34" charset="0"/>
              </a:rPr>
              <a:t>(max. 3)</a:t>
            </a:r>
          </a:p>
          <a:p>
            <a:pPr>
              <a:lnSpc>
                <a:spcPct val="150000"/>
              </a:lnSpc>
            </a:pPr>
            <a:r>
              <a:rPr lang="en-CA" sz="1800">
                <a:latin typeface="+mj-lt"/>
                <a:cs typeface="Calibri" panose="020F0502020204030204" pitchFamily="34" charset="0"/>
              </a:rPr>
              <a:t>Using sans serif fonts like Arial, Calibri or Aptos </a:t>
            </a:r>
          </a:p>
          <a:p>
            <a:pPr>
              <a:lnSpc>
                <a:spcPct val="150000"/>
              </a:lnSpc>
            </a:pPr>
            <a:r>
              <a:rPr lang="en-CA" sz="1800">
                <a:latin typeface="+mj-lt"/>
                <a:cs typeface="Calibri" panose="020F0502020204030204" pitchFamily="34" charset="0"/>
              </a:rPr>
              <a:t>Avoiding light versions of fonts</a:t>
            </a:r>
          </a:p>
          <a:p>
            <a:pPr>
              <a:lnSpc>
                <a:spcPct val="150000"/>
              </a:lnSpc>
            </a:pPr>
            <a:r>
              <a:rPr lang="en-CA" sz="1800" b="0">
                <a:latin typeface="+mj-lt"/>
                <a:cs typeface="Calibri" panose="020F0502020204030204" pitchFamily="34" charset="0"/>
              </a:rPr>
              <a:t>Using consistent font types and sizes for headings and body text</a:t>
            </a:r>
            <a:endParaRPr lang="en-CA" sz="1800">
              <a:latin typeface="+mj-lt"/>
              <a:cs typeface="Calibri" panose="020F0502020204030204" pitchFamily="34" charset="0"/>
            </a:endParaRPr>
          </a:p>
        </p:txBody>
      </p:sp>
      <p:sp>
        <p:nvSpPr>
          <p:cNvPr id="9" name="Slide Number Placeholder">
            <a:extLst>
              <a:ext uri="{FF2B5EF4-FFF2-40B4-BE49-F238E27FC236}">
                <a16:creationId xmlns:a16="http://schemas.microsoft.com/office/drawing/2014/main" id="{9B1B075B-0862-9C3C-3363-598B241B4FC2}"/>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CA"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CA"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110354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07C07-0F16-5498-7ADC-EACB4F556CC5}"/>
              </a:ext>
            </a:extLst>
          </p:cNvPr>
          <p:cNvSpPr>
            <a:spLocks noGrp="1"/>
          </p:cNvSpPr>
          <p:nvPr>
            <p:ph type="title"/>
          </p:nvPr>
        </p:nvSpPr>
        <p:spPr>
          <a:xfrm>
            <a:off x="609600" y="265014"/>
            <a:ext cx="10972800" cy="1143000"/>
          </a:xfrm>
        </p:spPr>
        <p:txBody>
          <a:bodyPr/>
          <a:lstStyle/>
          <a:p>
            <a:r>
              <a:rPr lang="en-CA" sz="3000">
                <a:latin typeface="+mj-lt"/>
                <a:cs typeface="Calibri" panose="020F0502020204030204" pitchFamily="34" charset="0"/>
              </a:rPr>
              <a:t>Use of Colour</a:t>
            </a:r>
            <a:endParaRPr lang="fr-CA" sz="3000">
              <a:latin typeface="+mj-lt"/>
            </a:endParaRPr>
          </a:p>
        </p:txBody>
      </p:sp>
      <p:sp>
        <p:nvSpPr>
          <p:cNvPr id="3" name="Content Placeholder">
            <a:extLst>
              <a:ext uri="{FF2B5EF4-FFF2-40B4-BE49-F238E27FC236}">
                <a16:creationId xmlns:a16="http://schemas.microsoft.com/office/drawing/2014/main" id="{82F04BC8-A221-E624-3086-B4675797811F}"/>
              </a:ext>
            </a:extLst>
          </p:cNvPr>
          <p:cNvSpPr>
            <a:spLocks noGrp="1"/>
          </p:cNvSpPr>
          <p:nvPr>
            <p:ph type="body" idx="1"/>
          </p:nvPr>
        </p:nvSpPr>
        <p:spPr>
          <a:xfrm>
            <a:off x="609600" y="1200150"/>
            <a:ext cx="11049000" cy="4951879"/>
          </a:xfrm>
          <a:ln w="22225">
            <a:noFill/>
          </a:ln>
        </p:spPr>
        <p:txBody>
          <a:bodyPr anchor="t">
            <a:noAutofit/>
          </a:bodyPr>
          <a:lstStyle/>
          <a:p>
            <a:pPr>
              <a:lnSpc>
                <a:spcPct val="150000"/>
              </a:lnSpc>
              <a:spcBef>
                <a:spcPts val="0"/>
              </a:spcBef>
            </a:pPr>
            <a:r>
              <a:rPr lang="en-CA" sz="1800" b="0">
                <a:latin typeface="+mj-lt"/>
                <a:cs typeface="Calibri"/>
              </a:rPr>
              <a:t>To ensure content accessibility, color choices should prioritize readability and avoid relying solely on color to convey information. This is because colorblindness, low vision, and other visual impairments can make it difficult for users to distinguish between colors, hindering their ability to understand and interact with the content. </a:t>
            </a:r>
          </a:p>
          <a:p>
            <a:pPr>
              <a:lnSpc>
                <a:spcPct val="150000"/>
              </a:lnSpc>
              <a:spcBef>
                <a:spcPts val="0"/>
              </a:spcBef>
            </a:pPr>
            <a:r>
              <a:rPr lang="en-CA" sz="1800" b="1">
                <a:solidFill>
                  <a:schemeClr val="accent1">
                    <a:lumMod val="50000"/>
                  </a:schemeClr>
                </a:solidFill>
                <a:latin typeface="+mj-lt"/>
                <a:cs typeface="Calibri"/>
              </a:rPr>
              <a:t>Required</a:t>
            </a:r>
          </a:p>
          <a:p>
            <a:pPr marL="285750" indent="-285750">
              <a:lnSpc>
                <a:spcPct val="150000"/>
              </a:lnSpc>
              <a:spcBef>
                <a:spcPts val="0"/>
              </a:spcBef>
              <a:buFont typeface="Arial" panose="020B0604020202020204" pitchFamily="34" charset="0"/>
              <a:buChar char="•"/>
            </a:pPr>
            <a:r>
              <a:rPr lang="en-CA" sz="1800" b="0">
                <a:latin typeface="+mj-lt"/>
                <a:cs typeface="Calibri" panose="020F0502020204030204" pitchFamily="34" charset="0"/>
              </a:rPr>
              <a:t>Using the </a:t>
            </a:r>
            <a:r>
              <a:rPr lang="fr-CA" sz="1100" b="0" i="0">
                <a:solidFill>
                  <a:srgbClr val="333333"/>
                </a:solidFill>
                <a:effectLst/>
                <a:latin typeface="Noto Sans" panose="020B0502040504020204" pitchFamily="34" charset="0"/>
              </a:rPr>
              <a:t> </a:t>
            </a:r>
            <a:r>
              <a:rPr lang="en-CA" sz="1800" b="0" i="0" u="sng" noProof="0">
                <a:solidFill>
                  <a:srgbClr val="284162"/>
                </a:solidFill>
                <a:effectLst/>
                <a:latin typeface="+mj-lt"/>
                <a:hlinkClick r:id="rId3"/>
              </a:rPr>
              <a:t>Colour Contrast Analyser </a:t>
            </a:r>
            <a:r>
              <a:rPr lang="en-CA" sz="1800" b="0" i="0" u="sng">
                <a:solidFill>
                  <a:srgbClr val="284162"/>
                </a:solidFill>
                <a:effectLst/>
                <a:latin typeface="+mj-lt"/>
                <a:hlinkClick r:id="rId3"/>
              </a:rPr>
              <a:t>from the Application Catalogue</a:t>
            </a:r>
            <a:r>
              <a:rPr lang="fr-CA" sz="1100" b="0">
                <a:solidFill>
                  <a:srgbClr val="333333"/>
                </a:solidFill>
                <a:latin typeface="Noto Sans" panose="020B0502040504020204" pitchFamily="34" charset="0"/>
              </a:rPr>
              <a:t> </a:t>
            </a:r>
            <a:r>
              <a:rPr lang="en-CA" sz="1800" b="0">
                <a:latin typeface="+mj-lt"/>
                <a:cs typeface="Calibri" panose="020F0502020204030204" pitchFamily="34" charset="0"/>
              </a:rPr>
              <a:t>to test the colour contrast of all text and graphical objects</a:t>
            </a:r>
          </a:p>
          <a:p>
            <a:pPr marL="285750" indent="-285750">
              <a:lnSpc>
                <a:spcPct val="150000"/>
              </a:lnSpc>
              <a:spcBef>
                <a:spcPts val="0"/>
              </a:spcBef>
              <a:buFont typeface="Arial" panose="020B0604020202020204" pitchFamily="34" charset="0"/>
              <a:buChar char="•"/>
            </a:pPr>
            <a:r>
              <a:rPr lang="en-CA" sz="1800" b="0">
                <a:latin typeface="+mj-lt"/>
                <a:cs typeface="Calibri" panose="020F0502020204030204" pitchFamily="34" charset="0"/>
              </a:rPr>
              <a:t>Ensuring content is perceivable and understandable if colour is completely removed </a:t>
            </a:r>
          </a:p>
          <a:p>
            <a:pPr>
              <a:lnSpc>
                <a:spcPct val="150000"/>
              </a:lnSpc>
              <a:spcBef>
                <a:spcPts val="0"/>
              </a:spcBef>
            </a:pPr>
            <a:r>
              <a:rPr lang="en-CA" sz="1800" b="1">
                <a:solidFill>
                  <a:srgbClr val="C00000"/>
                </a:solidFill>
                <a:latin typeface="+mj-lt"/>
                <a:cs typeface="Calibri"/>
              </a:rPr>
              <a:t>Avoid</a:t>
            </a:r>
          </a:p>
          <a:p>
            <a:pPr>
              <a:lnSpc>
                <a:spcPct val="150000"/>
              </a:lnSpc>
              <a:spcBef>
                <a:spcPts val="0"/>
              </a:spcBef>
              <a:spcAft>
                <a:spcPts val="600"/>
              </a:spcAft>
            </a:pPr>
            <a:r>
              <a:rPr lang="en-CA" sz="1800" b="0">
                <a:latin typeface="+mj-lt"/>
                <a:cs typeface="Calibri"/>
              </a:rPr>
              <a:t>Colour should never be used as the only visual means of conveying information, indicating an action, prompting a response, or distinguishing a visual element.</a:t>
            </a:r>
            <a:r>
              <a:rPr lang="en-CA" sz="1800" b="0">
                <a:latin typeface="+mj-lt"/>
                <a:cs typeface="Calibri" panose="020F0502020204030204" pitchFamily="34" charset="0"/>
              </a:rPr>
              <a:t> For example, “</a:t>
            </a:r>
            <a:r>
              <a:rPr lang="en-CA" sz="1800" b="0">
                <a:latin typeface="+mj-lt"/>
                <a:cs typeface="Calibri"/>
              </a:rPr>
              <a:t>Mandatory fields are in </a:t>
            </a:r>
            <a:r>
              <a:rPr lang="en-CA" sz="1800">
                <a:solidFill>
                  <a:srgbClr val="C00000"/>
                </a:solidFill>
                <a:latin typeface="+mj-lt"/>
                <a:cs typeface="Calibri"/>
              </a:rPr>
              <a:t>red</a:t>
            </a:r>
            <a:r>
              <a:rPr lang="en-CA" sz="1800" b="0">
                <a:latin typeface="+mj-lt"/>
                <a:cs typeface="Calibri"/>
              </a:rPr>
              <a:t>”.</a:t>
            </a:r>
          </a:p>
          <a:p>
            <a:pPr>
              <a:lnSpc>
                <a:spcPct val="150000"/>
              </a:lnSpc>
              <a:spcBef>
                <a:spcPts val="0"/>
              </a:spcBef>
            </a:pPr>
            <a:endParaRPr lang="en-CA" sz="1800" b="0">
              <a:latin typeface="+mj-lt"/>
              <a:cs typeface="Calibri"/>
            </a:endParaRPr>
          </a:p>
        </p:txBody>
      </p:sp>
      <p:sp>
        <p:nvSpPr>
          <p:cNvPr id="9" name="Slide Number Placeholder">
            <a:extLst>
              <a:ext uri="{FF2B5EF4-FFF2-40B4-BE49-F238E27FC236}">
                <a16:creationId xmlns:a16="http://schemas.microsoft.com/office/drawing/2014/main" id="{9B1B075B-0862-9C3C-3363-598B241B4FC2}"/>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CA"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CA"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198557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189BB-698F-A349-9F71-E75550F190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DA2D17-BC35-BF97-24D1-77E34727D6B8}"/>
              </a:ext>
            </a:extLst>
          </p:cNvPr>
          <p:cNvSpPr>
            <a:spLocks noGrp="1"/>
          </p:cNvSpPr>
          <p:nvPr>
            <p:ph type="title"/>
          </p:nvPr>
        </p:nvSpPr>
        <p:spPr>
          <a:xfrm>
            <a:off x="609600" y="265014"/>
            <a:ext cx="10972800" cy="1143000"/>
          </a:xfrm>
        </p:spPr>
        <p:txBody>
          <a:bodyPr/>
          <a:lstStyle/>
          <a:p>
            <a:r>
              <a:rPr lang="en-CA" sz="3000">
                <a:latin typeface="+mj-lt"/>
                <a:cs typeface="Calibri" panose="020F0502020204030204" pitchFamily="34" charset="0"/>
              </a:rPr>
              <a:t>Colour Contrast Ratio Requirements</a:t>
            </a:r>
            <a:endParaRPr lang="fr-CA" sz="3000">
              <a:latin typeface="+mj-lt"/>
            </a:endParaRPr>
          </a:p>
        </p:txBody>
      </p:sp>
      <p:sp>
        <p:nvSpPr>
          <p:cNvPr id="3" name="Content Placeholder">
            <a:extLst>
              <a:ext uri="{FF2B5EF4-FFF2-40B4-BE49-F238E27FC236}">
                <a16:creationId xmlns:a16="http://schemas.microsoft.com/office/drawing/2014/main" id="{BBB90247-B772-FB6F-B3FE-44AEA5E2FEA1}"/>
              </a:ext>
            </a:extLst>
          </p:cNvPr>
          <p:cNvSpPr>
            <a:spLocks noGrp="1"/>
          </p:cNvSpPr>
          <p:nvPr>
            <p:ph type="body" idx="1"/>
          </p:nvPr>
        </p:nvSpPr>
        <p:spPr>
          <a:xfrm>
            <a:off x="609600" y="1417639"/>
            <a:ext cx="10972800" cy="4713654"/>
          </a:xfrm>
          <a:ln w="22225">
            <a:noFill/>
          </a:ln>
        </p:spPr>
        <p:txBody>
          <a:bodyPr anchor="t">
            <a:noAutofit/>
          </a:bodyPr>
          <a:lstStyle/>
          <a:p>
            <a:pPr>
              <a:lnSpc>
                <a:spcPct val="150000"/>
              </a:lnSpc>
              <a:spcBef>
                <a:spcPts val="0"/>
              </a:spcBef>
            </a:pPr>
            <a:r>
              <a:rPr lang="en-CA" sz="1800" b="0" i="0" dirty="0">
                <a:solidFill>
                  <a:srgbClr val="1D1D1D"/>
                </a:solidFill>
                <a:effectLst/>
                <a:latin typeface="+mn-lt"/>
              </a:rPr>
              <a:t>When verifying your content with </a:t>
            </a:r>
            <a:r>
              <a:rPr lang="en-CA" sz="1800" b="0" i="0" dirty="0">
                <a:effectLst/>
                <a:latin typeface="+mn-lt"/>
              </a:rPr>
              <a:t>the </a:t>
            </a:r>
            <a:r>
              <a:rPr lang="en-CA" sz="1800" b="0" dirty="0">
                <a:latin typeface="+mj-lt"/>
              </a:rPr>
              <a:t>Colour Contrast Analyser</a:t>
            </a:r>
            <a:r>
              <a:rPr lang="en-CA" sz="1800" b="0" i="0" dirty="0">
                <a:effectLst/>
                <a:latin typeface="+mn-lt"/>
              </a:rPr>
              <a:t> </a:t>
            </a:r>
            <a:r>
              <a:rPr lang="en-CA" sz="1800" b="0" i="0" dirty="0">
                <a:solidFill>
                  <a:srgbClr val="1D1D1D"/>
                </a:solidFill>
                <a:effectLst/>
                <a:latin typeface="+mn-lt"/>
              </a:rPr>
              <a:t>the intent is to provide enough contrast between text and its background. High contrast ratio means the colors are significantly different in brightness, making them easier to see and read.</a:t>
            </a:r>
          </a:p>
          <a:p>
            <a:pPr>
              <a:lnSpc>
                <a:spcPct val="150000"/>
              </a:lnSpc>
              <a:spcBef>
                <a:spcPts val="0"/>
              </a:spcBef>
            </a:pPr>
            <a:r>
              <a:rPr lang="en-CA" sz="1800" dirty="0">
                <a:latin typeface="+mn-lt"/>
                <a:cs typeface="Calibri"/>
              </a:rPr>
              <a:t>For reference:</a:t>
            </a:r>
          </a:p>
          <a:p>
            <a:pPr marL="285750" indent="-285750">
              <a:lnSpc>
                <a:spcPct val="150000"/>
              </a:lnSpc>
              <a:spcBef>
                <a:spcPts val="0"/>
              </a:spcBef>
              <a:buFont typeface="Arial" panose="020B0604020202020204" pitchFamily="34" charset="0"/>
              <a:buChar char="•"/>
            </a:pPr>
            <a:r>
              <a:rPr lang="en-CA" sz="1800" noProof="0" dirty="0">
                <a:latin typeface="+mn-lt"/>
                <a:cs typeface="Calibri" panose="020F0502020204030204" pitchFamily="34" charset="0"/>
              </a:rPr>
              <a:t>Normal Text </a:t>
            </a:r>
            <a:r>
              <a:rPr lang="en-CA" sz="1800" b="0" noProof="0" dirty="0">
                <a:latin typeface="+mn-lt"/>
                <a:cs typeface="Calibri" panose="020F0502020204030204" pitchFamily="34" charset="0"/>
              </a:rPr>
              <a:t>is </a:t>
            </a:r>
            <a:r>
              <a:rPr lang="en-CA" sz="1800" noProof="0" dirty="0">
                <a:latin typeface="+mn-lt"/>
              </a:rPr>
              <a:t>smaller</a:t>
            </a:r>
            <a:r>
              <a:rPr lang="en-CA" sz="1800" b="0" noProof="0" dirty="0">
                <a:latin typeface="+mn-lt"/>
              </a:rPr>
              <a:t> than 18 points, or 14 points and in bold</a:t>
            </a:r>
          </a:p>
          <a:p>
            <a:pPr marL="285750" indent="-285750">
              <a:lnSpc>
                <a:spcPct val="150000"/>
              </a:lnSpc>
              <a:spcBef>
                <a:spcPts val="0"/>
              </a:spcBef>
              <a:buFont typeface="Arial" panose="020B0604020202020204" pitchFamily="34" charset="0"/>
              <a:buChar char="•"/>
            </a:pPr>
            <a:r>
              <a:rPr lang="en-CA" sz="1800" noProof="0" dirty="0">
                <a:latin typeface="+mn-lt"/>
              </a:rPr>
              <a:t>Large Text </a:t>
            </a:r>
            <a:r>
              <a:rPr lang="en-CA" sz="1800" b="0" noProof="0" dirty="0">
                <a:latin typeface="+mn-lt"/>
              </a:rPr>
              <a:t>is 18 points or 14 points and in bold</a:t>
            </a:r>
            <a:r>
              <a:rPr lang="en-CA" sz="1800" b="0" noProof="0" dirty="0">
                <a:latin typeface="+mn-lt"/>
                <a:cs typeface="Calibri" panose="020F0502020204030204" pitchFamily="34" charset="0"/>
              </a:rPr>
              <a:t> </a:t>
            </a:r>
            <a:r>
              <a:rPr lang="en-CA" sz="1800" b="0" noProof="0" dirty="0">
                <a:latin typeface="+mn-lt"/>
              </a:rPr>
              <a:t>or </a:t>
            </a:r>
            <a:r>
              <a:rPr lang="en-CA" sz="1800" noProof="0" dirty="0">
                <a:latin typeface="+mn-lt"/>
              </a:rPr>
              <a:t>greater</a:t>
            </a:r>
          </a:p>
          <a:p>
            <a:pPr marL="285750" indent="-285750">
              <a:lnSpc>
                <a:spcPct val="150000"/>
              </a:lnSpc>
              <a:spcBef>
                <a:spcPts val="0"/>
              </a:spcBef>
              <a:buFont typeface="Arial" panose="020B0604020202020204" pitchFamily="34" charset="0"/>
              <a:buChar char="•"/>
            </a:pPr>
            <a:r>
              <a:rPr lang="en-CA" sz="1800" b="0" dirty="0">
                <a:latin typeface="+mn-lt"/>
                <a:cs typeface="Calibri"/>
              </a:rPr>
              <a:t>Normal Text needs a greater contrast ratio than graphical objects or Large Text </a:t>
            </a:r>
          </a:p>
          <a:p>
            <a:pPr>
              <a:lnSpc>
                <a:spcPct val="150000"/>
              </a:lnSpc>
              <a:spcBef>
                <a:spcPts val="1800"/>
              </a:spcBef>
              <a:spcAft>
                <a:spcPts val="600"/>
              </a:spcAft>
            </a:pPr>
            <a:r>
              <a:rPr lang="en-CA" sz="1800" b="1" dirty="0">
                <a:solidFill>
                  <a:schemeClr val="accent1">
                    <a:lumMod val="50000"/>
                  </a:schemeClr>
                </a:solidFill>
                <a:latin typeface="+mn-lt"/>
                <a:cs typeface="Calibri"/>
              </a:rPr>
              <a:t>Required</a:t>
            </a:r>
          </a:p>
          <a:p>
            <a:pPr marL="285750" lvl="0" indent="-285750">
              <a:lnSpc>
                <a:spcPct val="150000"/>
              </a:lnSpc>
              <a:spcBef>
                <a:spcPts val="0"/>
              </a:spcBef>
              <a:buFont typeface="Arial" panose="020B0604020202020204" pitchFamily="34" charset="0"/>
              <a:buChar char="•"/>
            </a:pPr>
            <a:r>
              <a:rPr lang="en-CA" sz="1800" b="0" dirty="0">
                <a:latin typeface="+mn-lt"/>
              </a:rPr>
              <a:t>A minimum contrast ratio of 4.5:1 contrast for all </a:t>
            </a:r>
            <a:r>
              <a:rPr lang="en-CA" sz="1800" dirty="0">
                <a:latin typeface="+mn-lt"/>
              </a:rPr>
              <a:t>Normal Text </a:t>
            </a:r>
          </a:p>
          <a:p>
            <a:pPr marL="285750" lvl="0" indent="-285750">
              <a:lnSpc>
                <a:spcPct val="150000"/>
              </a:lnSpc>
              <a:spcBef>
                <a:spcPts val="0"/>
              </a:spcBef>
              <a:buFont typeface="Arial" panose="020B0604020202020204" pitchFamily="34" charset="0"/>
              <a:buChar char="•"/>
            </a:pPr>
            <a:r>
              <a:rPr lang="en-CA" sz="1800" b="0" dirty="0">
                <a:latin typeface="+mn-lt"/>
              </a:rPr>
              <a:t>A minimum contrast ratio of 3:1 for </a:t>
            </a:r>
            <a:r>
              <a:rPr lang="en-CA" sz="1800" dirty="0">
                <a:latin typeface="+mn-lt"/>
              </a:rPr>
              <a:t>Large Text </a:t>
            </a:r>
            <a:r>
              <a:rPr lang="en-CA" sz="1800" b="0" dirty="0">
                <a:latin typeface="+mn-lt"/>
              </a:rPr>
              <a:t>and</a:t>
            </a:r>
            <a:r>
              <a:rPr lang="en-CA" sz="1800" dirty="0">
                <a:latin typeface="+mn-lt"/>
              </a:rPr>
              <a:t> graphical objects</a:t>
            </a:r>
          </a:p>
        </p:txBody>
      </p:sp>
      <p:sp>
        <p:nvSpPr>
          <p:cNvPr id="9" name="Slide Number Placeholder">
            <a:extLst>
              <a:ext uri="{FF2B5EF4-FFF2-40B4-BE49-F238E27FC236}">
                <a16:creationId xmlns:a16="http://schemas.microsoft.com/office/drawing/2014/main" id="{BF0BFA07-0E86-DAA7-4A16-4C7AA42A48DB}"/>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CA"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CA"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653892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5803-6A9E-8C56-55D5-9683147DA743}"/>
              </a:ext>
            </a:extLst>
          </p:cNvPr>
          <p:cNvSpPr>
            <a:spLocks noGrp="1"/>
          </p:cNvSpPr>
          <p:nvPr>
            <p:ph type="title"/>
          </p:nvPr>
        </p:nvSpPr>
        <p:spPr>
          <a:xfrm>
            <a:off x="609600" y="188014"/>
            <a:ext cx="10972800" cy="1143000"/>
          </a:xfrm>
        </p:spPr>
        <p:txBody>
          <a:bodyPr>
            <a:normAutofit/>
          </a:bodyPr>
          <a:lstStyle/>
          <a:p>
            <a:pPr>
              <a:lnSpc>
                <a:spcPct val="150000"/>
              </a:lnSpc>
            </a:pPr>
            <a:r>
              <a:rPr lang="en-CA" sz="3000">
                <a:solidFill>
                  <a:schemeClr val="tx1"/>
                </a:solidFill>
                <a:latin typeface="+mj-lt"/>
                <a:cs typeface="Calibri" panose="020F0502020204030204" pitchFamily="34" charset="0"/>
              </a:rPr>
              <a:t>Des</a:t>
            </a:r>
            <a:r>
              <a:rPr lang="en-CA" sz="3000">
                <a:latin typeface="+mj-lt"/>
                <a:cs typeface="Calibri" panose="020F0502020204030204" pitchFamily="34" charset="0"/>
              </a:rPr>
              <a:t>cr</a:t>
            </a:r>
            <a:r>
              <a:rPr lang="en-CA" sz="3000">
                <a:solidFill>
                  <a:schemeClr val="tx1"/>
                </a:solidFill>
                <a:latin typeface="+mj-lt"/>
                <a:cs typeface="Calibri" panose="020F0502020204030204" pitchFamily="34" charset="0"/>
              </a:rPr>
              <a:t>iptive Hyperlinks</a:t>
            </a:r>
            <a:endParaRPr lang="fr-CA" sz="3000">
              <a:latin typeface="+mj-lt"/>
            </a:endParaRPr>
          </a:p>
        </p:txBody>
      </p:sp>
      <p:sp>
        <p:nvSpPr>
          <p:cNvPr id="3" name="Content Placeholder">
            <a:extLst>
              <a:ext uri="{FF2B5EF4-FFF2-40B4-BE49-F238E27FC236}">
                <a16:creationId xmlns:a16="http://schemas.microsoft.com/office/drawing/2014/main" id="{D1B9745D-83FA-5E29-7107-28ECC573CB4C}"/>
              </a:ext>
            </a:extLst>
          </p:cNvPr>
          <p:cNvSpPr>
            <a:spLocks noGrp="1"/>
          </p:cNvSpPr>
          <p:nvPr>
            <p:ph type="body" idx="1"/>
          </p:nvPr>
        </p:nvSpPr>
        <p:spPr>
          <a:xfrm>
            <a:off x="609600" y="1417639"/>
            <a:ext cx="10972800" cy="1028106"/>
          </a:xfrm>
        </p:spPr>
        <p:txBody>
          <a:bodyPr numCol="1" anchor="t">
            <a:noAutofit/>
          </a:bodyPr>
          <a:lstStyle/>
          <a:p>
            <a:pPr defTabSz="914400">
              <a:lnSpc>
                <a:spcPct val="150000"/>
              </a:lnSpc>
              <a:spcBef>
                <a:spcPts val="0"/>
              </a:spcBef>
              <a:defRPr/>
            </a:pPr>
            <a:r>
              <a:rPr kumimoji="0" lang="en-CA" sz="1800" b="0" i="0" u="none" strike="noStrike" kern="1200" cap="none" spc="0" normalizeH="0" baseline="0" noProof="0">
                <a:ln>
                  <a:noFill/>
                </a:ln>
                <a:solidFill>
                  <a:srgbClr val="000000"/>
                </a:solidFill>
                <a:effectLst/>
                <a:uLnTx/>
                <a:uFillTx/>
                <a:latin typeface="+mj-lt"/>
                <a:ea typeface="+mn-ea"/>
                <a:cs typeface="Calibri" panose="020F0502020204030204" pitchFamily="34" charset="0"/>
              </a:rPr>
              <a:t>Hyperlinks that are descriptive and in a plain language format help users understand where a link will </a:t>
            </a:r>
            <a:r>
              <a:rPr lang="en-CA" sz="1800" b="0">
                <a:solidFill>
                  <a:srgbClr val="000000"/>
                </a:solidFill>
                <a:latin typeface="+mj-lt"/>
                <a:cs typeface="Calibri" panose="020F0502020204030204" pitchFamily="34" charset="0"/>
              </a:rPr>
              <a:t>take them, instead of just reading a string of characters from the website address.</a:t>
            </a:r>
            <a:endParaRPr kumimoji="0" lang="en-CA" sz="1800" b="0" i="0" u="none" strike="noStrike" kern="1200" cap="none" spc="0" normalizeH="0" baseline="0" noProof="0">
              <a:ln>
                <a:noFill/>
              </a:ln>
              <a:solidFill>
                <a:srgbClr val="000000"/>
              </a:solidFill>
              <a:effectLst/>
              <a:uLnTx/>
              <a:uFillTx/>
              <a:latin typeface="+mj-lt"/>
              <a:ea typeface="+mn-ea"/>
              <a:cs typeface="Calibri" panose="020F0502020204030204" pitchFamily="34" charset="0"/>
            </a:endParaRPr>
          </a:p>
        </p:txBody>
      </p:sp>
      <p:sp>
        <p:nvSpPr>
          <p:cNvPr id="6" name="Content Placeholder 5">
            <a:extLst>
              <a:ext uri="{FF2B5EF4-FFF2-40B4-BE49-F238E27FC236}">
                <a16:creationId xmlns:a16="http://schemas.microsoft.com/office/drawing/2014/main" id="{7C7C607D-3228-6757-BC69-DDF49BB7AABC}"/>
              </a:ext>
            </a:extLst>
          </p:cNvPr>
          <p:cNvSpPr>
            <a:spLocks noGrp="1"/>
          </p:cNvSpPr>
          <p:nvPr>
            <p:ph sz="quarter" idx="4"/>
          </p:nvPr>
        </p:nvSpPr>
        <p:spPr>
          <a:xfrm>
            <a:off x="609600" y="2355012"/>
            <a:ext cx="5389033" cy="4001339"/>
          </a:xfrm>
        </p:spPr>
        <p:txBody>
          <a:bodyPr>
            <a:normAutofit/>
          </a:bodyPr>
          <a:lstStyle/>
          <a:p>
            <a:pPr marL="0" marR="0" lvl="0" indent="0" algn="l" defTabSz="914400" rtl="0" eaLnBrk="1" fontAlgn="auto" latinLnBrk="0" hangingPunct="1">
              <a:lnSpc>
                <a:spcPct val="150000"/>
              </a:lnSpc>
              <a:spcBef>
                <a:spcPts val="2400"/>
              </a:spcBef>
              <a:spcAft>
                <a:spcPts val="0"/>
              </a:spcAft>
              <a:buClrTx/>
              <a:buSzTx/>
              <a:buFontTx/>
              <a:buNone/>
              <a:tabLst/>
              <a:defRPr/>
            </a:pPr>
            <a:r>
              <a:rPr kumimoji="0" lang="en-CA" sz="1800" b="1" i="0" u="none" strike="noStrike" kern="1200" cap="none" spc="0" normalizeH="0" baseline="0" noProof="0">
                <a:ln>
                  <a:noFill/>
                </a:ln>
                <a:solidFill>
                  <a:srgbClr val="000000"/>
                </a:solidFill>
                <a:effectLst/>
                <a:uLnTx/>
                <a:uFillTx/>
                <a:latin typeface="+mj-lt"/>
                <a:ea typeface="+mn-ea"/>
                <a:cs typeface="Calibri"/>
              </a:rPr>
              <a:t>To add Descriptive Hyperlinks </a:t>
            </a:r>
            <a:endParaRPr kumimoji="0" lang="en-CA" sz="1800" b="0" i="0" u="none" strike="noStrike" kern="1200" cap="none" spc="0" normalizeH="0" baseline="0" noProof="0">
              <a:ln>
                <a:noFill/>
              </a:ln>
              <a:solidFill>
                <a:srgbClr val="000000"/>
              </a:solidFill>
              <a:effectLst/>
              <a:uLnTx/>
              <a:uFillTx/>
              <a:latin typeface="+mj-lt"/>
              <a:ea typeface="+mn-ea"/>
              <a:cs typeface="Calibri"/>
            </a:endParaRPr>
          </a:p>
          <a:p>
            <a:pPr marL="714375" marR="0" lvl="0" indent="-441325" algn="l" defTabSz="914400" rtl="0" eaLnBrk="1" fontAlgn="auto" latinLnBrk="0" hangingPunct="1">
              <a:lnSpc>
                <a:spcPct val="150000"/>
              </a:lnSpc>
              <a:spcBef>
                <a:spcPts val="0"/>
              </a:spcBef>
              <a:spcAft>
                <a:spcPts val="0"/>
              </a:spcAft>
              <a:buSzTx/>
              <a:buFont typeface="+mj-lt"/>
              <a:buAutoNum type="arabicPeriod"/>
              <a:tabLst/>
              <a:defRPr/>
            </a:pPr>
            <a:r>
              <a:rPr kumimoji="0" lang="en-CA" sz="1800" i="0" u="none" strike="noStrike" kern="1200" cap="none" spc="0" normalizeH="0" baseline="0" noProof="0">
                <a:ln>
                  <a:noFill/>
                </a:ln>
                <a:solidFill>
                  <a:srgbClr val="000000"/>
                </a:solidFill>
                <a:effectLst/>
                <a:uLnTx/>
                <a:uFillTx/>
                <a:latin typeface="+mj-lt"/>
                <a:ea typeface="+mn-ea"/>
                <a:cs typeface="Calibri"/>
              </a:rPr>
              <a:t>Select the link text</a:t>
            </a:r>
          </a:p>
          <a:p>
            <a:pPr marL="714375" marR="0" lvl="0" indent="-441325" algn="l" defTabSz="914400" rtl="0" eaLnBrk="1" fontAlgn="auto" latinLnBrk="0" hangingPunct="1">
              <a:lnSpc>
                <a:spcPct val="150000"/>
              </a:lnSpc>
              <a:spcBef>
                <a:spcPts val="0"/>
              </a:spcBef>
              <a:spcAft>
                <a:spcPts val="0"/>
              </a:spcAft>
              <a:buSzTx/>
              <a:buFont typeface="+mj-lt"/>
              <a:buAutoNum type="arabicPeriod"/>
              <a:tabLst/>
              <a:defRPr/>
            </a:pPr>
            <a:r>
              <a:rPr kumimoji="0" lang="en-CA" sz="1800" i="0" u="none" strike="noStrike" kern="1200" cap="none" spc="0" normalizeH="0" baseline="0" noProof="0">
                <a:ln>
                  <a:noFill/>
                </a:ln>
                <a:solidFill>
                  <a:srgbClr val="000000"/>
                </a:solidFill>
                <a:effectLst/>
                <a:uLnTx/>
                <a:uFillTx/>
                <a:latin typeface="+mj-lt"/>
                <a:ea typeface="+mn-ea"/>
                <a:cs typeface="Calibri" panose="020F0502020204030204" pitchFamily="34" charset="0"/>
              </a:rPr>
              <a:t>Select CTRL-K to create a hyperlink and open the dialogue box</a:t>
            </a:r>
          </a:p>
          <a:p>
            <a:pPr marL="714375" marR="0" lvl="0" indent="-441325" algn="l" defTabSz="914400" rtl="0" eaLnBrk="1" fontAlgn="auto" latinLnBrk="0" hangingPunct="1">
              <a:lnSpc>
                <a:spcPct val="150000"/>
              </a:lnSpc>
              <a:spcBef>
                <a:spcPts val="0"/>
              </a:spcBef>
              <a:spcAft>
                <a:spcPts val="0"/>
              </a:spcAft>
              <a:buSzTx/>
              <a:buFont typeface="+mj-lt"/>
              <a:buAutoNum type="arabicPeriod"/>
              <a:tabLst/>
              <a:defRPr/>
            </a:pPr>
            <a:r>
              <a:rPr kumimoji="0" lang="en-CA" sz="1800" i="0" u="none" strike="noStrike" kern="1200" cap="none" spc="0" normalizeH="0" baseline="0" noProof="0">
                <a:ln>
                  <a:noFill/>
                </a:ln>
                <a:solidFill>
                  <a:srgbClr val="000000"/>
                </a:solidFill>
                <a:effectLst/>
                <a:uLnTx/>
                <a:uFillTx/>
                <a:latin typeface="+mj-lt"/>
                <a:ea typeface="+mn-ea"/>
                <a:cs typeface="Calibri" panose="020F0502020204030204" pitchFamily="34" charset="0"/>
              </a:rPr>
              <a:t>Type the desired descriptive text in the “Text to display” field.</a:t>
            </a:r>
          </a:p>
          <a:p>
            <a:pPr marL="714375" marR="0" lvl="0" indent="-441325" algn="l" defTabSz="914400" rtl="0" eaLnBrk="1" fontAlgn="auto" latinLnBrk="0" hangingPunct="1">
              <a:lnSpc>
                <a:spcPct val="150000"/>
              </a:lnSpc>
              <a:spcBef>
                <a:spcPts val="0"/>
              </a:spcBef>
              <a:spcAft>
                <a:spcPts val="0"/>
              </a:spcAft>
              <a:buSzTx/>
              <a:buFont typeface="+mj-lt"/>
              <a:buAutoNum type="arabicPeriod"/>
              <a:tabLst/>
              <a:defRPr/>
            </a:pPr>
            <a:r>
              <a:rPr lang="en-CA" sz="1800">
                <a:solidFill>
                  <a:srgbClr val="000000"/>
                </a:solidFill>
                <a:latin typeface="+mj-lt"/>
                <a:cs typeface="Calibri" panose="020F0502020204030204" pitchFamily="34" charset="0"/>
              </a:rPr>
              <a:t>Paste the URL into the address field</a:t>
            </a:r>
            <a:endParaRPr kumimoji="0" lang="en-CA" sz="1800" i="0" u="none" strike="noStrike" kern="1200" cap="none" spc="0" normalizeH="0" baseline="0" noProof="0">
              <a:ln>
                <a:noFill/>
              </a:ln>
              <a:solidFill>
                <a:srgbClr val="000000"/>
              </a:solidFill>
              <a:effectLst/>
              <a:uLnTx/>
              <a:uFillTx/>
              <a:latin typeface="+mj-lt"/>
              <a:ea typeface="+mn-ea"/>
              <a:cs typeface="Calibri" panose="020F0502020204030204" pitchFamily="34" charset="0"/>
            </a:endParaRPr>
          </a:p>
          <a:p>
            <a:pPr marL="714375" marR="0" lvl="0" indent="-441325" algn="l" defTabSz="914400" rtl="0" eaLnBrk="1" fontAlgn="auto" latinLnBrk="0" hangingPunct="1">
              <a:lnSpc>
                <a:spcPct val="150000"/>
              </a:lnSpc>
              <a:spcBef>
                <a:spcPts val="0"/>
              </a:spcBef>
              <a:spcAft>
                <a:spcPts val="0"/>
              </a:spcAft>
              <a:buSzTx/>
              <a:buFont typeface="+mj-lt"/>
              <a:buAutoNum type="arabicPeriod"/>
              <a:tabLst/>
              <a:defRPr/>
            </a:pPr>
            <a:r>
              <a:rPr kumimoji="0" lang="en-CA" sz="1800" i="0" u="none" strike="noStrike" kern="1200" cap="none" spc="0" normalizeH="0" baseline="0" noProof="0">
                <a:ln>
                  <a:noFill/>
                </a:ln>
                <a:solidFill>
                  <a:srgbClr val="000000"/>
                </a:solidFill>
                <a:effectLst/>
                <a:uLnTx/>
                <a:uFillTx/>
                <a:latin typeface="+mj-lt"/>
                <a:ea typeface="+mn-ea"/>
                <a:cs typeface="Calibri"/>
              </a:rPr>
              <a:t>Select “OK” </a:t>
            </a:r>
          </a:p>
        </p:txBody>
      </p:sp>
      <p:sp>
        <p:nvSpPr>
          <p:cNvPr id="5" name="Content Placeholder 4">
            <a:extLst>
              <a:ext uri="{FF2B5EF4-FFF2-40B4-BE49-F238E27FC236}">
                <a16:creationId xmlns:a16="http://schemas.microsoft.com/office/drawing/2014/main" id="{516C497C-8887-7BA8-8E04-DFDD13673627}"/>
              </a:ext>
            </a:extLst>
          </p:cNvPr>
          <p:cNvSpPr>
            <a:spLocks noGrp="1"/>
          </p:cNvSpPr>
          <p:nvPr>
            <p:ph sz="half" idx="2"/>
          </p:nvPr>
        </p:nvSpPr>
        <p:spPr>
          <a:xfrm>
            <a:off x="6195483" y="2355012"/>
            <a:ext cx="5386917" cy="3748333"/>
          </a:xfrm>
        </p:spPr>
        <p:txBody>
          <a:bodyPr>
            <a:normAutofit/>
          </a:bodyPr>
          <a:lstStyle/>
          <a:p>
            <a:pPr marL="0" indent="0" defTabSz="914400">
              <a:lnSpc>
                <a:spcPct val="150000"/>
              </a:lnSpc>
              <a:spcBef>
                <a:spcPts val="0"/>
              </a:spcBef>
              <a:buNone/>
              <a:defRPr/>
            </a:pPr>
            <a:r>
              <a:rPr kumimoji="0" lang="en-CA" sz="1800" b="1" i="0" u="none" strike="noStrike" kern="1200" cap="none" spc="0" normalizeH="0" baseline="0" noProof="0">
                <a:ln>
                  <a:noFill/>
                </a:ln>
                <a:solidFill>
                  <a:schemeClr val="accent1">
                    <a:lumMod val="50000"/>
                  </a:schemeClr>
                </a:solidFill>
                <a:effectLst/>
                <a:uLnTx/>
                <a:uFillTx/>
                <a:latin typeface="+mj-lt"/>
                <a:ea typeface="+mn-ea"/>
                <a:cs typeface="Calibri"/>
              </a:rPr>
              <a:t>Required</a:t>
            </a:r>
          </a:p>
          <a:p>
            <a:pPr marL="285750" indent="-285750" defTabSz="914400">
              <a:lnSpc>
                <a:spcPct val="150000"/>
              </a:lnSpc>
              <a:spcBef>
                <a:spcPts val="0"/>
              </a:spcBef>
              <a:buFont typeface="Arial" panose="020B0604020202020204" pitchFamily="34" charset="0"/>
              <a:buChar char="•"/>
              <a:defRPr/>
            </a:pPr>
            <a:r>
              <a:rPr kumimoji="0" lang="en-CA" sz="1800" i="0" u="none" strike="noStrike" kern="1200" cap="none" spc="0" normalizeH="0" baseline="0" noProof="0">
                <a:ln>
                  <a:noFill/>
                </a:ln>
                <a:solidFill>
                  <a:srgbClr val="000000"/>
                </a:solidFill>
                <a:effectLst/>
                <a:uLnTx/>
                <a:uFillTx/>
                <a:latin typeface="+mj-lt"/>
                <a:ea typeface="+mn-ea"/>
                <a:cs typeface="Calibri"/>
              </a:rPr>
              <a:t>Using hyperlink text that describes where the links leads such as </a:t>
            </a:r>
            <a:r>
              <a:rPr kumimoji="0" lang="en-CA" sz="1800" b="0" i="0" u="none" strike="noStrike" kern="1200" cap="none" spc="0" normalizeH="0" baseline="0" noProof="0">
                <a:ln>
                  <a:noFill/>
                </a:ln>
                <a:solidFill>
                  <a:srgbClr val="000000"/>
                </a:solidFill>
                <a:effectLst/>
                <a:uLnTx/>
                <a:uFillTx/>
                <a:latin typeface="+mj-lt"/>
                <a:ea typeface="+mn-ea"/>
                <a:cs typeface="Calibri"/>
              </a:rPr>
              <a:t>the destination Page Title or Site name</a:t>
            </a:r>
            <a:r>
              <a:rPr kumimoji="0" lang="en-CA" sz="1800" i="0" u="none" strike="noStrike" kern="1200" cap="none" spc="0" normalizeH="0" baseline="0" noProof="0">
                <a:ln>
                  <a:noFill/>
                </a:ln>
                <a:solidFill>
                  <a:srgbClr val="000000"/>
                </a:solidFill>
                <a:effectLst/>
                <a:uLnTx/>
                <a:uFillTx/>
                <a:latin typeface="+mj-lt"/>
                <a:ea typeface="+mn-ea"/>
                <a:cs typeface="Calibri"/>
              </a:rPr>
              <a:t> E.g. </a:t>
            </a:r>
            <a:r>
              <a:rPr kumimoji="0" lang="en-CA" sz="1800" i="0" u="none" strike="noStrike" kern="1200" cap="none" spc="0" normalizeH="0" baseline="0" noProof="0">
                <a:ln>
                  <a:noFill/>
                </a:ln>
                <a:solidFill>
                  <a:srgbClr val="000000"/>
                </a:solidFill>
                <a:effectLst/>
                <a:uLnTx/>
                <a:uFillTx/>
                <a:latin typeface="+mj-lt"/>
                <a:ea typeface="+mn-ea"/>
                <a:cs typeface="Calibri"/>
                <a:hlinkClick r:id="rId2"/>
              </a:rPr>
              <a:t>Government of Canada</a:t>
            </a:r>
            <a:endParaRPr kumimoji="0" lang="en-CA" sz="1800" i="0" u="none" strike="noStrike" kern="1200" cap="none" spc="0" normalizeH="0" baseline="0" noProof="0">
              <a:ln>
                <a:noFill/>
              </a:ln>
              <a:solidFill>
                <a:srgbClr val="000000"/>
              </a:solidFill>
              <a:effectLst/>
              <a:uLnTx/>
              <a:uFillTx/>
              <a:latin typeface="+mj-lt"/>
              <a:ea typeface="+mn-ea"/>
              <a:cs typeface="Calibri"/>
            </a:endParaRPr>
          </a:p>
          <a:p>
            <a:pPr marL="0" indent="0" defTabSz="914400">
              <a:lnSpc>
                <a:spcPct val="150000"/>
              </a:lnSpc>
              <a:spcBef>
                <a:spcPts val="0"/>
              </a:spcBef>
              <a:buNone/>
              <a:defRPr/>
            </a:pPr>
            <a:r>
              <a:rPr lang="en-CA" sz="1800" b="1">
                <a:solidFill>
                  <a:srgbClr val="C00000"/>
                </a:solidFill>
                <a:latin typeface="+mj-lt"/>
                <a:ea typeface="Calibri" panose="020F0502020204030204" pitchFamily="34" charset="0"/>
                <a:cs typeface="Calibri" panose="020F0502020204030204" pitchFamily="34" charset="0"/>
              </a:rPr>
              <a:t>Avoid</a:t>
            </a:r>
          </a:p>
          <a:p>
            <a:pPr marL="285750" indent="-285750" defTabSz="914400">
              <a:lnSpc>
                <a:spcPct val="150000"/>
              </a:lnSpc>
              <a:spcBef>
                <a:spcPts val="0"/>
              </a:spcBef>
              <a:buFont typeface="Arial" panose="020B0604020202020204" pitchFamily="34" charset="0"/>
              <a:buChar char="•"/>
              <a:defRPr/>
            </a:pPr>
            <a:r>
              <a:rPr kumimoji="0" lang="en-CA" sz="1800" i="0" u="none" strike="noStrike" kern="1200" cap="none" spc="0" normalizeH="0" baseline="0" noProof="0">
                <a:ln>
                  <a:noFill/>
                </a:ln>
                <a:solidFill>
                  <a:srgbClr val="000000"/>
                </a:solidFill>
                <a:effectLst/>
                <a:uLnTx/>
                <a:uFillTx/>
                <a:latin typeface="+mj-lt"/>
                <a:ea typeface="+mn-ea"/>
                <a:cs typeface="Calibri" panose="020F0502020204030204" pitchFamily="34" charset="0"/>
              </a:rPr>
              <a:t>Using generic words like ‘Click here’ or ‘Read more’</a:t>
            </a:r>
          </a:p>
        </p:txBody>
      </p:sp>
      <p:sp>
        <p:nvSpPr>
          <p:cNvPr id="9" name="Slide Number Placeholder">
            <a:extLst>
              <a:ext uri="{FF2B5EF4-FFF2-40B4-BE49-F238E27FC236}">
                <a16:creationId xmlns:a16="http://schemas.microsoft.com/office/drawing/2014/main" id="{E165FFA5-3659-7FB7-6D1C-1D6345D57786}"/>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875635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C4F5E-BA50-73BA-C64F-ABFB71341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D389F4-08AA-08ED-27E0-E12712DA9E1F}"/>
              </a:ext>
            </a:extLst>
          </p:cNvPr>
          <p:cNvSpPr>
            <a:spLocks noGrp="1"/>
          </p:cNvSpPr>
          <p:nvPr>
            <p:ph type="title"/>
          </p:nvPr>
        </p:nvSpPr>
        <p:spPr>
          <a:xfrm>
            <a:off x="609599" y="226513"/>
            <a:ext cx="5954233" cy="1079241"/>
          </a:xfrm>
        </p:spPr>
        <p:txBody>
          <a:bodyPr>
            <a:normAutofit/>
          </a:bodyPr>
          <a:lstStyle/>
          <a:p>
            <a:r>
              <a:rPr lang="en-CA" sz="3000">
                <a:solidFill>
                  <a:schemeClr val="tx1"/>
                </a:solidFill>
                <a:latin typeface="+mj-lt"/>
                <a:cs typeface="Calibri" panose="020F0502020204030204" pitchFamily="34" charset="0"/>
              </a:rPr>
              <a:t>Alternative (Alt) Text</a:t>
            </a:r>
            <a:endParaRPr lang="fr-CA" sz="3000">
              <a:latin typeface="+mj-lt"/>
            </a:endParaRPr>
          </a:p>
        </p:txBody>
      </p:sp>
      <p:sp>
        <p:nvSpPr>
          <p:cNvPr id="3" name="Content Placeholder">
            <a:extLst>
              <a:ext uri="{FF2B5EF4-FFF2-40B4-BE49-F238E27FC236}">
                <a16:creationId xmlns:a16="http://schemas.microsoft.com/office/drawing/2014/main" id="{96499E39-E8D0-4DD5-5AE6-EF0F8D496CF7}"/>
              </a:ext>
            </a:extLst>
          </p:cNvPr>
          <p:cNvSpPr>
            <a:spLocks noGrp="1"/>
          </p:cNvSpPr>
          <p:nvPr>
            <p:ph type="body" sz="quarter" idx="13"/>
          </p:nvPr>
        </p:nvSpPr>
        <p:spPr>
          <a:xfrm>
            <a:off x="609600" y="1512752"/>
            <a:ext cx="10972800" cy="3366102"/>
          </a:xfrm>
          <a:ln w="22225">
            <a:noFill/>
          </a:ln>
        </p:spPr>
        <p:txBody>
          <a:bodyPr/>
          <a:lstStyle/>
          <a:p>
            <a:pPr lvl="0">
              <a:defRPr/>
            </a:pPr>
            <a:r>
              <a:rPr lang="en-CA" sz="1800">
                <a:latin typeface="+mj-lt"/>
                <a:cs typeface="Calibri" panose="020F0502020204030204" pitchFamily="34" charset="0"/>
              </a:rPr>
              <a:t>Visual elements such as logos, images, icons, tables, and diagrams, must have an alternative text (‘alt text’) that briefly explains the </a:t>
            </a:r>
            <a:r>
              <a:rPr lang="en-CA" sz="1800">
                <a:latin typeface="+mj-lt"/>
                <a:ea typeface="Verdana" panose="020B0604030504040204" pitchFamily="34" charset="0"/>
                <a:cs typeface="Calibri" panose="020F0502020204030204" pitchFamily="34" charset="0"/>
              </a:rPr>
              <a:t>purpose of the image. If the image does not convey information of value, it must be marked as decorative. </a:t>
            </a:r>
          </a:p>
          <a:p>
            <a:pPr lvl="0">
              <a:defRPr/>
            </a:pPr>
            <a:r>
              <a:rPr lang="en-CA" b="1">
                <a:solidFill>
                  <a:srgbClr val="1E1E1E"/>
                </a:solidFill>
                <a:latin typeface="+mj-lt"/>
                <a:cs typeface="Calibri" panose="020F0502020204030204" pitchFamily="34" charset="0"/>
              </a:rPr>
              <a:t>To add Alternative Text:</a:t>
            </a:r>
          </a:p>
          <a:p>
            <a:pPr marL="628650" lvl="0" indent="-457200">
              <a:buFont typeface="+mj-lt"/>
              <a:buAutoNum type="arabicPeriod"/>
              <a:defRPr/>
            </a:pPr>
            <a:r>
              <a:rPr lang="en-CA">
                <a:solidFill>
                  <a:srgbClr val="1E1E1E"/>
                </a:solidFill>
                <a:latin typeface="+mj-lt"/>
                <a:cs typeface="Calibri" panose="020F0502020204030204" pitchFamily="34" charset="0"/>
              </a:rPr>
              <a:t>Right-click the text or object to bring up the contextual menu</a:t>
            </a:r>
          </a:p>
          <a:p>
            <a:pPr marL="628650" lvl="0" indent="-457200">
              <a:buFont typeface="+mj-lt"/>
              <a:buAutoNum type="arabicPeriod"/>
              <a:defRPr/>
            </a:pPr>
            <a:r>
              <a:rPr lang="en-CA">
                <a:solidFill>
                  <a:srgbClr val="1E1E1E"/>
                </a:solidFill>
                <a:latin typeface="+mj-lt"/>
                <a:cs typeface="Calibri" panose="020F0502020204030204" pitchFamily="34" charset="0"/>
              </a:rPr>
              <a:t>Select “View Alt Text…”</a:t>
            </a:r>
          </a:p>
          <a:p>
            <a:pPr marL="628650" lvl="0" indent="-457200">
              <a:buFont typeface="+mj-lt"/>
              <a:buAutoNum type="arabicPeriod"/>
              <a:defRPr/>
            </a:pPr>
            <a:r>
              <a:rPr lang="en-CA">
                <a:latin typeface="+mj-lt"/>
                <a:cs typeface="Calibri" panose="020F0502020204030204" pitchFamily="34" charset="0"/>
              </a:rPr>
              <a:t>Describe the image as though you were telling someone over the phone</a:t>
            </a:r>
            <a:endParaRPr lang="en-CA">
              <a:solidFill>
                <a:srgbClr val="1E1E1E"/>
              </a:solidFill>
              <a:latin typeface="+mj-lt"/>
              <a:cs typeface="Calibri" panose="020F0502020204030204" pitchFamily="34" charset="0"/>
            </a:endParaRPr>
          </a:p>
        </p:txBody>
      </p:sp>
      <p:sp>
        <p:nvSpPr>
          <p:cNvPr id="4" name="Content Placeholder">
            <a:extLst>
              <a:ext uri="{FF2B5EF4-FFF2-40B4-BE49-F238E27FC236}">
                <a16:creationId xmlns:a16="http://schemas.microsoft.com/office/drawing/2014/main" id="{BEEA9DE7-A1C5-C8FE-DAA9-BC26C16CCA45}"/>
              </a:ext>
            </a:extLst>
          </p:cNvPr>
          <p:cNvSpPr>
            <a:spLocks noGrp="1"/>
          </p:cNvSpPr>
          <p:nvPr>
            <p:ph type="body" sz="quarter" idx="14"/>
          </p:nvPr>
        </p:nvSpPr>
        <p:spPr>
          <a:xfrm>
            <a:off x="609599" y="5089091"/>
            <a:ext cx="8758464" cy="1079241"/>
          </a:xfrm>
          <a:noFill/>
          <a:ln w="22225">
            <a:noFill/>
          </a:ln>
        </p:spPr>
        <p:txBody>
          <a:bodyPr/>
          <a:lstStyle/>
          <a:p>
            <a:pPr>
              <a:defRPr/>
            </a:pPr>
            <a:r>
              <a:rPr lang="en-CA" b="1">
                <a:solidFill>
                  <a:srgbClr val="C00000"/>
                </a:solidFill>
                <a:latin typeface="+mj-lt"/>
                <a:ea typeface="Verdana" panose="020B0604030504040204" pitchFamily="34" charset="0"/>
                <a:cs typeface="Calibri" panose="020F0502020204030204" pitchFamily="34" charset="0"/>
              </a:rPr>
              <a:t>Important! </a:t>
            </a:r>
            <a:r>
              <a:rPr lang="en-CA">
                <a:latin typeface="+mj-lt"/>
                <a:ea typeface="Verdana" panose="020B0604030504040204" pitchFamily="34" charset="0"/>
                <a:cs typeface="Calibri" panose="020F0502020204030204" pitchFamily="34" charset="0"/>
              </a:rPr>
              <a:t>Alternative text must be </a:t>
            </a:r>
            <a:r>
              <a:rPr lang="en-CA" b="1">
                <a:latin typeface="+mj-lt"/>
                <a:ea typeface="Verdana" panose="020B0604030504040204" pitchFamily="34" charset="0"/>
                <a:cs typeface="Calibri" panose="020F0502020204030204" pitchFamily="34" charset="0"/>
              </a:rPr>
              <a:t>unilingual,</a:t>
            </a:r>
            <a:r>
              <a:rPr lang="en-CA">
                <a:latin typeface="+mj-lt"/>
                <a:ea typeface="Verdana" panose="020B0604030504040204" pitchFamily="34" charset="0"/>
                <a:cs typeface="Calibri" panose="020F0502020204030204" pitchFamily="34" charset="0"/>
              </a:rPr>
              <a:t> concise, and meaningful. Limit your </a:t>
            </a:r>
            <a:r>
              <a:rPr lang="en-CA" sz="1800">
                <a:latin typeface="+mj-lt"/>
                <a:cs typeface="Calibri" panose="020F0502020204030204" pitchFamily="34" charset="0"/>
              </a:rPr>
              <a:t>alternative</a:t>
            </a:r>
            <a:r>
              <a:rPr lang="en-CA">
                <a:latin typeface="+mj-lt"/>
                <a:ea typeface="Verdana" panose="020B0604030504040204" pitchFamily="34" charset="0"/>
                <a:cs typeface="Calibri" panose="020F0502020204030204" pitchFamily="34" charset="0"/>
              </a:rPr>
              <a:t> text to </a:t>
            </a:r>
            <a:r>
              <a:rPr lang="en-CA" b="1">
                <a:latin typeface="+mj-lt"/>
                <a:ea typeface="Verdana" panose="020B0604030504040204" pitchFamily="34" charset="0"/>
                <a:cs typeface="Calibri" panose="020F0502020204030204" pitchFamily="34" charset="0"/>
              </a:rPr>
              <a:t>a maximum of </a:t>
            </a:r>
            <a:r>
              <a:rPr lang="en-CA" b="1">
                <a:effectLst/>
                <a:latin typeface="+mj-lt"/>
              </a:rPr>
              <a:t>140 characters with </a:t>
            </a:r>
            <a:r>
              <a:rPr lang="en-CA" b="1">
                <a:latin typeface="+mj-lt"/>
              </a:rPr>
              <a:t>spaces</a:t>
            </a:r>
            <a:r>
              <a:rPr lang="en-CA">
                <a:latin typeface="+mj-lt"/>
              </a:rPr>
              <a:t> </a:t>
            </a:r>
            <a:r>
              <a:rPr lang="en-CA">
                <a:effectLst/>
                <a:latin typeface="+mj-lt"/>
              </a:rPr>
              <a:t>(170 for French).</a:t>
            </a:r>
            <a:endParaRPr lang="en-CA" sz="1800">
              <a:latin typeface="+mj-lt"/>
              <a:ea typeface="Verdana" panose="020B0604030504040204" pitchFamily="34" charset="0"/>
              <a:cs typeface="Calibri" panose="020F0502020204030204" pitchFamily="34" charset="0"/>
            </a:endParaRPr>
          </a:p>
        </p:txBody>
      </p:sp>
      <p:pic>
        <p:nvPicPr>
          <p:cNvPr id="14" name="Picture 4" descr="Contextual menu showing Save as Picture, View Alt Text, Size and Position, and Format Picture options. View Alt text option is highlighted.">
            <a:extLst>
              <a:ext uri="{FF2B5EF4-FFF2-40B4-BE49-F238E27FC236}">
                <a16:creationId xmlns:a16="http://schemas.microsoft.com/office/drawing/2014/main" id="{3A2CE53F-2107-3BB7-FFF0-96BD70568C41}"/>
              </a:ext>
              <a:ext uri="{C183D7F6-B498-43B3-948B-1728B52AA6E4}">
                <adec:decorative xmlns:adec="http://schemas.microsoft.com/office/drawing/2017/decorative" val="0"/>
              </a:ext>
            </a:extLst>
          </p:cNvPr>
          <p:cNvPicPr>
            <a:picLocks noChangeAspect="1"/>
          </p:cNvPicPr>
          <p:nvPr/>
        </p:nvPicPr>
        <p:blipFill rotWithShape="1">
          <a:blip r:embed="rId3"/>
          <a:srcRect t="67431" b="6426"/>
          <a:stretch/>
        </p:blipFill>
        <p:spPr>
          <a:xfrm>
            <a:off x="8672370" y="2541645"/>
            <a:ext cx="2975259" cy="1674741"/>
          </a:xfrm>
          <a:prstGeom prst="rect">
            <a:avLst/>
          </a:prstGeom>
          <a:noFill/>
          <a:ln>
            <a:solidFill>
              <a:schemeClr val="tx1"/>
            </a:solidFill>
          </a:ln>
        </p:spPr>
      </p:pic>
      <p:pic>
        <p:nvPicPr>
          <p:cNvPr id="13" name="Picture 1" descr="IT Accessibility Office Logo">
            <a:extLst>
              <a:ext uri="{FF2B5EF4-FFF2-40B4-BE49-F238E27FC236}">
                <a16:creationId xmlns:a16="http://schemas.microsoft.com/office/drawing/2014/main" id="{6D9A5F41-365B-C93F-2FEB-1DED2910BA7E}"/>
              </a:ext>
            </a:extLst>
          </p:cNvPr>
          <p:cNvPicPr>
            <a:picLocks noChangeAspect="1"/>
          </p:cNvPicPr>
          <p:nvPr/>
        </p:nvPicPr>
        <p:blipFill>
          <a:blip r:embed="rId4"/>
          <a:stretch>
            <a:fillRect/>
          </a:stretch>
        </p:blipFill>
        <p:spPr>
          <a:xfrm>
            <a:off x="9368063" y="4350616"/>
            <a:ext cx="1583871" cy="1573108"/>
          </a:xfrm>
          <a:prstGeom prst="rect">
            <a:avLst/>
          </a:prstGeom>
        </p:spPr>
      </p:pic>
      <p:sp>
        <p:nvSpPr>
          <p:cNvPr id="9" name="Slide Number Placeholder">
            <a:extLst>
              <a:ext uri="{FF2B5EF4-FFF2-40B4-BE49-F238E27FC236}">
                <a16:creationId xmlns:a16="http://schemas.microsoft.com/office/drawing/2014/main" id="{6B1C4CAD-D9FC-D784-69E3-74177A95BF1C}"/>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CA"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CA"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602236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5803-6A9E-8C56-55D5-9683147DA743}"/>
              </a:ext>
            </a:extLst>
          </p:cNvPr>
          <p:cNvSpPr>
            <a:spLocks noGrp="1"/>
          </p:cNvSpPr>
          <p:nvPr>
            <p:ph type="title"/>
          </p:nvPr>
        </p:nvSpPr>
        <p:spPr>
          <a:xfrm>
            <a:off x="609599" y="-38499"/>
            <a:ext cx="10972799" cy="1595886"/>
          </a:xfrm>
        </p:spPr>
        <p:txBody>
          <a:bodyPr>
            <a:noAutofit/>
          </a:bodyPr>
          <a:lstStyle/>
          <a:p>
            <a:r>
              <a:rPr lang="en-CA" sz="3000">
                <a:latin typeface="+mj-lt"/>
                <a:cs typeface="Calibri"/>
              </a:rPr>
              <a:t>Alt Text - Long Descriptions</a:t>
            </a:r>
          </a:p>
        </p:txBody>
      </p:sp>
      <p:sp>
        <p:nvSpPr>
          <p:cNvPr id="4" name="Content Placeholder">
            <a:extLst>
              <a:ext uri="{FF2B5EF4-FFF2-40B4-BE49-F238E27FC236}">
                <a16:creationId xmlns:a16="http://schemas.microsoft.com/office/drawing/2014/main" id="{06949E93-CFB3-1C8C-F9FC-F66AA83FCFFA}"/>
              </a:ext>
            </a:extLst>
          </p:cNvPr>
          <p:cNvSpPr>
            <a:spLocks noGrp="1"/>
          </p:cNvSpPr>
          <p:nvPr>
            <p:ph type="body" sz="quarter" idx="14"/>
          </p:nvPr>
        </p:nvSpPr>
        <p:spPr>
          <a:xfrm>
            <a:off x="609601" y="1595887"/>
            <a:ext cx="10972802" cy="4551526"/>
          </a:xfrm>
          <a:ln w="22225">
            <a:noFill/>
          </a:ln>
        </p:spPr>
        <p:txBody>
          <a:bodyPr numCol="1"/>
          <a:lstStyle/>
          <a:p>
            <a:pPr marL="0" indent="0">
              <a:lnSpc>
                <a:spcPct val="150000"/>
              </a:lnSpc>
              <a:buNone/>
            </a:pPr>
            <a:r>
              <a:rPr lang="en-CA" b="0" i="0">
                <a:solidFill>
                  <a:srgbClr val="242424"/>
                </a:solidFill>
                <a:effectLst/>
                <a:latin typeface="+mj-lt"/>
              </a:rPr>
              <a:t>A long description provides detailed information about an image, chart, or other visual content that can't be fully conveyed through a short alt text. It's especially useful for complex visuals like graphs, or charts. </a:t>
            </a:r>
          </a:p>
          <a:p>
            <a:pPr marL="0" indent="0">
              <a:lnSpc>
                <a:spcPct val="150000"/>
              </a:lnSpc>
              <a:buNone/>
            </a:pPr>
            <a:r>
              <a:rPr lang="en-CA" b="1">
                <a:solidFill>
                  <a:srgbClr val="1E1E1E"/>
                </a:solidFill>
                <a:latin typeface="+mj-lt"/>
                <a:cs typeface="Calibri" panose="020F0502020204030204" pitchFamily="34" charset="0"/>
              </a:rPr>
              <a:t>To </a:t>
            </a:r>
            <a:r>
              <a:rPr lang="en-CA" sz="1800" b="1">
                <a:solidFill>
                  <a:srgbClr val="1E1E1E"/>
                </a:solidFill>
                <a:latin typeface="+mj-lt"/>
                <a:cs typeface="Calibri" panose="020F0502020204030204" pitchFamily="34" charset="0"/>
              </a:rPr>
              <a:t>add a Long Description </a:t>
            </a:r>
          </a:p>
          <a:p>
            <a:pPr marL="809625" indent="-457200">
              <a:lnSpc>
                <a:spcPct val="150000"/>
              </a:lnSpc>
              <a:buFont typeface="+mj-lt"/>
              <a:buAutoNum type="arabicPeriod"/>
            </a:pPr>
            <a:r>
              <a:rPr lang="en-CA" sz="1800">
                <a:solidFill>
                  <a:srgbClr val="1E1E1E"/>
                </a:solidFill>
                <a:latin typeface="+mj-lt"/>
                <a:cs typeface="Calibri" panose="020F0502020204030204" pitchFamily="34" charset="0"/>
              </a:rPr>
              <a:t>Write “Long Descriptions” in plain text next to or immediately after the object, if possible.</a:t>
            </a:r>
          </a:p>
          <a:p>
            <a:pPr marL="809625" indent="-457200">
              <a:lnSpc>
                <a:spcPct val="150000"/>
              </a:lnSpc>
              <a:buFont typeface="+mj-lt"/>
              <a:buAutoNum type="arabicPeriod"/>
            </a:pPr>
            <a:r>
              <a:rPr lang="en-CA">
                <a:solidFill>
                  <a:srgbClr val="1E1E1E"/>
                </a:solidFill>
                <a:latin typeface="+mj-lt"/>
                <a:cs typeface="Calibri" panose="020F0502020204030204" pitchFamily="34" charset="0"/>
              </a:rPr>
              <a:t>Reference the Long Description in the alt text to connect them together. E.g. “[alt]. Long Description follows”</a:t>
            </a:r>
            <a:endParaRPr lang="en-CA" sz="1800">
              <a:solidFill>
                <a:srgbClr val="1E1E1E"/>
              </a:solidFill>
              <a:latin typeface="+mj-lt"/>
              <a:cs typeface="Calibri" panose="020F0502020204030204" pitchFamily="34" charset="0"/>
            </a:endParaRPr>
          </a:p>
          <a:p>
            <a:pPr marL="809625" indent="-457200">
              <a:lnSpc>
                <a:spcPct val="150000"/>
              </a:lnSpc>
              <a:buFont typeface="+mj-lt"/>
              <a:buAutoNum type="arabicPeriod"/>
            </a:pPr>
            <a:r>
              <a:rPr lang="en-CA">
                <a:solidFill>
                  <a:srgbClr val="1E1E1E"/>
                </a:solidFill>
                <a:latin typeface="+mj-lt"/>
                <a:cs typeface="Calibri" panose="020F0502020204030204" pitchFamily="34" charset="0"/>
              </a:rPr>
              <a:t>Use a hyperlink for long descriptions located, in another document, or on an external web page</a:t>
            </a:r>
          </a:p>
          <a:p>
            <a:pPr marL="809625" indent="-457200">
              <a:lnSpc>
                <a:spcPct val="150000"/>
              </a:lnSpc>
              <a:buFont typeface="+mj-lt"/>
              <a:buAutoNum type="arabicPeriod"/>
            </a:pPr>
            <a:r>
              <a:rPr lang="en-CA" sz="1800">
                <a:latin typeface="+mj-lt"/>
                <a:cs typeface="Calibri" panose="020F0502020204030204" pitchFamily="34" charset="0"/>
              </a:rPr>
              <a:t>Reference the visual content in the Long Description Title. E.g. Long description of [content]</a:t>
            </a:r>
            <a:r>
              <a:rPr lang="en-CA">
                <a:latin typeface="+mj-lt"/>
                <a:cs typeface="Calibri" panose="020F0502020204030204" pitchFamily="34" charset="0"/>
              </a:rPr>
              <a:t>”</a:t>
            </a:r>
          </a:p>
          <a:p>
            <a:pPr marL="809625" indent="-457200">
              <a:lnSpc>
                <a:spcPct val="150000"/>
              </a:lnSpc>
              <a:buFont typeface="+mj-lt"/>
              <a:buAutoNum type="arabicPeriod"/>
            </a:pPr>
            <a:r>
              <a:rPr lang="en-CA" sz="1800">
                <a:solidFill>
                  <a:srgbClr val="1E1E1E"/>
                </a:solidFill>
                <a:latin typeface="+mj-lt"/>
                <a:cs typeface="Calibri" panose="020F0502020204030204" pitchFamily="34" charset="0"/>
              </a:rPr>
              <a:t>Write a meaningful and descriptive text alternative that contains the same information as the visual content</a:t>
            </a:r>
          </a:p>
        </p:txBody>
      </p:sp>
      <p:sp>
        <p:nvSpPr>
          <p:cNvPr id="9" name="Slide Number Placeholder">
            <a:extLst>
              <a:ext uri="{FF2B5EF4-FFF2-40B4-BE49-F238E27FC236}">
                <a16:creationId xmlns:a16="http://schemas.microsoft.com/office/drawing/2014/main" id="{E165FFA5-3659-7FB7-6D1C-1D6345D57786}"/>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605710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07C07-0F16-5498-7ADC-EACB4F556CC5}"/>
              </a:ext>
            </a:extLst>
          </p:cNvPr>
          <p:cNvSpPr>
            <a:spLocks noGrp="1"/>
          </p:cNvSpPr>
          <p:nvPr>
            <p:ph type="title"/>
          </p:nvPr>
        </p:nvSpPr>
        <p:spPr>
          <a:xfrm>
            <a:off x="609600" y="188014"/>
            <a:ext cx="10972800" cy="1143000"/>
          </a:xfrm>
        </p:spPr>
        <p:txBody>
          <a:bodyPr>
            <a:noAutofit/>
          </a:bodyPr>
          <a:lstStyle/>
          <a:p>
            <a:r>
              <a:rPr lang="en-CA" sz="3000">
                <a:solidFill>
                  <a:schemeClr val="tx1"/>
                </a:solidFill>
                <a:latin typeface="+mj-lt"/>
                <a:cs typeface="Calibri" panose="020F0502020204030204" pitchFamily="34" charset="0"/>
              </a:rPr>
              <a:t>Alternative Text for </a:t>
            </a:r>
            <a:r>
              <a:rPr lang="en-CA" sz="3000">
                <a:latin typeface="+mj-lt"/>
                <a:cs typeface="Calibri" panose="020F0502020204030204" pitchFamily="34" charset="0"/>
              </a:rPr>
              <a:t>F</a:t>
            </a:r>
            <a:r>
              <a:rPr lang="en-CA" sz="3000">
                <a:solidFill>
                  <a:schemeClr val="tx1"/>
                </a:solidFill>
                <a:latin typeface="+mj-lt"/>
                <a:cs typeface="Calibri" panose="020F0502020204030204" pitchFamily="34" charset="0"/>
              </a:rPr>
              <a:t>ederal Identity Program – 1 of 2  </a:t>
            </a:r>
            <a:endParaRPr lang="fr-CA" sz="3000">
              <a:latin typeface="+mj-lt"/>
            </a:endParaRPr>
          </a:p>
        </p:txBody>
      </p:sp>
      <p:sp>
        <p:nvSpPr>
          <p:cNvPr id="3" name="Content Placeholder">
            <a:extLst>
              <a:ext uri="{FF2B5EF4-FFF2-40B4-BE49-F238E27FC236}">
                <a16:creationId xmlns:a16="http://schemas.microsoft.com/office/drawing/2014/main" id="{82F04BC8-A221-E624-3086-B4675797811F}"/>
              </a:ext>
            </a:extLst>
          </p:cNvPr>
          <p:cNvSpPr>
            <a:spLocks noGrp="1"/>
          </p:cNvSpPr>
          <p:nvPr>
            <p:ph type="body" sz="quarter" idx="13"/>
          </p:nvPr>
        </p:nvSpPr>
        <p:spPr>
          <a:xfrm>
            <a:off x="609598" y="1738300"/>
            <a:ext cx="10972799" cy="906993"/>
          </a:xfrm>
          <a:noFill/>
          <a:ln w="22225">
            <a:noFill/>
          </a:ln>
        </p:spPr>
        <p:txBody>
          <a:bodyPr/>
          <a:lstStyle/>
          <a:p>
            <a:pPr marL="0" marR="0" lvl="0" indent="0" algn="l" defTabSz="609585" rtl="0" eaLnBrk="1" fontAlgn="auto" latinLnBrk="0" hangingPunct="1">
              <a:lnSpc>
                <a:spcPct val="150000"/>
              </a:lnSpc>
              <a:spcBef>
                <a:spcPct val="20000"/>
              </a:spcBef>
              <a:spcAft>
                <a:spcPts val="0"/>
              </a:spcAft>
              <a:buClrTx/>
              <a:buSzTx/>
              <a:buFont typeface="Arial"/>
              <a:buNone/>
              <a:tabLst/>
              <a:defRPr/>
            </a:pPr>
            <a:r>
              <a:rPr kumimoji="0" lang="en-CA" b="0" i="0" u="none" strike="noStrike" kern="1200" cap="none" spc="0" normalizeH="0" baseline="0" noProof="0">
                <a:ln>
                  <a:noFill/>
                </a:ln>
                <a:solidFill>
                  <a:srgbClr val="000000"/>
                </a:solidFill>
                <a:effectLst/>
                <a:uLnTx/>
                <a:uFillTx/>
                <a:latin typeface="+mj-lt"/>
                <a:ea typeface="Verdana" panose="020B0604030504040204" pitchFamily="34" charset="0"/>
                <a:cs typeface="Calibri" panose="020F0502020204030204" pitchFamily="34" charset="0"/>
              </a:rPr>
              <a:t>The ESDC banner and the Canada Wordmark are images. Always add alternative text to images representing the department and the federal government. </a:t>
            </a:r>
          </a:p>
        </p:txBody>
      </p:sp>
      <p:pic>
        <p:nvPicPr>
          <p:cNvPr id="11" name="Picture 1" descr="Employment and Social Development Canada's bilingual banner.">
            <a:extLst>
              <a:ext uri="{FF2B5EF4-FFF2-40B4-BE49-F238E27FC236}">
                <a16:creationId xmlns:a16="http://schemas.microsoft.com/office/drawing/2014/main" id="{B34297A2-453E-0916-DB1C-3ED569E4F522}"/>
              </a:ext>
            </a:extLst>
          </p:cNvPr>
          <p:cNvPicPr>
            <a:picLocks noChangeAspect="1" noChangeArrowheads="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609598" y="3202282"/>
            <a:ext cx="6214742" cy="449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descr="Word “Canada” with small flag">
            <a:extLst>
              <a:ext uri="{FF2B5EF4-FFF2-40B4-BE49-F238E27FC236}">
                <a16:creationId xmlns:a16="http://schemas.microsoft.com/office/drawing/2014/main" id="{D76AD368-A37C-ADEF-6E98-C08F27445F93}"/>
              </a:ext>
              <a:ext uri="{C183D7F6-B498-43B3-948B-1728B52AA6E4}">
                <adec:decorative xmlns:adec="http://schemas.microsoft.com/office/drawing/2017/decorative" val="0"/>
              </a:ext>
            </a:extLst>
          </p:cNvPr>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7960360" y="3209542"/>
            <a:ext cx="1780312" cy="445078"/>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a:extLst>
              <a:ext uri="{FF2B5EF4-FFF2-40B4-BE49-F238E27FC236}">
                <a16:creationId xmlns:a16="http://schemas.microsoft.com/office/drawing/2014/main" id="{0C185483-378C-9F21-5182-A22A14D12612}"/>
              </a:ext>
            </a:extLst>
          </p:cNvPr>
          <p:cNvSpPr>
            <a:spLocks noGrp="1"/>
          </p:cNvSpPr>
          <p:nvPr>
            <p:ph type="body" sz="quarter" idx="15"/>
          </p:nvPr>
        </p:nvSpPr>
        <p:spPr>
          <a:xfrm>
            <a:off x="609600" y="4321743"/>
            <a:ext cx="10972800" cy="1764731"/>
          </a:xfrm>
          <a:noFill/>
          <a:ln w="22225">
            <a:noFill/>
          </a:ln>
        </p:spPr>
        <p:txBody>
          <a:bodyPr/>
          <a:lstStyle/>
          <a:p>
            <a:pPr marL="0" marR="0" lvl="0" indent="0" algn="l" defTabSz="609585" rtl="0" eaLnBrk="1" fontAlgn="auto" latinLnBrk="0" hangingPunct="1">
              <a:lnSpc>
                <a:spcPct val="150000"/>
              </a:lnSpc>
              <a:spcBef>
                <a:spcPct val="20000"/>
              </a:spcBef>
              <a:spcAft>
                <a:spcPts val="0"/>
              </a:spcAft>
              <a:buClrTx/>
              <a:buSzTx/>
              <a:buFont typeface="Arial"/>
              <a:buNone/>
              <a:tabLst/>
              <a:defRPr/>
            </a:pPr>
            <a:r>
              <a:rPr kumimoji="0" lang="en-CA" b="1" i="0" u="none" strike="noStrike" kern="1200" cap="none" spc="0" normalizeH="0" baseline="0" noProof="0">
                <a:ln>
                  <a:noFill/>
                </a:ln>
                <a:solidFill>
                  <a:srgbClr val="C00000"/>
                </a:solidFill>
                <a:effectLst/>
                <a:uLnTx/>
                <a:uFillTx/>
                <a:latin typeface="+mj-lt"/>
                <a:cs typeface="Calibri" panose="020F0502020204030204" pitchFamily="34" charset="0"/>
              </a:rPr>
              <a:t>Important</a:t>
            </a:r>
            <a:r>
              <a:rPr lang="en-CA" b="1">
                <a:solidFill>
                  <a:srgbClr val="C00000"/>
                </a:solidFill>
                <a:latin typeface="+mj-lt"/>
                <a:cs typeface="Calibri" panose="020F0502020204030204" pitchFamily="34" charset="0"/>
              </a:rPr>
              <a:t>!</a:t>
            </a:r>
            <a:r>
              <a:rPr kumimoji="0" lang="en-CA" b="0" i="0" u="none" strike="noStrike" kern="1200" cap="none" spc="0" normalizeH="0" baseline="0" noProof="0">
                <a:ln>
                  <a:noFill/>
                </a:ln>
                <a:solidFill>
                  <a:srgbClr val="C00000"/>
                </a:solidFill>
                <a:effectLst/>
                <a:uLnTx/>
                <a:uFillTx/>
                <a:latin typeface="+mj-lt"/>
                <a:cs typeface="Calibri" panose="020F0502020204030204" pitchFamily="34" charset="0"/>
              </a:rPr>
              <a:t> </a:t>
            </a:r>
            <a:r>
              <a:rPr kumimoji="0" lang="en-CA" b="0" i="0" u="none" strike="noStrike" kern="1200" cap="none" spc="0" normalizeH="0" baseline="0" noProof="0">
                <a:ln>
                  <a:noFill/>
                </a:ln>
                <a:solidFill>
                  <a:srgbClr val="000000"/>
                </a:solidFill>
                <a:effectLst/>
                <a:uLnTx/>
                <a:uFillTx/>
                <a:latin typeface="+mj-lt"/>
                <a:cs typeface="Calibri" panose="020F0502020204030204" pitchFamily="34" charset="0"/>
              </a:rPr>
              <a:t>For the </a:t>
            </a:r>
            <a:r>
              <a:rPr lang="en-CA">
                <a:solidFill>
                  <a:srgbClr val="000000"/>
                </a:solidFill>
                <a:latin typeface="+mj-lt"/>
                <a:cs typeface="Calibri" panose="020F0502020204030204" pitchFamily="34" charset="0"/>
              </a:rPr>
              <a:t>logos and wordmarks, it is recommended to ensure t</a:t>
            </a:r>
            <a:r>
              <a:rPr kumimoji="0" lang="en-CA" b="0" i="0" u="none" strike="noStrike" kern="1200" cap="none" spc="0" normalizeH="0" baseline="0" noProof="0">
                <a:ln>
                  <a:noFill/>
                </a:ln>
                <a:solidFill>
                  <a:srgbClr val="000000"/>
                </a:solidFill>
                <a:effectLst/>
                <a:uLnTx/>
                <a:uFillTx/>
                <a:latin typeface="+mj-lt"/>
                <a:cs typeface="Calibri" panose="020F0502020204030204" pitchFamily="34" charset="0"/>
              </a:rPr>
              <a:t>he images display</a:t>
            </a:r>
            <a:r>
              <a:rPr kumimoji="0" lang="en-CA" b="0" i="0" u="none" strike="noStrike" kern="1200" cap="none" spc="0" normalizeH="0" noProof="0">
                <a:ln>
                  <a:noFill/>
                </a:ln>
                <a:solidFill>
                  <a:srgbClr val="000000"/>
                </a:solidFill>
                <a:effectLst/>
                <a:uLnTx/>
                <a:uFillTx/>
                <a:latin typeface="+mj-lt"/>
                <a:cs typeface="Calibri" panose="020F0502020204030204" pitchFamily="34" charset="0"/>
              </a:rPr>
              <a:t> at a size that is </a:t>
            </a:r>
            <a:r>
              <a:rPr lang="en-CA">
                <a:solidFill>
                  <a:srgbClr val="000000"/>
                </a:solidFill>
                <a:latin typeface="+mj-lt"/>
                <a:cs typeface="Calibri" panose="020F0502020204030204" pitchFamily="34" charset="0"/>
              </a:rPr>
              <a:t>visually equivalent to 12 points font</a:t>
            </a:r>
            <a:r>
              <a:rPr kumimoji="0" lang="en-CA" b="0" i="0" u="none" strike="noStrike" kern="1200" cap="none" spc="0" normalizeH="0" baseline="0" noProof="0">
                <a:ln>
                  <a:noFill/>
                </a:ln>
                <a:solidFill>
                  <a:srgbClr val="000000"/>
                </a:solidFill>
                <a:effectLst/>
                <a:uLnTx/>
                <a:uFillTx/>
                <a:latin typeface="+mj-lt"/>
                <a:cs typeface="Calibri" panose="020F0502020204030204" pitchFamily="34" charset="0"/>
              </a:rPr>
              <a:t>. Visit the </a:t>
            </a:r>
            <a:r>
              <a:rPr kumimoji="0" lang="en-CA" b="0" i="0" u="none" strike="noStrike" kern="1200" cap="none" spc="0" normalizeH="0" baseline="0" noProof="0">
                <a:ln>
                  <a:noFill/>
                </a:ln>
                <a:solidFill>
                  <a:srgbClr val="000000"/>
                </a:solidFill>
                <a:effectLst/>
                <a:uLnTx/>
                <a:uFillTx/>
                <a:latin typeface="+mj-lt"/>
                <a:hlinkClick r:id="rId7"/>
              </a:rPr>
              <a:t>Departmental signatures for Federal Identity Program</a:t>
            </a:r>
            <a:r>
              <a:rPr kumimoji="0" lang="en-CA" b="0" i="0" u="none" strike="noStrike" kern="1200" cap="none" spc="0" normalizeH="0" baseline="0" noProof="0">
                <a:ln>
                  <a:noFill/>
                </a:ln>
                <a:solidFill>
                  <a:srgbClr val="000000"/>
                </a:solidFill>
                <a:effectLst/>
                <a:uLnTx/>
                <a:uFillTx/>
                <a:latin typeface="+mj-lt"/>
              </a:rPr>
              <a:t> as well as the </a:t>
            </a:r>
            <a:r>
              <a:rPr lang="en-CA">
                <a:latin typeface="+mj-lt"/>
                <a:hlinkClick r:id="rId8"/>
              </a:rPr>
              <a:t>Official symbols: Design Standard for the Federal Identity Program - Canada.ca</a:t>
            </a:r>
            <a:r>
              <a:rPr lang="en-CA">
                <a:latin typeface="+mj-lt"/>
              </a:rPr>
              <a:t> </a:t>
            </a:r>
            <a:r>
              <a:rPr kumimoji="0" lang="en-CA" b="0" i="0" u="none" strike="noStrike" kern="1200" cap="none" spc="0" normalizeH="0" baseline="0" noProof="0">
                <a:ln>
                  <a:noFill/>
                </a:ln>
                <a:solidFill>
                  <a:srgbClr val="000000"/>
                </a:solidFill>
                <a:effectLst/>
                <a:uLnTx/>
                <a:uFillTx/>
                <a:latin typeface="+mj-lt"/>
              </a:rPr>
              <a:t>for more information.</a:t>
            </a:r>
            <a:endParaRPr kumimoji="0" lang="en-CA" b="0" i="0" u="none" strike="noStrike" kern="1200" cap="none" spc="0" normalizeH="0" baseline="0" noProof="0">
              <a:ln>
                <a:noFill/>
              </a:ln>
              <a:solidFill>
                <a:srgbClr val="000000"/>
              </a:solidFill>
              <a:effectLst/>
              <a:uLnTx/>
              <a:uFillTx/>
              <a:latin typeface="+mj-lt"/>
              <a:cs typeface="Calibri" panose="020F0502020204030204" pitchFamily="34" charset="0"/>
            </a:endParaRPr>
          </a:p>
        </p:txBody>
      </p:sp>
      <p:sp>
        <p:nvSpPr>
          <p:cNvPr id="9" name="Slide Number Placeholder">
            <a:extLst>
              <a:ext uri="{FF2B5EF4-FFF2-40B4-BE49-F238E27FC236}">
                <a16:creationId xmlns:a16="http://schemas.microsoft.com/office/drawing/2014/main" id="{9B1B075B-0862-9C3C-3363-598B241B4FC2}"/>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CA"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CA"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271200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07F5F-B71F-ED85-42F3-96780F185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5E5B8-D5C3-6140-E260-412538E41F65}"/>
              </a:ext>
            </a:extLst>
          </p:cNvPr>
          <p:cNvSpPr>
            <a:spLocks noGrp="1"/>
          </p:cNvSpPr>
          <p:nvPr>
            <p:ph type="title"/>
          </p:nvPr>
        </p:nvSpPr>
        <p:spPr>
          <a:xfrm>
            <a:off x="609600" y="197639"/>
            <a:ext cx="10972800" cy="1124643"/>
          </a:xfrm>
        </p:spPr>
        <p:txBody>
          <a:bodyPr>
            <a:normAutofit/>
          </a:bodyPr>
          <a:lstStyle/>
          <a:p>
            <a:r>
              <a:rPr lang="en-CA" sz="3000">
                <a:solidFill>
                  <a:schemeClr val="tx1"/>
                </a:solidFill>
                <a:latin typeface="+mj-lt"/>
                <a:cs typeface="Calibri" panose="020F0502020204030204" pitchFamily="34" charset="0"/>
              </a:rPr>
              <a:t>Alternative Text for </a:t>
            </a:r>
            <a:r>
              <a:rPr lang="en-CA" sz="3000">
                <a:latin typeface="+mj-lt"/>
                <a:cs typeface="Calibri" panose="020F0502020204030204" pitchFamily="34" charset="0"/>
              </a:rPr>
              <a:t>F</a:t>
            </a:r>
            <a:r>
              <a:rPr lang="en-CA" sz="3000">
                <a:solidFill>
                  <a:schemeClr val="tx1"/>
                </a:solidFill>
                <a:latin typeface="+mj-lt"/>
                <a:cs typeface="Calibri" panose="020F0502020204030204" pitchFamily="34" charset="0"/>
              </a:rPr>
              <a:t>ederal Identity Program – 2 of 2  </a:t>
            </a:r>
            <a:endParaRPr lang="fr-CA" sz="3000">
              <a:latin typeface="+mj-lt"/>
            </a:endParaRPr>
          </a:p>
        </p:txBody>
      </p:sp>
      <p:sp>
        <p:nvSpPr>
          <p:cNvPr id="3" name="Content Placeholder">
            <a:extLst>
              <a:ext uri="{FF2B5EF4-FFF2-40B4-BE49-F238E27FC236}">
                <a16:creationId xmlns:a16="http://schemas.microsoft.com/office/drawing/2014/main" id="{14F7C0D3-A546-915B-9D6B-6D66F9F014A2}"/>
              </a:ext>
            </a:extLst>
          </p:cNvPr>
          <p:cNvSpPr>
            <a:spLocks noGrp="1"/>
          </p:cNvSpPr>
          <p:nvPr>
            <p:ph type="body" sz="quarter" idx="13"/>
          </p:nvPr>
        </p:nvSpPr>
        <p:spPr>
          <a:xfrm>
            <a:off x="609601" y="1669467"/>
            <a:ext cx="10972799" cy="2197683"/>
          </a:xfrm>
          <a:noFill/>
          <a:ln w="22225">
            <a:noFill/>
          </a:ln>
        </p:spPr>
        <p:txBody>
          <a:bodyPr vert="horz" lIns="91440" tIns="45720" rIns="91440" bIns="45720" rtlCol="0" anchor="t">
            <a:noAutofit/>
          </a:bodyPr>
          <a:lstStyle/>
          <a:p>
            <a:pPr>
              <a:defRPr/>
            </a:pPr>
            <a:r>
              <a:rPr lang="en-CA" b="1">
                <a:solidFill>
                  <a:srgbClr val="000000"/>
                </a:solidFill>
                <a:latin typeface="+mj-lt"/>
                <a:ea typeface="Verdana"/>
                <a:cs typeface="Calibri"/>
              </a:rPr>
              <a:t>Approved Alt text for</a:t>
            </a:r>
            <a:r>
              <a:rPr kumimoji="0" lang="en-CA" b="1" i="0" u="none" strike="noStrike" kern="1200" cap="none" spc="0" normalizeH="0" baseline="0" noProof="0">
                <a:ln>
                  <a:noFill/>
                </a:ln>
                <a:solidFill>
                  <a:srgbClr val="000000"/>
                </a:solidFill>
                <a:effectLst/>
                <a:uLnTx/>
                <a:uFillTx/>
                <a:latin typeface="+mj-lt"/>
                <a:ea typeface="Verdana"/>
                <a:cs typeface="Calibri"/>
              </a:rPr>
              <a:t> the Employment and Social Development Canada signature:</a:t>
            </a:r>
          </a:p>
          <a:p>
            <a:pPr marL="264795" marR="0" lvl="0" indent="-264795" algn="l" defTabSz="609585" rtl="0" eaLnBrk="1" fontAlgn="auto" latinLnBrk="0" hangingPunct="1">
              <a:lnSpc>
                <a:spcPct val="150000"/>
              </a:lnSpc>
              <a:spcBef>
                <a:spcPct val="20000"/>
              </a:spcBef>
              <a:spcAft>
                <a:spcPts val="0"/>
              </a:spcAft>
              <a:buClrTx/>
              <a:buSzTx/>
              <a:buFont typeface="Arial"/>
              <a:buNone/>
              <a:tabLst/>
              <a:defRPr/>
            </a:pPr>
            <a:r>
              <a:rPr kumimoji="0" lang="en-CA" b="0" i="0" u="none" strike="noStrike" kern="1200" cap="none" spc="0" normalizeH="0" baseline="0" noProof="0">
                <a:ln>
                  <a:noFill/>
                </a:ln>
                <a:solidFill>
                  <a:srgbClr val="000000"/>
                </a:solidFill>
                <a:effectLst/>
                <a:uLnTx/>
                <a:uFillTx/>
                <a:latin typeface="+mj-lt"/>
                <a:ea typeface="Verdana"/>
                <a:cs typeface="Calibri"/>
              </a:rPr>
              <a:t>•	In English: “Employment and Social Development Canada's bilingual banner and word “Canada with small flag”</a:t>
            </a:r>
            <a:endParaRPr lang="en-CA" b="0" i="0" u="none" strike="noStrike" kern="1200" cap="none" spc="0" normalizeH="0" baseline="0" noProof="0">
              <a:ln>
                <a:noFill/>
              </a:ln>
              <a:solidFill>
                <a:srgbClr val="000000"/>
              </a:solidFill>
              <a:effectLst/>
              <a:uLnTx/>
              <a:uFillTx/>
              <a:latin typeface="+mj-lt"/>
              <a:ea typeface="Verdana"/>
              <a:cs typeface="Calibri"/>
            </a:endParaRPr>
          </a:p>
          <a:p>
            <a:pPr marL="264795" marR="0" lvl="0" indent="-264795" algn="l" defTabSz="609585" rtl="0" eaLnBrk="1" fontAlgn="auto" latinLnBrk="0" hangingPunct="1">
              <a:lnSpc>
                <a:spcPct val="150000"/>
              </a:lnSpc>
              <a:spcBef>
                <a:spcPct val="20000"/>
              </a:spcBef>
              <a:spcAft>
                <a:spcPts val="0"/>
              </a:spcAft>
              <a:buClrTx/>
              <a:buSzTx/>
              <a:buFont typeface="Arial"/>
              <a:buNone/>
              <a:tabLst/>
              <a:defRPr/>
            </a:pPr>
            <a:r>
              <a:rPr kumimoji="0" lang="en-CA" b="0" i="0" u="none" strike="noStrike" kern="1200" cap="none" spc="0" normalizeH="0" baseline="0" noProof="0">
                <a:ln>
                  <a:noFill/>
                </a:ln>
                <a:solidFill>
                  <a:srgbClr val="000000"/>
                </a:solidFill>
                <a:effectLst/>
                <a:uLnTx/>
                <a:uFillTx/>
                <a:latin typeface="+mj-lt"/>
                <a:ea typeface="Verdana"/>
                <a:cs typeface="Calibri"/>
              </a:rPr>
              <a:t>•	In French: “</a:t>
            </a:r>
            <a:r>
              <a:rPr kumimoji="0" lang="fr-CA" b="0" i="0" u="none" strike="noStrike" kern="1200" cap="none" spc="0" normalizeH="0" baseline="0">
                <a:ln>
                  <a:noFill/>
                </a:ln>
                <a:solidFill>
                  <a:srgbClr val="000000"/>
                </a:solidFill>
                <a:effectLst/>
                <a:uLnTx/>
                <a:uFillTx/>
                <a:latin typeface="+mj-lt"/>
                <a:ea typeface="Verdana"/>
                <a:cs typeface="Calibri"/>
              </a:rPr>
              <a:t>Bannière bilingue d’Emploi et développent social Canada avec le mot Canada et un petit drapeau</a:t>
            </a:r>
            <a:r>
              <a:rPr kumimoji="0" lang="en-CA" b="0" i="0" u="none" strike="noStrike" kern="1200" cap="none" spc="0" normalizeH="0" baseline="0" noProof="0">
                <a:ln>
                  <a:noFill/>
                </a:ln>
                <a:solidFill>
                  <a:srgbClr val="000000"/>
                </a:solidFill>
                <a:effectLst/>
                <a:uLnTx/>
                <a:uFillTx/>
                <a:latin typeface="+mj-lt"/>
                <a:ea typeface="Verdana"/>
                <a:cs typeface="Calibri"/>
              </a:rPr>
              <a:t>”</a:t>
            </a:r>
            <a:endParaRPr lang="en-CA" b="0" i="0" u="none" strike="noStrike" kern="1200" cap="none" spc="0" normalizeH="0" baseline="0" noProof="0">
              <a:ln>
                <a:noFill/>
              </a:ln>
              <a:solidFill>
                <a:srgbClr val="000000"/>
              </a:solidFill>
              <a:effectLst/>
              <a:uLnTx/>
              <a:uFillTx/>
              <a:latin typeface="+mj-lt"/>
              <a:ea typeface="Verdana"/>
              <a:cs typeface="Calibri"/>
            </a:endParaRPr>
          </a:p>
          <a:p>
            <a:pPr marL="0" marR="0" lvl="0" indent="0" algn="l" defTabSz="609585" rtl="0" eaLnBrk="1" fontAlgn="auto" latinLnBrk="0" hangingPunct="1">
              <a:lnSpc>
                <a:spcPct val="150000"/>
              </a:lnSpc>
              <a:spcBef>
                <a:spcPct val="20000"/>
              </a:spcBef>
              <a:spcAft>
                <a:spcPts val="0"/>
              </a:spcAft>
              <a:buClrTx/>
              <a:buSzTx/>
              <a:buFont typeface="Arial"/>
              <a:buNone/>
              <a:tabLst/>
              <a:defRPr/>
            </a:pPr>
            <a:endParaRPr kumimoji="0" lang="en-CA" b="0" i="0" u="none" strike="noStrike" kern="1200" cap="none" spc="0" normalizeH="0" baseline="0" noProof="0">
              <a:ln>
                <a:noFill/>
              </a:ln>
              <a:solidFill>
                <a:srgbClr val="000000"/>
              </a:solidFill>
              <a:effectLst/>
              <a:uLnTx/>
              <a:uFillTx/>
              <a:latin typeface="+mj-lt"/>
              <a:ea typeface="Verdana" panose="020B0604030504040204" pitchFamily="34" charset="0"/>
              <a:cs typeface="Calibri" panose="020F0502020204030204" pitchFamily="34" charset="0"/>
            </a:endParaRPr>
          </a:p>
        </p:txBody>
      </p:sp>
      <p:pic>
        <p:nvPicPr>
          <p:cNvPr id="11" name="Picture 1" descr="Employment and Social Development Canada's bilingual banner.">
            <a:extLst>
              <a:ext uri="{FF2B5EF4-FFF2-40B4-BE49-F238E27FC236}">
                <a16:creationId xmlns:a16="http://schemas.microsoft.com/office/drawing/2014/main" id="{20AE3800-C2C7-9795-ACA3-A5055DD1C153}"/>
              </a:ext>
            </a:extLst>
          </p:cNvPr>
          <p:cNvPicPr>
            <a:picLocks noChangeAspect="1" noChangeArrowheads="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709613" y="4274211"/>
            <a:ext cx="6562725" cy="47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descr="Word “Canada” with small flag">
            <a:extLst>
              <a:ext uri="{FF2B5EF4-FFF2-40B4-BE49-F238E27FC236}">
                <a16:creationId xmlns:a16="http://schemas.microsoft.com/office/drawing/2014/main" id="{37E7A6D6-44E1-5501-D470-6FE3FAF12B25}"/>
              </a:ext>
              <a:ext uri="{C183D7F6-B498-43B3-948B-1728B52AA6E4}">
                <adec:decorative xmlns:adec="http://schemas.microsoft.com/office/drawing/2017/decorative" val="0"/>
              </a:ext>
            </a:extLst>
          </p:cNvPr>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8201025" y="4258879"/>
            <a:ext cx="1958975" cy="489744"/>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a:extLst>
              <a:ext uri="{FF2B5EF4-FFF2-40B4-BE49-F238E27FC236}">
                <a16:creationId xmlns:a16="http://schemas.microsoft.com/office/drawing/2014/main" id="{9EC0F9FC-F11B-5B04-FEAE-5BE12E4A4ACA}"/>
              </a:ext>
            </a:extLst>
          </p:cNvPr>
          <p:cNvSpPr>
            <a:spLocks noGrp="1"/>
          </p:cNvSpPr>
          <p:nvPr>
            <p:ph type="body" sz="quarter" idx="15"/>
          </p:nvPr>
        </p:nvSpPr>
        <p:spPr>
          <a:xfrm>
            <a:off x="609600" y="5155685"/>
            <a:ext cx="10972800" cy="930480"/>
          </a:xfrm>
          <a:noFill/>
          <a:ln w="22225">
            <a:noFill/>
          </a:ln>
        </p:spPr>
        <p:txBody>
          <a:bodyPr/>
          <a:lstStyle/>
          <a:p>
            <a:pPr marL="0" marR="0" lvl="0" indent="0" algn="l" defTabSz="609585" rtl="0" eaLnBrk="1" fontAlgn="auto" latinLnBrk="0" hangingPunct="1">
              <a:lnSpc>
                <a:spcPct val="150000"/>
              </a:lnSpc>
              <a:spcBef>
                <a:spcPts val="0"/>
              </a:spcBef>
              <a:spcAft>
                <a:spcPts val="0"/>
              </a:spcAft>
              <a:buClrTx/>
              <a:buSzTx/>
              <a:buFont typeface="Arial"/>
              <a:buNone/>
              <a:tabLst/>
              <a:defRPr/>
            </a:pPr>
            <a:r>
              <a:rPr kumimoji="0" lang="en-CA" b="1" i="0" u="none" strike="noStrike" kern="1200" cap="none" spc="0" normalizeH="0" baseline="0" noProof="0">
                <a:ln>
                  <a:noFill/>
                </a:ln>
                <a:solidFill>
                  <a:srgbClr val="C00000"/>
                </a:solidFill>
                <a:effectLst/>
                <a:uLnTx/>
                <a:uFillTx/>
                <a:latin typeface="+mj-lt"/>
                <a:cs typeface="Calibri" panose="020F0502020204030204" pitchFamily="34" charset="0"/>
              </a:rPr>
              <a:t>Important! </a:t>
            </a:r>
            <a:r>
              <a:rPr kumimoji="0" lang="en-CA" i="0" u="none" strike="noStrike" kern="1200" cap="none" spc="0" normalizeH="0" baseline="0" noProof="0">
                <a:ln>
                  <a:noFill/>
                </a:ln>
                <a:effectLst/>
                <a:uLnTx/>
                <a:uFillTx/>
                <a:latin typeface="+mj-lt"/>
                <a:cs typeface="Calibri" panose="020F0502020204030204" pitchFamily="34" charset="0"/>
              </a:rPr>
              <a:t>Alternative text must be unilingual. Therefore</a:t>
            </a:r>
            <a:r>
              <a:rPr lang="en-CA">
                <a:latin typeface="+mj-lt"/>
                <a:cs typeface="Calibri" panose="020F0502020204030204" pitchFamily="34" charset="0"/>
              </a:rPr>
              <a:t>, t</a:t>
            </a:r>
            <a:r>
              <a:rPr kumimoji="0" lang="en-CA" i="0" u="none" strike="noStrike" kern="1200" cap="none" spc="0" normalizeH="0" baseline="0" noProof="0">
                <a:ln>
                  <a:noFill/>
                </a:ln>
                <a:effectLst/>
                <a:uLnTx/>
                <a:uFillTx/>
                <a:latin typeface="+mj-lt"/>
                <a:cs typeface="Calibri" panose="020F0502020204030204" pitchFamily="34" charset="0"/>
              </a:rPr>
              <a:t>wo images are required to ensure alternative text is accessible: One French image with French alt text, and an English image with English alt text.</a:t>
            </a:r>
          </a:p>
        </p:txBody>
      </p:sp>
      <p:sp>
        <p:nvSpPr>
          <p:cNvPr id="9" name="Slide Number Placeholder">
            <a:extLst>
              <a:ext uri="{FF2B5EF4-FFF2-40B4-BE49-F238E27FC236}">
                <a16:creationId xmlns:a16="http://schemas.microsoft.com/office/drawing/2014/main" id="{3A7C903E-283A-479B-BB53-D6277ACD0769}"/>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CA"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CA"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87296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5803-6A9E-8C56-55D5-9683147DA743}"/>
              </a:ext>
            </a:extLst>
          </p:cNvPr>
          <p:cNvSpPr>
            <a:spLocks noGrp="1"/>
          </p:cNvSpPr>
          <p:nvPr>
            <p:ph type="title"/>
          </p:nvPr>
        </p:nvSpPr>
        <p:spPr>
          <a:xfrm>
            <a:off x="609600" y="312195"/>
            <a:ext cx="10972800" cy="898180"/>
          </a:xfrm>
        </p:spPr>
        <p:txBody>
          <a:bodyPr>
            <a:normAutofit/>
          </a:bodyPr>
          <a:lstStyle/>
          <a:p>
            <a:r>
              <a:rPr lang="en-CA" sz="3000">
                <a:latin typeface="+mj-lt"/>
                <a:cs typeface="Calibri" panose="020F0502020204030204" pitchFamily="34" charset="0"/>
              </a:rPr>
              <a:t>Tables</a:t>
            </a:r>
            <a:endParaRPr lang="fr-CA" sz="3000">
              <a:latin typeface="+mj-lt"/>
            </a:endParaRPr>
          </a:p>
        </p:txBody>
      </p:sp>
      <p:sp>
        <p:nvSpPr>
          <p:cNvPr id="3" name="Content Placeholder">
            <a:extLst>
              <a:ext uri="{FF2B5EF4-FFF2-40B4-BE49-F238E27FC236}">
                <a16:creationId xmlns:a16="http://schemas.microsoft.com/office/drawing/2014/main" id="{D1B9745D-83FA-5E29-7107-28ECC573CB4C}"/>
              </a:ext>
            </a:extLst>
          </p:cNvPr>
          <p:cNvSpPr>
            <a:spLocks noGrp="1"/>
          </p:cNvSpPr>
          <p:nvPr>
            <p:ph type="body" idx="1"/>
          </p:nvPr>
        </p:nvSpPr>
        <p:spPr>
          <a:xfrm>
            <a:off x="609600" y="1258874"/>
            <a:ext cx="5486400" cy="4613892"/>
          </a:xfrm>
        </p:spPr>
        <p:txBody>
          <a:bodyPr/>
          <a:lstStyle/>
          <a:p>
            <a:pPr>
              <a:lnSpc>
                <a:spcPct val="150000"/>
              </a:lnSpc>
              <a:spcBef>
                <a:spcPts val="0"/>
              </a:spcBef>
            </a:pPr>
            <a:r>
              <a:rPr kumimoji="0" lang="en-CA" sz="1800" i="0" u="none" strike="noStrike" kern="1200" cap="none" spc="0" normalizeH="0" baseline="0" noProof="0" dirty="0">
                <a:ln>
                  <a:noFill/>
                </a:ln>
                <a:solidFill>
                  <a:schemeClr val="accent1">
                    <a:lumMod val="50000"/>
                  </a:schemeClr>
                </a:solidFill>
                <a:effectLst/>
                <a:uLnTx/>
                <a:uFillTx/>
                <a:latin typeface="+mj-lt"/>
                <a:ea typeface="+mn-ea"/>
                <a:cs typeface="Calibri"/>
              </a:rPr>
              <a:t>Required</a:t>
            </a:r>
          </a:p>
          <a:p>
            <a:pPr marL="288000" indent="-288000">
              <a:lnSpc>
                <a:spcPct val="150000"/>
              </a:lnSpc>
              <a:spcBef>
                <a:spcPts val="0"/>
              </a:spcBef>
              <a:buFont typeface="Arial" panose="020B0604020202020204" pitchFamily="34" charset="0"/>
              <a:buChar char="•"/>
            </a:pPr>
            <a:r>
              <a:rPr lang="en-CA" sz="1800" b="0" dirty="0">
                <a:latin typeface="+mj-lt"/>
                <a:ea typeface="Calibri" panose="020F0502020204030204" pitchFamily="34" charset="0"/>
                <a:cs typeface="Calibri" panose="020F0502020204030204" pitchFamily="34" charset="0"/>
              </a:rPr>
              <a:t>From the table menu</a:t>
            </a:r>
            <a:r>
              <a:rPr lang="en-CA" sz="1800" b="0">
                <a:solidFill>
                  <a:srgbClr val="000000"/>
                </a:solidFill>
                <a:latin typeface="+mj-lt"/>
                <a:ea typeface="Calibri" panose="020F0502020204030204" pitchFamily="34" charset="0"/>
                <a:cs typeface="Calibri"/>
              </a:rPr>
              <a:t>, select</a:t>
            </a:r>
            <a:r>
              <a:rPr kumimoji="0" lang="en-CA" sz="1800" b="0" i="0" u="none" strike="noStrike" kern="1200" cap="none" spc="0" normalizeH="0" baseline="0" noProof="0">
                <a:ln>
                  <a:noFill/>
                </a:ln>
                <a:solidFill>
                  <a:srgbClr val="000000"/>
                </a:solidFill>
                <a:effectLst/>
                <a:uLnTx/>
                <a:uFillTx/>
                <a:latin typeface="+mj-lt"/>
                <a:cs typeface="Calibri"/>
              </a:rPr>
              <a:t> </a:t>
            </a:r>
            <a:r>
              <a:rPr kumimoji="0" lang="en-CA" sz="1800" b="0" i="0" u="none" strike="noStrike" kern="1200" cap="none" spc="0" normalizeH="0" baseline="0" noProof="0" dirty="0">
                <a:ln>
                  <a:noFill/>
                </a:ln>
                <a:solidFill>
                  <a:srgbClr val="000000"/>
                </a:solidFill>
                <a:effectLst/>
                <a:uLnTx/>
                <a:uFillTx/>
                <a:latin typeface="+mj-lt"/>
                <a:cs typeface="Calibri"/>
              </a:rPr>
              <a:t>the </a:t>
            </a:r>
            <a:r>
              <a:rPr lang="en-CA" sz="1800" b="0" dirty="0">
                <a:latin typeface="+mj-lt"/>
                <a:ea typeface="Calibri" panose="020F0502020204030204" pitchFamily="34" charset="0"/>
                <a:cs typeface="Calibri" panose="020F0502020204030204" pitchFamily="34" charset="0"/>
              </a:rPr>
              <a:t>Header Row checkbox to indicate a header for the data table</a:t>
            </a:r>
          </a:p>
          <a:p>
            <a:pPr>
              <a:lnSpc>
                <a:spcPct val="150000"/>
              </a:lnSpc>
              <a:spcBef>
                <a:spcPts val="0"/>
              </a:spcBef>
            </a:pPr>
            <a:r>
              <a:rPr lang="en-CA" sz="1800" dirty="0">
                <a:solidFill>
                  <a:srgbClr val="C00000"/>
                </a:solidFill>
                <a:latin typeface="+mj-lt"/>
                <a:ea typeface="Calibri" panose="020F0502020204030204" pitchFamily="34" charset="0"/>
                <a:cs typeface="Calibri" panose="020F0502020204030204" pitchFamily="34" charset="0"/>
              </a:rPr>
              <a:t>Avoid</a:t>
            </a:r>
          </a:p>
          <a:p>
            <a:pPr marL="285750" indent="-285750">
              <a:lnSpc>
                <a:spcPct val="150000"/>
              </a:lnSpc>
              <a:spcBef>
                <a:spcPts val="0"/>
              </a:spcBef>
              <a:buFont typeface="Arial" panose="020B0604020202020204" pitchFamily="34" charset="0"/>
              <a:buChar char="•"/>
            </a:pPr>
            <a:r>
              <a:rPr lang="en-CA" sz="1800" b="0" dirty="0">
                <a:latin typeface="+mj-lt"/>
                <a:ea typeface="Calibri" panose="020F0502020204030204" pitchFamily="34" charset="0"/>
                <a:cs typeface="Calibri" panose="020F0502020204030204" pitchFamily="34" charset="0"/>
              </a:rPr>
              <a:t>Merging or splitting cells</a:t>
            </a:r>
          </a:p>
          <a:p>
            <a:pPr marL="285750" indent="-285750">
              <a:lnSpc>
                <a:spcPct val="150000"/>
              </a:lnSpc>
              <a:spcBef>
                <a:spcPts val="0"/>
              </a:spcBef>
              <a:buFont typeface="Arial" panose="020B0604020202020204" pitchFamily="34" charset="0"/>
              <a:buChar char="•"/>
            </a:pPr>
            <a:r>
              <a:rPr lang="en-CA" sz="1800" b="0" dirty="0">
                <a:latin typeface="+mj-lt"/>
                <a:ea typeface="Calibri" panose="020F0502020204030204" pitchFamily="34" charset="0"/>
                <a:cs typeface="Calibri" panose="020F0502020204030204" pitchFamily="34" charset="0"/>
              </a:rPr>
              <a:t>Leaving empty cells. Suggest to write [none] or [empty] as needed</a:t>
            </a:r>
          </a:p>
          <a:p>
            <a:pPr marL="0" indent="0">
              <a:lnSpc>
                <a:spcPct val="150000"/>
              </a:lnSpc>
              <a:spcBef>
                <a:spcPts val="0"/>
              </a:spcBef>
              <a:buNone/>
            </a:pPr>
            <a:r>
              <a:rPr lang="en-CA" sz="1800" b="1" dirty="0">
                <a:solidFill>
                  <a:schemeClr val="accent1">
                    <a:lumMod val="50000"/>
                  </a:schemeClr>
                </a:solidFill>
                <a:latin typeface="+mj-lt"/>
                <a:ea typeface="Calibri" panose="020F0502020204030204" pitchFamily="34" charset="0"/>
                <a:cs typeface="Calibri" panose="020F0502020204030204" pitchFamily="34" charset="0"/>
              </a:rPr>
              <a:t>Recommend!</a:t>
            </a:r>
          </a:p>
          <a:p>
            <a:pPr marL="456565" indent="-456565">
              <a:lnSpc>
                <a:spcPct val="150000"/>
              </a:lnSpc>
              <a:spcBef>
                <a:spcPts val="0"/>
              </a:spcBef>
              <a:buFont typeface="Arial" panose="020B0604020202020204" pitchFamily="34" charset="0"/>
              <a:buChar char="•"/>
            </a:pPr>
            <a:r>
              <a:rPr lang="en-CA" sz="1800" b="0" dirty="0">
                <a:latin typeface="+mj-lt"/>
                <a:ea typeface="Calibri" panose="020F0502020204030204" pitchFamily="34" charset="0"/>
                <a:cs typeface="Calibri" panose="020F0502020204030204" pitchFamily="34" charset="0"/>
              </a:rPr>
              <a:t>Using built-in table styles with good contrast</a:t>
            </a:r>
          </a:p>
          <a:p>
            <a:pPr marL="456565" indent="-456565">
              <a:lnSpc>
                <a:spcPct val="150000"/>
              </a:lnSpc>
              <a:spcBef>
                <a:spcPts val="0"/>
              </a:spcBef>
              <a:buFont typeface="Arial" panose="020B0604020202020204" pitchFamily="34" charset="0"/>
              <a:buChar char="•"/>
            </a:pPr>
            <a:r>
              <a:rPr lang="en-CA" sz="1800" b="0" dirty="0">
                <a:latin typeface="+mj-lt"/>
                <a:ea typeface="Calibri" panose="020F0502020204030204" pitchFamily="34" charset="0"/>
                <a:cs typeface="Calibri" panose="020F0502020204030204" pitchFamily="34" charset="0"/>
              </a:rPr>
              <a:t>Using an ordered/unordered list when data is simple</a:t>
            </a:r>
          </a:p>
        </p:txBody>
      </p:sp>
      <p:sp>
        <p:nvSpPr>
          <p:cNvPr id="4" name="Content Placeholder">
            <a:extLst>
              <a:ext uri="{FF2B5EF4-FFF2-40B4-BE49-F238E27FC236}">
                <a16:creationId xmlns:a16="http://schemas.microsoft.com/office/drawing/2014/main" id="{06949E93-CFB3-1C8C-F9FC-F66AA83FCFFA}"/>
              </a:ext>
            </a:extLst>
          </p:cNvPr>
          <p:cNvSpPr>
            <a:spLocks noGrp="1"/>
          </p:cNvSpPr>
          <p:nvPr>
            <p:ph type="body" sz="quarter" idx="3"/>
          </p:nvPr>
        </p:nvSpPr>
        <p:spPr>
          <a:ln>
            <a:noFill/>
          </a:ln>
        </p:spPr>
        <p:txBody>
          <a:bodyPr/>
          <a:lstStyle/>
          <a:p>
            <a:pPr marL="0" indent="0">
              <a:lnSpc>
                <a:spcPct val="150000"/>
              </a:lnSpc>
              <a:buNone/>
            </a:pPr>
            <a:r>
              <a:rPr lang="en-CA" sz="1800" b="1">
                <a:latin typeface="+mj-lt"/>
                <a:ea typeface="Calibri" panose="020F0502020204030204" pitchFamily="34" charset="0"/>
                <a:cs typeface="Calibri" panose="020F0502020204030204" pitchFamily="34" charset="0"/>
              </a:rPr>
              <a:t>Example of an accessible table:</a:t>
            </a:r>
          </a:p>
        </p:txBody>
      </p:sp>
      <p:graphicFrame>
        <p:nvGraphicFramePr>
          <p:cNvPr id="6" name="Table 8" descr="An accessible table showing an employee Return to office schedule. &#10;">
            <a:extLst>
              <a:ext uri="{FF2B5EF4-FFF2-40B4-BE49-F238E27FC236}">
                <a16:creationId xmlns:a16="http://schemas.microsoft.com/office/drawing/2014/main" id="{9973AF6D-0D7C-675B-D2C6-83F34F52C546}"/>
              </a:ext>
            </a:extLst>
          </p:cNvPr>
          <p:cNvGraphicFramePr>
            <a:graphicFrameLocks noGrp="1"/>
          </p:cNvGraphicFramePr>
          <p:nvPr/>
        </p:nvGraphicFramePr>
        <p:xfrm>
          <a:off x="6283091" y="2060961"/>
          <a:ext cx="5299309" cy="3358902"/>
        </p:xfrm>
        <a:graphic>
          <a:graphicData uri="http://schemas.openxmlformats.org/drawingml/2006/table">
            <a:tbl>
              <a:tblPr firstRow="1" bandRow="1">
                <a:tableStyleId>{793D81CF-94F2-401A-BA57-92F5A7B2D0C5}</a:tableStyleId>
              </a:tblPr>
              <a:tblGrid>
                <a:gridCol w="1933167">
                  <a:extLst>
                    <a:ext uri="{9D8B030D-6E8A-4147-A177-3AD203B41FA5}">
                      <a16:colId xmlns:a16="http://schemas.microsoft.com/office/drawing/2014/main" val="1172501364"/>
                    </a:ext>
                  </a:extLst>
                </a:gridCol>
                <a:gridCol w="1543800">
                  <a:extLst>
                    <a:ext uri="{9D8B030D-6E8A-4147-A177-3AD203B41FA5}">
                      <a16:colId xmlns:a16="http://schemas.microsoft.com/office/drawing/2014/main" val="2164252183"/>
                    </a:ext>
                  </a:extLst>
                </a:gridCol>
                <a:gridCol w="1822342">
                  <a:extLst>
                    <a:ext uri="{9D8B030D-6E8A-4147-A177-3AD203B41FA5}">
                      <a16:colId xmlns:a16="http://schemas.microsoft.com/office/drawing/2014/main" val="1965993057"/>
                    </a:ext>
                  </a:extLst>
                </a:gridCol>
              </a:tblGrid>
              <a:tr h="559817">
                <a:tc>
                  <a:txBody>
                    <a:bodyPr/>
                    <a:lstStyle/>
                    <a:p>
                      <a:r>
                        <a:rPr lang="en-CA" sz="1800">
                          <a:solidFill>
                            <a:schemeClr val="bg1"/>
                          </a:solidFill>
                        </a:rPr>
                        <a:t>Day</a:t>
                      </a:r>
                      <a:endParaRPr lang="en-CA" sz="1800">
                        <a:solidFill>
                          <a:schemeClr val="bg1"/>
                        </a:solidFill>
                        <a:latin typeface="+mj-lt"/>
                        <a:cs typeface="Calibri" panose="020F0502020204030204" pitchFamily="34" charset="0"/>
                      </a:endParaRPr>
                    </a:p>
                  </a:txBody>
                  <a:tcPr anchor="ctr">
                    <a:lnB w="12700" cap="flat" cmpd="sng" algn="ctr">
                      <a:solidFill>
                        <a:schemeClr val="tx1"/>
                      </a:solidFill>
                      <a:prstDash val="solid"/>
                      <a:round/>
                      <a:headEnd type="none" w="med" len="med"/>
                      <a:tailEnd type="none" w="med" len="med"/>
                    </a:lnB>
                  </a:tcPr>
                </a:tc>
                <a:tc>
                  <a:txBody>
                    <a:bodyPr/>
                    <a:lstStyle/>
                    <a:p>
                      <a:r>
                        <a:rPr lang="en-CA" sz="1800">
                          <a:solidFill>
                            <a:schemeClr val="bg1"/>
                          </a:solidFill>
                        </a:rPr>
                        <a:t>Location</a:t>
                      </a:r>
                      <a:endParaRPr lang="en-CA" sz="1800">
                        <a:solidFill>
                          <a:schemeClr val="bg1"/>
                        </a:solidFill>
                        <a:latin typeface="+mj-lt"/>
                        <a:cs typeface="Calibri" panose="020F0502020204030204" pitchFamily="34" charset="0"/>
                      </a:endParaRPr>
                    </a:p>
                  </a:txBody>
                  <a:tcPr anchor="ctr">
                    <a:lnB w="12700" cap="flat" cmpd="sng" algn="ctr">
                      <a:solidFill>
                        <a:schemeClr val="tx1"/>
                      </a:solidFill>
                      <a:prstDash val="solid"/>
                      <a:round/>
                      <a:headEnd type="none" w="med" len="med"/>
                      <a:tailEnd type="none" w="med" len="med"/>
                    </a:lnB>
                  </a:tcPr>
                </a:tc>
                <a:tc>
                  <a:txBody>
                    <a:bodyPr/>
                    <a:lstStyle/>
                    <a:p>
                      <a:r>
                        <a:rPr lang="en-CA" sz="1800">
                          <a:solidFill>
                            <a:schemeClr val="bg1"/>
                          </a:solidFill>
                        </a:rPr>
                        <a:t>Hours of work</a:t>
                      </a:r>
                      <a:endParaRPr lang="en-CA" sz="1800">
                        <a:solidFill>
                          <a:schemeClr val="bg1"/>
                        </a:solidFill>
                        <a:latin typeface="+mj-lt"/>
                        <a:cs typeface="Calibri" panose="020F0502020204030204" pitchFamily="34"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9530089"/>
                  </a:ext>
                </a:extLst>
              </a:tr>
              <a:tr h="559817">
                <a:tc>
                  <a:txBody>
                    <a:bodyPr/>
                    <a:lstStyle/>
                    <a:p>
                      <a:r>
                        <a:rPr lang="en-CA" sz="1800"/>
                        <a:t>Monday</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800"/>
                        <a:t>Office</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800"/>
                        <a:t>8 AM – 4 PM</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4193097"/>
                  </a:ext>
                </a:extLst>
              </a:tr>
              <a:tr h="559817">
                <a:tc>
                  <a:txBody>
                    <a:bodyPr/>
                    <a:lstStyle/>
                    <a:p>
                      <a:r>
                        <a:rPr lang="en-CA" sz="1800"/>
                        <a:t>Tuesday</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CA" sz="1800"/>
                        <a:t>Office</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lang="en-CA" sz="1800"/>
                        <a:t>8 </a:t>
                      </a:r>
                      <a:r>
                        <a:rPr lang="en-CA" sz="1800" b="0" u="none" strike="noStrike" noProof="0">
                          <a:solidFill>
                            <a:srgbClr val="000000"/>
                          </a:solidFill>
                        </a:rPr>
                        <a:t>AM</a:t>
                      </a:r>
                      <a:r>
                        <a:rPr lang="en-CA" sz="1800"/>
                        <a:t> – 4 PM</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5975030"/>
                  </a:ext>
                </a:extLst>
              </a:tr>
              <a:tr h="559817">
                <a:tc>
                  <a:txBody>
                    <a:bodyPr/>
                    <a:lstStyle/>
                    <a:p>
                      <a:r>
                        <a:rPr lang="en-CA" sz="1800"/>
                        <a:t>Wednesday</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800"/>
                        <a:t>Remote</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lang="en-CA" sz="1800"/>
                        <a:t>8 </a:t>
                      </a:r>
                      <a:r>
                        <a:rPr lang="en-CA" sz="1800" b="0" u="none" strike="noStrike" noProof="0">
                          <a:solidFill>
                            <a:srgbClr val="000000"/>
                          </a:solidFill>
                        </a:rPr>
                        <a:t>AM</a:t>
                      </a:r>
                      <a:r>
                        <a:rPr lang="en-CA" sz="1800"/>
                        <a:t> – 4 </a:t>
                      </a:r>
                      <a:r>
                        <a:rPr lang="en-CA" sz="1800" b="0" u="none" strike="noStrike" noProof="0">
                          <a:solidFill>
                            <a:srgbClr val="000000"/>
                          </a:solidFill>
                        </a:rPr>
                        <a:t>PM</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0851225"/>
                  </a:ext>
                </a:extLst>
              </a:tr>
              <a:tr h="559817">
                <a:tc>
                  <a:txBody>
                    <a:bodyPr/>
                    <a:lstStyle/>
                    <a:p>
                      <a:r>
                        <a:rPr lang="en-CA" sz="1800"/>
                        <a:t>Thursday</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CA" sz="1800"/>
                        <a:t>Remote</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lang="en-CA" sz="1800"/>
                        <a:t>8 </a:t>
                      </a:r>
                      <a:r>
                        <a:rPr lang="en-CA" sz="1800" b="0" u="none" strike="noStrike" noProof="0">
                          <a:solidFill>
                            <a:srgbClr val="000000"/>
                          </a:solidFill>
                        </a:rPr>
                        <a:t>AM</a:t>
                      </a:r>
                      <a:r>
                        <a:rPr lang="en-CA" sz="1800"/>
                        <a:t> – 4 </a:t>
                      </a:r>
                      <a:r>
                        <a:rPr lang="en-CA" sz="1800" b="0" u="none" strike="noStrike" noProof="0">
                          <a:solidFill>
                            <a:srgbClr val="000000"/>
                          </a:solidFill>
                        </a:rPr>
                        <a:t>PM</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921384"/>
                  </a:ext>
                </a:extLst>
              </a:tr>
              <a:tr h="559817">
                <a:tc>
                  <a:txBody>
                    <a:bodyPr/>
                    <a:lstStyle/>
                    <a:p>
                      <a:r>
                        <a:rPr lang="en-CA" sz="1800"/>
                        <a:t>Friday</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CA" sz="1800"/>
                        <a:t>Office</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lang="en-CA" sz="1800"/>
                        <a:t>8 </a:t>
                      </a:r>
                      <a:r>
                        <a:rPr lang="en-CA" sz="1800" b="0" u="none" strike="noStrike" noProof="0">
                          <a:solidFill>
                            <a:srgbClr val="000000"/>
                          </a:solidFill>
                        </a:rPr>
                        <a:t>AM</a:t>
                      </a:r>
                      <a:r>
                        <a:rPr lang="en-CA" sz="1800"/>
                        <a:t> – 4 </a:t>
                      </a:r>
                      <a:r>
                        <a:rPr lang="en-CA" sz="1800" b="0" u="none" strike="noStrike" noProof="0">
                          <a:solidFill>
                            <a:srgbClr val="000000"/>
                          </a:solidFill>
                        </a:rPr>
                        <a:t>PM</a:t>
                      </a:r>
                      <a:endParaRPr lang="en-CA" sz="1800">
                        <a:latin typeface="+mj-lt"/>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888533"/>
                  </a:ext>
                </a:extLst>
              </a:tr>
            </a:tbl>
          </a:graphicData>
        </a:graphic>
      </p:graphicFrame>
      <p:sp>
        <p:nvSpPr>
          <p:cNvPr id="9" name="Slide Number Placeholder">
            <a:extLst>
              <a:ext uri="{FF2B5EF4-FFF2-40B4-BE49-F238E27FC236}">
                <a16:creationId xmlns:a16="http://schemas.microsoft.com/office/drawing/2014/main" id="{E165FFA5-3659-7FB7-6D1C-1D6345D57786}"/>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135643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609600" y="188014"/>
            <a:ext cx="10972800" cy="1143000"/>
          </a:xfrm>
        </p:spPr>
        <p:txBody>
          <a:bodyPr>
            <a:normAutofit/>
          </a:bodyPr>
          <a:lstStyle/>
          <a:p>
            <a:r>
              <a:rPr lang="en-CA" sz="3000">
                <a:solidFill>
                  <a:schemeClr val="tx1"/>
                </a:solidFill>
                <a:latin typeface="+mj-lt"/>
              </a:rPr>
              <a:t>Charts and Graphs</a:t>
            </a:r>
          </a:p>
        </p:txBody>
      </p:sp>
      <p:sp>
        <p:nvSpPr>
          <p:cNvPr id="4" name="Content"/>
          <p:cNvSpPr>
            <a:spLocks noGrp="1"/>
          </p:cNvSpPr>
          <p:nvPr>
            <p:ph sz="half" idx="1"/>
            <p:custDataLst>
              <p:tags r:id="rId2"/>
            </p:custDataLst>
          </p:nvPr>
        </p:nvSpPr>
        <p:spPr>
          <a:xfrm>
            <a:off x="609600" y="1600201"/>
            <a:ext cx="11277600" cy="3698912"/>
          </a:xfrm>
        </p:spPr>
        <p:txBody>
          <a:bodyPr lIns="0" tIns="0" rIns="0" bIns="0" numCol="2" anchor="t" anchorCtr="0">
            <a:noAutofit/>
          </a:bodyPr>
          <a:lstStyle/>
          <a:p>
            <a:pPr marL="0" indent="0">
              <a:buNone/>
            </a:pPr>
            <a:r>
              <a:rPr lang="en-CA" sz="1800" b="1">
                <a:solidFill>
                  <a:schemeClr val="accent1">
                    <a:lumMod val="50000"/>
                  </a:schemeClr>
                </a:solidFill>
                <a:latin typeface="+mj-lt"/>
              </a:rPr>
              <a:t>Required</a:t>
            </a:r>
          </a:p>
          <a:p>
            <a:r>
              <a:rPr lang="en-CA" sz="1800">
                <a:latin typeface="+mj-lt"/>
              </a:rPr>
              <a:t>Adding alternative text summarizing chart and graph images</a:t>
            </a:r>
          </a:p>
          <a:p>
            <a:pPr>
              <a:buFont typeface="Arial" panose="020B0604020202020204" pitchFamily="34" charset="0"/>
              <a:buChar char="•"/>
            </a:pPr>
            <a:r>
              <a:rPr lang="en-CA" sz="1800">
                <a:latin typeface="+mj-lt"/>
              </a:rPr>
              <a:t>Having sufficient colour contrast (3:1)</a:t>
            </a:r>
          </a:p>
          <a:p>
            <a:pPr marL="0" indent="0">
              <a:buNone/>
            </a:pPr>
            <a:r>
              <a:rPr lang="en-CA" sz="1800" b="1">
                <a:solidFill>
                  <a:schemeClr val="accent4">
                    <a:lumMod val="50000"/>
                  </a:schemeClr>
                </a:solidFill>
                <a:latin typeface="+mj-lt"/>
              </a:rPr>
              <a:t>Avoid</a:t>
            </a:r>
          </a:p>
          <a:p>
            <a:r>
              <a:rPr lang="en-CA" sz="1800">
                <a:latin typeface="+mj-lt"/>
              </a:rPr>
              <a:t>Relying on colour alone to convey meaning</a:t>
            </a:r>
          </a:p>
          <a:p>
            <a:pPr marL="0" indent="0">
              <a:spcBef>
                <a:spcPts val="7200"/>
              </a:spcBef>
              <a:buNone/>
            </a:pPr>
            <a:r>
              <a:rPr lang="en-CA" sz="1800" b="1">
                <a:solidFill>
                  <a:schemeClr val="accent1">
                    <a:lumMod val="50000"/>
                  </a:schemeClr>
                </a:solidFill>
                <a:latin typeface="+mj-lt"/>
              </a:rPr>
              <a:t>Recommend!</a:t>
            </a:r>
          </a:p>
          <a:p>
            <a:r>
              <a:rPr lang="en-CA" sz="1800">
                <a:latin typeface="+mj-lt"/>
              </a:rPr>
              <a:t>Adding a</a:t>
            </a:r>
            <a:r>
              <a:rPr lang="en-CA" sz="1800" b="1">
                <a:latin typeface="+mj-lt"/>
              </a:rPr>
              <a:t> Title </a:t>
            </a:r>
            <a:r>
              <a:rPr lang="en-CA" sz="1800">
                <a:latin typeface="+mj-lt"/>
              </a:rPr>
              <a:t>for all Chart and Graphs</a:t>
            </a:r>
          </a:p>
          <a:p>
            <a:r>
              <a:rPr lang="en-CA" sz="1800">
                <a:latin typeface="+mj-lt"/>
              </a:rPr>
              <a:t>Using patterns to better distinguish coloured sections of your charts and graphs</a:t>
            </a:r>
          </a:p>
          <a:p>
            <a:r>
              <a:rPr lang="en-CA" sz="1800">
                <a:latin typeface="+mj-lt"/>
              </a:rPr>
              <a:t>Adding data values next to or inside the chart for clarity</a:t>
            </a:r>
          </a:p>
          <a:p>
            <a:r>
              <a:rPr lang="en-CA" sz="1800">
                <a:latin typeface="+mj-lt"/>
              </a:rPr>
              <a:t>Adding an equivalent table of the chart data</a:t>
            </a:r>
          </a:p>
        </p:txBody>
      </p:sp>
      <p:sp>
        <p:nvSpPr>
          <p:cNvPr id="6" name="Slide Number Placeholder 5">
            <a:extLst>
              <a:ext uri="{FF2B5EF4-FFF2-40B4-BE49-F238E27FC236}">
                <a16:creationId xmlns:a16="http://schemas.microsoft.com/office/drawing/2014/main" id="{D1976103-F5BF-401A-B3DB-FD64473ABFC5}"/>
              </a:ext>
              <a:ext uri="{C183D7F6-B498-43B3-948B-1728B52AA6E4}">
                <adec:decorative xmlns:adec="http://schemas.microsoft.com/office/drawing/2017/decorative" val="1"/>
              </a:ext>
            </a:extLst>
          </p:cNvPr>
          <p:cNvSpPr>
            <a:spLocks noGrp="1"/>
          </p:cNvSpPr>
          <p:nvPr>
            <p:ph type="sldNum" sz="quarter" idx="12"/>
            <p:custDataLst>
              <p:tags r:id="rId3"/>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128705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DF1A6-2BEB-DE3E-0EF7-23FC71AD4E91}"/>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AC2753D2-B779-C940-D343-B04F0BD56493}"/>
              </a:ext>
            </a:extLst>
          </p:cNvPr>
          <p:cNvSpPr>
            <a:spLocks noGrp="1"/>
          </p:cNvSpPr>
          <p:nvPr>
            <p:ph type="title"/>
            <p:custDataLst>
              <p:tags r:id="rId1"/>
            </p:custDataLst>
          </p:nvPr>
        </p:nvSpPr>
        <p:spPr>
          <a:xfrm>
            <a:off x="609600" y="188014"/>
            <a:ext cx="10972800" cy="1143000"/>
          </a:xfrm>
        </p:spPr>
        <p:txBody>
          <a:bodyPr>
            <a:normAutofit/>
          </a:bodyPr>
          <a:lstStyle/>
          <a:p>
            <a:r>
              <a:rPr lang="en-CA" sz="3000">
                <a:latin typeface="+mj-lt"/>
              </a:rPr>
              <a:t>Example of an Accessible Pie Chart</a:t>
            </a:r>
          </a:p>
        </p:txBody>
      </p:sp>
      <p:graphicFrame>
        <p:nvGraphicFramePr>
          <p:cNvPr id="10" name="Content" descr="Pie chart with 4 Quarters. 1st = 6.5, 2nd = 3.2, 3rd = 1.4, and 4th = 1.2”">
            <a:extLst>
              <a:ext uri="{FF2B5EF4-FFF2-40B4-BE49-F238E27FC236}">
                <a16:creationId xmlns:a16="http://schemas.microsoft.com/office/drawing/2014/main" id="{46D51458-DBB5-BD01-D737-DCB46005A207}"/>
              </a:ext>
            </a:extLst>
          </p:cNvPr>
          <p:cNvGraphicFramePr>
            <a:graphicFrameLocks noGrp="1"/>
          </p:cNvGraphicFramePr>
          <p:nvPr>
            <p:ph sz="half" idx="1"/>
            <p:custDataLst>
              <p:tags r:id="rId2"/>
            </p:custDataLst>
          </p:nvPr>
        </p:nvGraphicFramePr>
        <p:xfrm>
          <a:off x="609600" y="1552575"/>
          <a:ext cx="10972799" cy="4467225"/>
        </p:xfrm>
        <a:graphic>
          <a:graphicData uri="http://schemas.openxmlformats.org/drawingml/2006/chart">
            <c:chart xmlns:c="http://schemas.openxmlformats.org/drawingml/2006/chart" xmlns:r="http://schemas.openxmlformats.org/officeDocument/2006/relationships" r:id="rId6"/>
          </a:graphicData>
        </a:graphic>
      </p:graphicFrame>
      <p:sp>
        <p:nvSpPr>
          <p:cNvPr id="5" name="Slide Number Placeholder 4">
            <a:extLst>
              <a:ext uri="{FF2B5EF4-FFF2-40B4-BE49-F238E27FC236}">
                <a16:creationId xmlns:a16="http://schemas.microsoft.com/office/drawing/2014/main" id="{E2D8EB33-636B-1B31-04B2-03186D713853}"/>
              </a:ext>
              <a:ext uri="{C183D7F6-B498-43B3-948B-1728B52AA6E4}">
                <adec:decorative xmlns:adec="http://schemas.microsoft.com/office/drawing/2017/decorative" val="1"/>
              </a:ext>
            </a:extLst>
          </p:cNvPr>
          <p:cNvSpPr>
            <a:spLocks noGrp="1"/>
          </p:cNvSpPr>
          <p:nvPr>
            <p:ph type="sldNum" sz="quarter" idx="12"/>
            <p:custDataLst>
              <p:tags r:id="rId3"/>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372134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7FDBE-71A8-3FFD-269D-0CF0902770CB}"/>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A33148B-72FA-52C4-EF57-1FDE282397F3}"/>
              </a:ext>
            </a:extLst>
          </p:cNvPr>
          <p:cNvSpPr>
            <a:spLocks noGrp="1"/>
          </p:cNvSpPr>
          <p:nvPr>
            <p:ph type="title"/>
            <p:custDataLst>
              <p:tags r:id="rId1"/>
            </p:custDataLst>
          </p:nvPr>
        </p:nvSpPr>
        <p:spPr>
          <a:xfrm>
            <a:off x="609600" y="265014"/>
            <a:ext cx="10972800" cy="1143000"/>
          </a:xfrm>
        </p:spPr>
        <p:txBody>
          <a:bodyPr>
            <a:normAutofit/>
          </a:bodyPr>
          <a:lstStyle/>
          <a:p>
            <a:r>
              <a:rPr lang="en-CA" sz="3000">
                <a:latin typeface="+mj-lt"/>
              </a:rPr>
              <a:t>Audio and Video</a:t>
            </a:r>
          </a:p>
        </p:txBody>
      </p:sp>
      <p:sp>
        <p:nvSpPr>
          <p:cNvPr id="4" name="Content Placeholder 3">
            <a:extLst>
              <a:ext uri="{FF2B5EF4-FFF2-40B4-BE49-F238E27FC236}">
                <a16:creationId xmlns:a16="http://schemas.microsoft.com/office/drawing/2014/main" id="{0F9BBDA3-7746-5A03-51EC-09C3BC59F885}"/>
              </a:ext>
            </a:extLst>
          </p:cNvPr>
          <p:cNvSpPr>
            <a:spLocks noGrp="1"/>
          </p:cNvSpPr>
          <p:nvPr>
            <p:ph idx="1"/>
          </p:nvPr>
        </p:nvSpPr>
        <p:spPr>
          <a:xfrm>
            <a:off x="609600" y="1263318"/>
            <a:ext cx="10972800" cy="4522340"/>
          </a:xfrm>
        </p:spPr>
        <p:txBody>
          <a:bodyPr>
            <a:noAutofit/>
          </a:bodyPr>
          <a:lstStyle/>
          <a:p>
            <a:pPr marL="0" indent="0">
              <a:lnSpc>
                <a:spcPct val="150000"/>
              </a:lnSpc>
              <a:spcBef>
                <a:spcPts val="0"/>
              </a:spcBef>
              <a:spcAft>
                <a:spcPts val="600"/>
              </a:spcAft>
              <a:buNone/>
            </a:pPr>
            <a:r>
              <a:rPr lang="en-CA" sz="1800" b="1" dirty="0">
                <a:solidFill>
                  <a:schemeClr val="accent1">
                    <a:lumMod val="50000"/>
                  </a:schemeClr>
                </a:solidFill>
                <a:latin typeface="+mj-lt"/>
              </a:rPr>
              <a:t>Required</a:t>
            </a:r>
          </a:p>
          <a:p>
            <a:pPr marL="0" indent="0">
              <a:lnSpc>
                <a:spcPct val="150000"/>
              </a:lnSpc>
              <a:spcBef>
                <a:spcPts val="0"/>
              </a:spcBef>
              <a:spcAft>
                <a:spcPts val="600"/>
              </a:spcAft>
              <a:buNone/>
            </a:pPr>
            <a:r>
              <a:rPr lang="en-CA" sz="1800" dirty="0">
                <a:latin typeface="+mj-lt"/>
              </a:rPr>
              <a:t>All audio must have closed captions and transcription available. </a:t>
            </a:r>
            <a:endParaRPr lang="en-CA" sz="1800" b="1" dirty="0">
              <a:solidFill>
                <a:schemeClr val="accent1">
                  <a:lumMod val="50000"/>
                </a:schemeClr>
              </a:solidFill>
              <a:latin typeface="+mj-lt"/>
            </a:endParaRPr>
          </a:p>
          <a:p>
            <a:pPr marL="0" indent="0">
              <a:lnSpc>
                <a:spcPct val="150000"/>
              </a:lnSpc>
              <a:spcBef>
                <a:spcPts val="0"/>
              </a:spcBef>
              <a:spcAft>
                <a:spcPts val="600"/>
              </a:spcAft>
              <a:buNone/>
            </a:pPr>
            <a:r>
              <a:rPr lang="en-CA" sz="1800" b="1" dirty="0">
                <a:solidFill>
                  <a:schemeClr val="accent1">
                    <a:lumMod val="50000"/>
                  </a:schemeClr>
                </a:solidFill>
                <a:latin typeface="+mj-lt"/>
              </a:rPr>
              <a:t>Recommend!</a:t>
            </a:r>
          </a:p>
          <a:p>
            <a:pPr marL="0" indent="0">
              <a:lnSpc>
                <a:spcPct val="150000"/>
              </a:lnSpc>
              <a:spcBef>
                <a:spcPts val="0"/>
              </a:spcBef>
              <a:spcAft>
                <a:spcPts val="600"/>
              </a:spcAft>
              <a:buNone/>
            </a:pPr>
            <a:r>
              <a:rPr lang="en-CA" sz="1800" dirty="0">
                <a:effectLst/>
                <a:latin typeface="+mj-lt"/>
              </a:rPr>
              <a:t>When using PowerPoint Live in Teams embed the video (with captions) in a PowerPoint file so that participants can:</a:t>
            </a:r>
          </a:p>
          <a:p>
            <a:pPr marL="717550" lvl="1" indent="-379413">
              <a:lnSpc>
                <a:spcPct val="150000"/>
              </a:lnSpc>
              <a:spcBef>
                <a:spcPts val="0"/>
              </a:spcBef>
              <a:spcAft>
                <a:spcPts val="600"/>
              </a:spcAft>
              <a:buFont typeface="Arial" panose="020B0604020202020204" pitchFamily="34" charset="0"/>
              <a:buChar char="•"/>
            </a:pPr>
            <a:r>
              <a:rPr lang="en-CA" sz="1800" dirty="0">
                <a:effectLst/>
                <a:latin typeface="+mj-lt"/>
              </a:rPr>
              <a:t>Turn captions on/off</a:t>
            </a:r>
          </a:p>
          <a:p>
            <a:pPr marL="717550" lvl="1" indent="-379413">
              <a:lnSpc>
                <a:spcPct val="150000"/>
              </a:lnSpc>
              <a:spcBef>
                <a:spcPts val="0"/>
              </a:spcBef>
              <a:spcAft>
                <a:spcPts val="600"/>
              </a:spcAft>
              <a:buFont typeface="Arial" panose="020B0604020202020204" pitchFamily="34" charset="0"/>
              <a:buChar char="•"/>
            </a:pPr>
            <a:r>
              <a:rPr lang="en-CA" sz="1800" dirty="0">
                <a:effectLst/>
                <a:latin typeface="+mj-lt"/>
              </a:rPr>
              <a:t>Navigate slides independently</a:t>
            </a:r>
          </a:p>
          <a:p>
            <a:pPr marL="717550" lvl="1" indent="-379413">
              <a:lnSpc>
                <a:spcPct val="150000"/>
              </a:lnSpc>
              <a:spcBef>
                <a:spcPts val="0"/>
              </a:spcBef>
              <a:spcAft>
                <a:spcPts val="600"/>
              </a:spcAft>
              <a:buFont typeface="Arial" panose="020B0604020202020204" pitchFamily="34" charset="0"/>
              <a:buChar char="•"/>
            </a:pPr>
            <a:r>
              <a:rPr lang="en-CA" sz="1800" dirty="0">
                <a:effectLst/>
                <a:latin typeface="+mj-lt"/>
              </a:rPr>
              <a:t>Use screen readers </a:t>
            </a:r>
            <a:r>
              <a:rPr lang="en-CA" sz="1800">
                <a:effectLst/>
                <a:latin typeface="+mj-lt"/>
              </a:rPr>
              <a:t>more effectively</a:t>
            </a:r>
            <a:endParaRPr lang="en-CA" sz="1800" b="1" dirty="0">
              <a:solidFill>
                <a:schemeClr val="accent1">
                  <a:lumMod val="50000"/>
                </a:schemeClr>
              </a:solidFill>
              <a:latin typeface="+mj-lt"/>
            </a:endParaRPr>
          </a:p>
        </p:txBody>
      </p:sp>
      <p:sp>
        <p:nvSpPr>
          <p:cNvPr id="5" name="Slide Number Placeholder 4">
            <a:extLst>
              <a:ext uri="{FF2B5EF4-FFF2-40B4-BE49-F238E27FC236}">
                <a16:creationId xmlns:a16="http://schemas.microsoft.com/office/drawing/2014/main" id="{83983830-DA60-4A09-CED2-3D0C3F592BF4}"/>
              </a:ext>
              <a:ext uri="{C183D7F6-B498-43B3-948B-1728B52AA6E4}">
                <adec:decorative xmlns:adec="http://schemas.microsoft.com/office/drawing/2017/decorative" val="1"/>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95493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AD1B8-8FAD-FBC2-C221-7C4E288BB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71761-9886-F325-6C16-93F457B06BAE}"/>
              </a:ext>
            </a:extLst>
          </p:cNvPr>
          <p:cNvSpPr>
            <a:spLocks noGrp="1"/>
          </p:cNvSpPr>
          <p:nvPr>
            <p:ph type="title"/>
            <p:custDataLst>
              <p:tags r:id="rId1"/>
            </p:custDataLst>
          </p:nvPr>
        </p:nvSpPr>
        <p:spPr>
          <a:xfrm>
            <a:off x="609600" y="332389"/>
            <a:ext cx="10972800" cy="1008356"/>
          </a:xfrm>
        </p:spPr>
        <p:txBody>
          <a:bodyPr>
            <a:normAutofit/>
          </a:bodyPr>
          <a:lstStyle/>
          <a:p>
            <a:r>
              <a:rPr lang="en-CA" sz="3000">
                <a:solidFill>
                  <a:schemeClr val="tx1"/>
                </a:solidFill>
                <a:latin typeface="+mj-lt"/>
              </a:rPr>
              <a:t>Animations and Transitions</a:t>
            </a:r>
          </a:p>
        </p:txBody>
      </p:sp>
      <p:sp>
        <p:nvSpPr>
          <p:cNvPr id="7" name="Content Placeholder 3">
            <a:extLst>
              <a:ext uri="{FF2B5EF4-FFF2-40B4-BE49-F238E27FC236}">
                <a16:creationId xmlns:a16="http://schemas.microsoft.com/office/drawing/2014/main" id="{7F78CE57-A301-5602-6D5D-364A5DA51AA6}"/>
              </a:ext>
            </a:extLst>
          </p:cNvPr>
          <p:cNvSpPr>
            <a:spLocks noGrp="1"/>
          </p:cNvSpPr>
          <p:nvPr>
            <p:ph sz="half" idx="1"/>
            <p:custDataLst>
              <p:tags r:id="rId2"/>
            </p:custDataLst>
          </p:nvPr>
        </p:nvSpPr>
        <p:spPr>
          <a:xfrm>
            <a:off x="609600" y="1504950"/>
            <a:ext cx="10972799" cy="3237172"/>
          </a:xfrm>
        </p:spPr>
        <p:txBody>
          <a:bodyPr>
            <a:noAutofit/>
          </a:bodyPr>
          <a:lstStyle/>
          <a:p>
            <a:pPr marL="0" indent="0">
              <a:lnSpc>
                <a:spcPct val="150000"/>
              </a:lnSpc>
              <a:buNone/>
            </a:pPr>
            <a:r>
              <a:rPr lang="en-CA" sz="1800" b="1">
                <a:solidFill>
                  <a:schemeClr val="accent1">
                    <a:lumMod val="50000"/>
                  </a:schemeClr>
                </a:solidFill>
                <a:latin typeface="+mj-lt"/>
              </a:rPr>
              <a:t>Recommend!</a:t>
            </a:r>
          </a:p>
          <a:p>
            <a:pPr marL="363538" indent="-363538">
              <a:lnSpc>
                <a:spcPct val="150000"/>
              </a:lnSpc>
            </a:pPr>
            <a:r>
              <a:rPr lang="en-CA" sz="1800">
                <a:latin typeface="+mj-lt"/>
              </a:rPr>
              <a:t>Having one transition and animation at most per slide (if needed)</a:t>
            </a:r>
          </a:p>
          <a:p>
            <a:pPr marL="363538" indent="-363538">
              <a:lnSpc>
                <a:spcPct val="150000"/>
              </a:lnSpc>
            </a:pPr>
            <a:r>
              <a:rPr lang="en-CA" sz="1800" b="0" i="0">
                <a:effectLst/>
                <a:latin typeface="+mj-lt"/>
              </a:rPr>
              <a:t>Using simple transitions and animations only</a:t>
            </a:r>
          </a:p>
          <a:p>
            <a:pPr marL="0" indent="0">
              <a:lnSpc>
                <a:spcPct val="150000"/>
              </a:lnSpc>
              <a:buNone/>
            </a:pPr>
            <a:r>
              <a:rPr lang="en-CA" sz="1800" b="1">
                <a:solidFill>
                  <a:schemeClr val="accent4">
                    <a:lumMod val="50000"/>
                  </a:schemeClr>
                </a:solidFill>
                <a:latin typeface="+mj-lt"/>
              </a:rPr>
              <a:t>Avoid</a:t>
            </a:r>
          </a:p>
          <a:p>
            <a:pPr marL="363538" indent="-363538">
              <a:lnSpc>
                <a:spcPct val="150000"/>
              </a:lnSpc>
            </a:pPr>
            <a:r>
              <a:rPr lang="en-CA" sz="1800">
                <a:latin typeface="+mj-lt"/>
              </a:rPr>
              <a:t>Avoid content flashing more than 3 times per second </a:t>
            </a:r>
          </a:p>
          <a:p>
            <a:pPr marL="363538" indent="-363538">
              <a:lnSpc>
                <a:spcPct val="150000"/>
              </a:lnSpc>
            </a:pPr>
            <a:r>
              <a:rPr lang="en-CA" sz="1800" i="0">
                <a:effectLst/>
                <a:latin typeface="+mj-lt"/>
              </a:rPr>
              <a:t>Avoid automatic transitions/animations as they limit the time for reading</a:t>
            </a:r>
            <a:endParaRPr lang="en-CA" sz="1800">
              <a:latin typeface="+mj-lt"/>
            </a:endParaRPr>
          </a:p>
        </p:txBody>
      </p:sp>
      <p:sp>
        <p:nvSpPr>
          <p:cNvPr id="4" name="Slide Number Placeholder 3">
            <a:extLst>
              <a:ext uri="{FF2B5EF4-FFF2-40B4-BE49-F238E27FC236}">
                <a16:creationId xmlns:a16="http://schemas.microsoft.com/office/drawing/2014/main" id="{815C8528-F44E-D652-7D08-488777B6560A}"/>
              </a:ext>
              <a:ext uri="{C183D7F6-B498-43B3-948B-1728B52AA6E4}">
                <adec:decorative xmlns:adec="http://schemas.microsoft.com/office/drawing/2017/decorative" val="1"/>
              </a:ext>
            </a:extLst>
          </p:cNvPr>
          <p:cNvSpPr>
            <a:spLocks noGrp="1"/>
          </p:cNvSpPr>
          <p:nvPr>
            <p:ph type="sldNum" sz="quarter" idx="12"/>
            <p:custDataLst>
              <p:tags r:id="rId3"/>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chemeClr val="tx1"/>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spTree>
    <p:extLst>
      <p:ext uri="{BB962C8B-B14F-4D97-AF65-F5344CB8AC3E}">
        <p14:creationId xmlns:p14="http://schemas.microsoft.com/office/powerpoint/2010/main" val="1673421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D4590-1452-32C9-BB47-C5B1875266F0}"/>
              </a:ext>
            </a:extLst>
          </p:cNvPr>
          <p:cNvSpPr>
            <a:spLocks noGrp="1"/>
          </p:cNvSpPr>
          <p:nvPr>
            <p:ph type="title"/>
          </p:nvPr>
        </p:nvSpPr>
        <p:spPr>
          <a:xfrm>
            <a:off x="609600" y="188014"/>
            <a:ext cx="10972800" cy="1143000"/>
          </a:xfrm>
        </p:spPr>
        <p:txBody>
          <a:bodyPr>
            <a:normAutofit/>
          </a:bodyPr>
          <a:lstStyle/>
          <a:p>
            <a:r>
              <a:rPr lang="en-CA" sz="3000"/>
              <a:t>Microsoft 365 (M365) Language Preferences </a:t>
            </a:r>
            <a:endParaRPr lang="fr-CA" sz="3000"/>
          </a:p>
        </p:txBody>
      </p:sp>
      <p:sp>
        <p:nvSpPr>
          <p:cNvPr id="3" name="Content Placeholder 2">
            <a:extLst>
              <a:ext uri="{FF2B5EF4-FFF2-40B4-BE49-F238E27FC236}">
                <a16:creationId xmlns:a16="http://schemas.microsoft.com/office/drawing/2014/main" id="{8ED07CC0-8535-7315-FACD-B79223C42775}"/>
              </a:ext>
            </a:extLst>
          </p:cNvPr>
          <p:cNvSpPr>
            <a:spLocks noGrp="1"/>
          </p:cNvSpPr>
          <p:nvPr>
            <p:ph idx="1"/>
          </p:nvPr>
        </p:nvSpPr>
        <p:spPr>
          <a:xfrm>
            <a:off x="609600" y="1323975"/>
            <a:ext cx="11306476" cy="4802189"/>
          </a:xfrm>
        </p:spPr>
        <p:txBody>
          <a:bodyPr vert="horz" lIns="91440" tIns="45720" rIns="91440" bIns="45720" rtlCol="0" anchor="t">
            <a:noAutofit/>
          </a:bodyPr>
          <a:lstStyle/>
          <a:p>
            <a:pPr marL="0" indent="0">
              <a:buNone/>
            </a:pPr>
            <a:r>
              <a:rPr lang="en-CA" sz="1800" b="1">
                <a:solidFill>
                  <a:srgbClr val="C00000"/>
                </a:solidFill>
              </a:rPr>
              <a:t>Important</a:t>
            </a:r>
          </a:p>
          <a:p>
            <a:pPr marL="0" indent="0">
              <a:buNone/>
            </a:pPr>
            <a:r>
              <a:rPr lang="en-CA" sz="1800">
                <a:cs typeface="Arial"/>
              </a:rPr>
              <a:t>Your M365 language preferences determines the language of the placeholders in the Selection Pane and Reading Order Pane when you add new slides</a:t>
            </a:r>
            <a:endParaRPr lang="en-CA" sz="1800"/>
          </a:p>
          <a:p>
            <a:pPr marL="0" indent="0">
              <a:buNone/>
            </a:pPr>
            <a:r>
              <a:rPr lang="en-CA" sz="1800" b="1">
                <a:solidFill>
                  <a:schemeClr val="accent1">
                    <a:lumMod val="50000"/>
                  </a:schemeClr>
                </a:solidFill>
              </a:rPr>
              <a:t>Recommend!</a:t>
            </a:r>
          </a:p>
          <a:p>
            <a:pPr marL="456565" indent="-456565"/>
            <a:r>
              <a:rPr lang="en-CA" sz="1800"/>
              <a:t>To create French content: </a:t>
            </a:r>
            <a:r>
              <a:rPr lang="en-CA" sz="1800">
                <a:hlinkClick r:id="rId2"/>
              </a:rPr>
              <a:t>Set your M365 Language Preferences</a:t>
            </a:r>
            <a:r>
              <a:rPr lang="en-CA" sz="1800"/>
              <a:t> to French</a:t>
            </a:r>
          </a:p>
          <a:p>
            <a:pPr marL="456565" indent="-456565"/>
            <a:r>
              <a:rPr lang="en-CA" sz="1800"/>
              <a:t>To create English content: </a:t>
            </a:r>
            <a:r>
              <a:rPr lang="en-CA" sz="1800">
                <a:hlinkClick r:id="rId2"/>
              </a:rPr>
              <a:t>Set your M365 Language Preferences</a:t>
            </a:r>
            <a:r>
              <a:rPr lang="en-CA" sz="1800"/>
              <a:t> to English</a:t>
            </a:r>
          </a:p>
          <a:p>
            <a:pPr marL="0" indent="0">
              <a:buNone/>
            </a:pPr>
            <a:r>
              <a:rPr lang="en-CA" sz="1800" b="1"/>
              <a:t>If you do not wish to change your M365 Language Preferences:</a:t>
            </a:r>
            <a:endParaRPr lang="en-CA" sz="1800"/>
          </a:p>
          <a:p>
            <a:r>
              <a:rPr lang="en-CA" sz="1800"/>
              <a:t>Use the Selection Pane to rename Placeholders in the proper language</a:t>
            </a:r>
          </a:p>
          <a:p>
            <a:pPr marL="0" indent="0">
              <a:lnSpc>
                <a:spcPct val="100000"/>
              </a:lnSpc>
              <a:buNone/>
            </a:pPr>
            <a:r>
              <a:rPr lang="en-CA" sz="1800"/>
              <a:t>Or</a:t>
            </a:r>
          </a:p>
          <a:p>
            <a:r>
              <a:rPr lang="en-CA" sz="1800"/>
              <a:t>Duplicate preexisting slides to replicate the slides rather than adding a New Slide. This will replicate placeholders' languages.</a:t>
            </a:r>
          </a:p>
        </p:txBody>
      </p:sp>
      <p:sp>
        <p:nvSpPr>
          <p:cNvPr id="4" name="Content Placeholder for slide number 3">
            <a:extLst>
              <a:ext uri="{FF2B5EF4-FFF2-40B4-BE49-F238E27FC236}">
                <a16:creationId xmlns:a16="http://schemas.microsoft.com/office/drawing/2014/main" id="{8856A99C-F28D-B0D0-3F7F-381E0126E6DE}"/>
              </a:ext>
              <a:ext uri="{C183D7F6-B498-43B3-948B-1728B52AA6E4}">
                <adec:decorative xmlns:adec="http://schemas.microsoft.com/office/drawing/2017/decorative" val="1"/>
              </a:ext>
            </a:extLst>
          </p:cNvPr>
          <p:cNvSpPr>
            <a:spLocks noGrp="1"/>
          </p:cNvSpPr>
          <p:nvPr>
            <p:ph type="sldNum" sz="quarter" idx="12"/>
          </p:nvPr>
        </p:nvSpPr>
        <p:spPr/>
        <p:txBody>
          <a:bodyPr/>
          <a:lstStyle/>
          <a:p>
            <a:fld id="{2E86C063-E22E-2E4C-A523-54089486E38F}" type="slidenum">
              <a:rPr lang="en-US" smtClean="0"/>
              <a:pPr/>
              <a:t>27</a:t>
            </a:fld>
            <a:endParaRPr lang="en-US"/>
          </a:p>
        </p:txBody>
      </p:sp>
    </p:spTree>
    <p:extLst>
      <p:ext uri="{BB962C8B-B14F-4D97-AF65-F5344CB8AC3E}">
        <p14:creationId xmlns:p14="http://schemas.microsoft.com/office/powerpoint/2010/main" val="1100701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C06A7-2C4B-0D0D-9ADF-D00FFED6F7E2}"/>
              </a:ext>
            </a:extLst>
          </p:cNvPr>
          <p:cNvSpPr>
            <a:spLocks noGrp="1"/>
          </p:cNvSpPr>
          <p:nvPr>
            <p:ph type="title"/>
          </p:nvPr>
        </p:nvSpPr>
        <p:spPr>
          <a:xfrm>
            <a:off x="548640" y="413008"/>
            <a:ext cx="4393011" cy="1016410"/>
          </a:xfrm>
        </p:spPr>
        <p:txBody>
          <a:bodyPr anchor="t">
            <a:normAutofit/>
          </a:bodyPr>
          <a:lstStyle/>
          <a:p>
            <a:r>
              <a:rPr lang="en-CA" sz="3000">
                <a:solidFill>
                  <a:schemeClr val="tx1"/>
                </a:solidFill>
                <a:latin typeface="+mj-lt"/>
                <a:cs typeface="Calibri" panose="020F0502020204030204" pitchFamily="34" charset="0"/>
              </a:rPr>
              <a:t>Need </a:t>
            </a:r>
            <a:r>
              <a:rPr lang="en-CA" sz="3000">
                <a:latin typeface="+mj-lt"/>
                <a:cs typeface="Calibri" panose="020F0502020204030204" pitchFamily="34" charset="0"/>
              </a:rPr>
              <a:t>more help</a:t>
            </a:r>
            <a:r>
              <a:rPr lang="en-CA" sz="3000">
                <a:solidFill>
                  <a:schemeClr val="tx1"/>
                </a:solidFill>
                <a:latin typeface="+mj-lt"/>
                <a:cs typeface="Calibri" panose="020F0502020204030204" pitchFamily="34" charset="0"/>
              </a:rPr>
              <a:t>?</a:t>
            </a:r>
          </a:p>
        </p:txBody>
      </p:sp>
      <p:sp>
        <p:nvSpPr>
          <p:cNvPr id="3" name="Content Placeholder 2">
            <a:extLst>
              <a:ext uri="{FF2B5EF4-FFF2-40B4-BE49-F238E27FC236}">
                <a16:creationId xmlns:a16="http://schemas.microsoft.com/office/drawing/2014/main" id="{07FF6FE7-3EE0-A295-1390-301AF002BFC3}"/>
              </a:ext>
            </a:extLst>
          </p:cNvPr>
          <p:cNvSpPr>
            <a:spLocks noGrp="1"/>
          </p:cNvSpPr>
          <p:nvPr>
            <p:ph idx="1"/>
          </p:nvPr>
        </p:nvSpPr>
        <p:spPr>
          <a:xfrm>
            <a:off x="609600" y="2366682"/>
            <a:ext cx="10787406" cy="3759483"/>
          </a:xfrm>
        </p:spPr>
        <p:txBody>
          <a:bodyPr vert="horz" lIns="91440" tIns="45720" rIns="91440" bIns="45720" rtlCol="0" anchor="t">
            <a:noAutofit/>
          </a:bodyPr>
          <a:lstStyle/>
          <a:p>
            <a:pPr marL="342900" indent="-342900">
              <a:buFont typeface="+mj-lt"/>
              <a:buAutoNum type="arabicPeriod"/>
            </a:pPr>
            <a:r>
              <a:rPr lang="en-CA" sz="1800" b="1">
                <a:latin typeface="+mj-lt"/>
                <a:cs typeface="Calibri"/>
              </a:rPr>
              <a:t>Contact Us </a:t>
            </a:r>
            <a:endParaRPr lang="en-US" sz="1800">
              <a:latin typeface="+mj-lt"/>
              <a:cs typeface="Calibri"/>
            </a:endParaRPr>
          </a:p>
          <a:p>
            <a:pPr marL="952500" lvl="1" indent="-342900">
              <a:buClr>
                <a:schemeClr val="tx1"/>
              </a:buClr>
              <a:buFont typeface="Arial" panose="020B0604020202020204" pitchFamily="34" charset="0"/>
              <a:buChar char="•"/>
            </a:pPr>
            <a:r>
              <a:rPr kumimoji="0" lang="en-CA" sz="1800" b="0" i="0" u="none" strike="noStrike" kern="1200" cap="none" spc="0" normalizeH="0" baseline="0" noProof="0">
                <a:ln>
                  <a:noFill/>
                </a:ln>
                <a:solidFill>
                  <a:srgbClr val="284162"/>
                </a:solidFill>
                <a:effectLst/>
                <a:uLnTx/>
                <a:uFillTx/>
                <a:latin typeface="+mj-lt"/>
                <a:ea typeface="Calibri"/>
                <a:cs typeface="Helvetica"/>
                <a:hlinkClick r:id="rId3"/>
              </a:rPr>
              <a:t>ITAO intake form</a:t>
            </a:r>
            <a:endParaRPr kumimoji="0" lang="en-CA" sz="1800" b="0" i="0" u="none" strike="noStrike" kern="1200" cap="none" spc="0" normalizeH="0" baseline="0" noProof="0">
              <a:ln>
                <a:noFill/>
              </a:ln>
              <a:solidFill>
                <a:srgbClr val="284162"/>
              </a:solidFill>
              <a:effectLst/>
              <a:uLnTx/>
              <a:uFillTx/>
              <a:latin typeface="+mj-lt"/>
              <a:ea typeface="Calibri"/>
              <a:cs typeface="Calibri"/>
            </a:endParaRPr>
          </a:p>
          <a:p>
            <a:pPr marL="952500" lvl="1" indent="-342900">
              <a:buClr>
                <a:schemeClr val="tx1"/>
              </a:buClr>
              <a:buFont typeface="Arial" panose="020B0604020202020204" pitchFamily="34" charset="0"/>
              <a:buChar char="•"/>
            </a:pPr>
            <a:r>
              <a:rPr lang="en-CA" sz="1800">
                <a:latin typeface="+mj-lt"/>
                <a:cs typeface="Calibri"/>
              </a:rPr>
              <a:t>Email us: </a:t>
            </a:r>
            <a:r>
              <a:rPr lang="en-CA" sz="1800">
                <a:latin typeface="+mj-lt"/>
                <a:cs typeface="Calibri"/>
                <a:hlinkClick r:id="rId4"/>
              </a:rPr>
              <a:t>EDSC.TI-IT.A11Y.ESDC@hrsdc-rhdcc.gc.ca</a:t>
            </a:r>
            <a:r>
              <a:rPr lang="en-CA" sz="1800">
                <a:latin typeface="+mj-lt"/>
                <a:cs typeface="Calibri"/>
              </a:rPr>
              <a:t>	</a:t>
            </a:r>
          </a:p>
          <a:p>
            <a:pPr marL="342900" indent="-342900">
              <a:buFont typeface="+mj-lt"/>
              <a:buAutoNum type="arabicPeriod"/>
            </a:pPr>
            <a:r>
              <a:rPr lang="en-CA" sz="1800" b="1">
                <a:latin typeface="+mj-lt"/>
                <a:cs typeface="Calibri"/>
              </a:rPr>
              <a:t>Additional Accessibility Information</a:t>
            </a:r>
            <a:endParaRPr lang="en-CA" sz="1800">
              <a:latin typeface="+mj-lt"/>
              <a:cs typeface="Calibri"/>
              <a:hlinkClick r:id="rId5">
                <a:extLst>
                  <a:ext uri="{A12FA001-AC4F-418D-AE19-62706E023703}">
                    <ahyp:hlinkClr xmlns:ahyp="http://schemas.microsoft.com/office/drawing/2018/hyperlinkcolor" val="tx"/>
                  </a:ext>
                </a:extLst>
              </a:hlinkClick>
            </a:endParaRPr>
          </a:p>
          <a:p>
            <a:pPr marL="989965" lvl="1" indent="-380365">
              <a:buFont typeface="Arial" panose="020B0604020202020204" pitchFamily="34" charset="0"/>
              <a:buChar char="•"/>
            </a:pPr>
            <a:r>
              <a:rPr lang="en-CA" sz="1800">
                <a:latin typeface="+mj-lt"/>
                <a:hlinkClick r:id="rId5"/>
              </a:rPr>
              <a:t>ITAO Intranet</a:t>
            </a:r>
            <a:r>
              <a:rPr lang="en-CA" sz="1800">
                <a:latin typeface="+mj-lt"/>
                <a:cs typeface="Calibri"/>
              </a:rPr>
              <a:t> </a:t>
            </a:r>
          </a:p>
          <a:p>
            <a:pPr marL="989965" lvl="1" indent="-380365">
              <a:buFont typeface="Arial" panose="020B0604020202020204" pitchFamily="34" charset="0"/>
              <a:buChar char="•"/>
            </a:pPr>
            <a:r>
              <a:rPr lang="en-CA" sz="1800">
                <a:solidFill>
                  <a:srgbClr val="333333"/>
                </a:solidFill>
                <a:latin typeface="+mj-lt"/>
                <a:cs typeface="Calibri"/>
                <a:hlinkClick r:id="rId6"/>
              </a:rPr>
              <a:t>ITAO GitHub</a:t>
            </a:r>
            <a:r>
              <a:rPr lang="en-CA" sz="1800">
                <a:solidFill>
                  <a:srgbClr val="333333"/>
                </a:solidFill>
                <a:latin typeface="+mj-lt"/>
                <a:cs typeface="Calibri"/>
              </a:rPr>
              <a:t> </a:t>
            </a:r>
            <a:endParaRPr lang="en-CA" sz="1800">
              <a:latin typeface="+mj-lt"/>
              <a:cs typeface="Calibri"/>
            </a:endParaRPr>
          </a:p>
        </p:txBody>
      </p:sp>
      <p:pic>
        <p:nvPicPr>
          <p:cNvPr id="6" name="Image 5">
            <a:extLst>
              <a:ext uri="{FF2B5EF4-FFF2-40B4-BE49-F238E27FC236}">
                <a16:creationId xmlns:a16="http://schemas.microsoft.com/office/drawing/2014/main" id="{AEB9774A-A6D4-13B5-7FF2-D95857C29E3E}"/>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41144" y="374507"/>
            <a:ext cx="6541256" cy="2221327"/>
          </a:xfrm>
          <a:prstGeom prst="rect">
            <a:avLst/>
          </a:prstGeom>
          <a:noFill/>
          <a:ln>
            <a:noFill/>
          </a:ln>
        </p:spPr>
      </p:pic>
      <p:sp>
        <p:nvSpPr>
          <p:cNvPr id="4" name="Slide Number Placeholder 3">
            <a:extLst>
              <a:ext uri="{FF2B5EF4-FFF2-40B4-BE49-F238E27FC236}">
                <a16:creationId xmlns:a16="http://schemas.microsoft.com/office/drawing/2014/main" id="{ECCEFCF7-574C-E924-7D3B-3D2D5FB4BBBA}"/>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dirty="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6893972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C06A7-2C4B-0D0D-9ADF-D00FFED6F7E2}"/>
              </a:ext>
            </a:extLst>
          </p:cNvPr>
          <p:cNvSpPr>
            <a:spLocks noGrp="1"/>
          </p:cNvSpPr>
          <p:nvPr>
            <p:ph type="title"/>
          </p:nvPr>
        </p:nvSpPr>
        <p:spPr>
          <a:xfrm>
            <a:off x="609600" y="188014"/>
            <a:ext cx="10972800" cy="1143000"/>
          </a:xfrm>
        </p:spPr>
        <p:txBody>
          <a:bodyPr>
            <a:normAutofit/>
          </a:bodyPr>
          <a:lstStyle/>
          <a:p>
            <a:r>
              <a:rPr lang="en-CA" sz="3000">
                <a:solidFill>
                  <a:schemeClr val="tx1"/>
                </a:solidFill>
                <a:latin typeface="+mj-lt"/>
              </a:rPr>
              <a:t>Microsoft PowerPoint Resources </a:t>
            </a:r>
          </a:p>
        </p:txBody>
      </p:sp>
      <p:sp>
        <p:nvSpPr>
          <p:cNvPr id="3" name="Content Placeholder 2">
            <a:extLst>
              <a:ext uri="{FF2B5EF4-FFF2-40B4-BE49-F238E27FC236}">
                <a16:creationId xmlns:a16="http://schemas.microsoft.com/office/drawing/2014/main" id="{07FF6FE7-3EE0-A295-1390-301AF002BFC3}"/>
              </a:ext>
            </a:extLst>
          </p:cNvPr>
          <p:cNvSpPr>
            <a:spLocks noGrp="1"/>
          </p:cNvSpPr>
          <p:nvPr>
            <p:ph idx="1"/>
          </p:nvPr>
        </p:nvSpPr>
        <p:spPr/>
        <p:txBody>
          <a:bodyPr vert="horz" lIns="91440" tIns="45720" rIns="91440" bIns="45720" rtlCol="0" anchor="t">
            <a:normAutofit/>
          </a:bodyPr>
          <a:lstStyle/>
          <a:p>
            <a:pPr marL="542925" indent="-361950">
              <a:lnSpc>
                <a:spcPct val="200000"/>
              </a:lnSpc>
              <a:buFont typeface="+mj-lt"/>
              <a:buAutoNum type="arabicPeriod"/>
            </a:pPr>
            <a:r>
              <a:rPr lang="fr-CA" sz="1800">
                <a:latin typeface="+mj-lt"/>
                <a:hlinkClick r:id="rId2"/>
              </a:rPr>
              <a:t> IT Accessibility office - Accessible Documents Link</a:t>
            </a:r>
            <a:endParaRPr lang="en-CA" sz="1800">
              <a:latin typeface="+mj-lt"/>
            </a:endParaRPr>
          </a:p>
          <a:p>
            <a:pPr marL="1076312" lvl="2" indent="-361950">
              <a:lnSpc>
                <a:spcPct val="200000"/>
              </a:lnSpc>
              <a:buFont typeface="Arial" panose="020B0604020202020204" pitchFamily="34" charset="0"/>
              <a:buChar char="•"/>
            </a:pPr>
            <a:r>
              <a:rPr lang="en-CA" sz="1800">
                <a:latin typeface="+mj-lt"/>
                <a:hlinkClick r:id="rId3"/>
              </a:rPr>
              <a:t>Accessibility Best Practices For PowerPoint Documents</a:t>
            </a:r>
            <a:endParaRPr lang="en-CA" sz="1800">
              <a:latin typeface="+mj-lt"/>
            </a:endParaRPr>
          </a:p>
          <a:p>
            <a:pPr marL="1076312" lvl="2" indent="-361950">
              <a:lnSpc>
                <a:spcPct val="200000"/>
              </a:lnSpc>
              <a:buFont typeface="Arial" panose="020B0604020202020204" pitchFamily="34" charset="0"/>
              <a:buChar char="•"/>
            </a:pPr>
            <a:r>
              <a:rPr lang="en-CA" sz="1800">
                <a:latin typeface="+mj-lt"/>
                <a:hlinkClick r:id="rId4"/>
              </a:rPr>
              <a:t>Microsoft Document Compliance Checklist</a:t>
            </a:r>
            <a:endParaRPr lang="en-CA" sz="1800" b="1">
              <a:latin typeface="+mj-lt"/>
            </a:endParaRPr>
          </a:p>
          <a:p>
            <a:pPr marL="542925" indent="-361950">
              <a:lnSpc>
                <a:spcPct val="200000"/>
              </a:lnSpc>
              <a:buFont typeface="+mj-lt"/>
              <a:buAutoNum type="arabicPeriod"/>
            </a:pPr>
            <a:r>
              <a:rPr lang="en-CA" sz="1800">
                <a:latin typeface="+mj-lt"/>
                <a:hlinkClick r:id="rId5"/>
              </a:rPr>
              <a:t>Microsoft Support - Make your PowerPoint presentations accessible to people with disabilities</a:t>
            </a:r>
            <a:endParaRPr lang="en-CA" sz="1800">
              <a:latin typeface="+mj-lt"/>
            </a:endParaRPr>
          </a:p>
          <a:p>
            <a:pPr marL="542925" indent="-361950">
              <a:lnSpc>
                <a:spcPct val="200000"/>
              </a:lnSpc>
              <a:buFont typeface="+mj-lt"/>
              <a:buAutoNum type="arabicPeriod"/>
            </a:pPr>
            <a:r>
              <a:rPr lang="en-CA" sz="1800">
                <a:hlinkClick r:id="rId6"/>
              </a:rPr>
              <a:t>Video: Present inclusively with PowerPoint - Microsoft Support</a:t>
            </a:r>
            <a:endParaRPr lang="en-CA" sz="3200">
              <a:latin typeface="+mj-lt"/>
              <a:cs typeface="Arial"/>
            </a:endParaRPr>
          </a:p>
        </p:txBody>
      </p:sp>
      <p:sp>
        <p:nvSpPr>
          <p:cNvPr id="4" name="Slide Number Placeholder 3">
            <a:extLst>
              <a:ext uri="{FF2B5EF4-FFF2-40B4-BE49-F238E27FC236}">
                <a16:creationId xmlns:a16="http://schemas.microsoft.com/office/drawing/2014/main" id="{ECCEFCF7-574C-E924-7D3B-3D2D5FB4BBBA}"/>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86C063-E22E-2E4C-A523-54089486E38F}" type="slidenum">
              <a:rPr kumimoji="0" lang="en-US" sz="18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9526579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3"/>
</p:tagLst>
</file>

<file path=ppt/tags/tag2.xml><?xml version="1.0" encoding="utf-8"?>
<p:tagLst xmlns:a="http://schemas.openxmlformats.org/drawingml/2006/main" xmlns:r="http://schemas.openxmlformats.org/officeDocument/2006/relationships" xmlns:p="http://schemas.openxmlformats.org/presentationml/2006/main">
  <p:tag name="NUM" val="4"/>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3"/>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1"/>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3"/>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4"/>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4"/>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2"/>
</p:tagLst>
</file>

<file path=ppt/tags/tag20.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PPT16x9_ESDC_Final_EN01">
  <a:themeElements>
    <a:clrScheme name="ESDC_Primary">
      <a:dk1>
        <a:srgbClr val="000000"/>
      </a:dk1>
      <a:lt1>
        <a:sysClr val="window" lastClr="FFFFFF"/>
      </a:lt1>
      <a:dk2>
        <a:srgbClr val="1F497D"/>
      </a:dk2>
      <a:lt2>
        <a:srgbClr val="9EB8C1"/>
      </a:lt2>
      <a:accent1>
        <a:srgbClr val="62B95F"/>
      </a:accent1>
      <a:accent2>
        <a:srgbClr val="E53D51"/>
      </a:accent2>
      <a:accent3>
        <a:srgbClr val="00ADBA"/>
      </a:accent3>
      <a:accent4>
        <a:srgbClr val="FF8D6B"/>
      </a:accent4>
      <a:accent5>
        <a:srgbClr val="5E459C"/>
      </a:accent5>
      <a:accent6>
        <a:srgbClr val="8E469B"/>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ccessible Signature Blocks and Outlook Out of Office Replies" id="{A5227886-FC66-427E-BFAB-CED09FDB5D18}" vid="{B696C8F0-32AA-4771-90A9-3398DE51C890}"/>
    </a:ext>
  </a:extLst>
</a:theme>
</file>

<file path=ppt/theme/theme2.xml><?xml version="1.0" encoding="utf-8"?>
<a:theme xmlns:a="http://schemas.openxmlformats.org/drawingml/2006/main" name="1_PPT16x9_ESDC_Final_EN01">
  <a:themeElements>
    <a:clrScheme name="ESDC_Primary">
      <a:dk1>
        <a:srgbClr val="000000"/>
      </a:dk1>
      <a:lt1>
        <a:sysClr val="window" lastClr="FFFFFF"/>
      </a:lt1>
      <a:dk2>
        <a:srgbClr val="1F497D"/>
      </a:dk2>
      <a:lt2>
        <a:srgbClr val="9EB8C1"/>
      </a:lt2>
      <a:accent1>
        <a:srgbClr val="62B95F"/>
      </a:accent1>
      <a:accent2>
        <a:srgbClr val="E53D51"/>
      </a:accent2>
      <a:accent3>
        <a:srgbClr val="00ADBA"/>
      </a:accent3>
      <a:accent4>
        <a:srgbClr val="FF8D6B"/>
      </a:accent4>
      <a:accent5>
        <a:srgbClr val="5E459C"/>
      </a:accent5>
      <a:accent6>
        <a:srgbClr val="8E469B"/>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PPT16x9_ESDC_Final_EN01">
  <a:themeElements>
    <a:clrScheme name="ESDC_Primary">
      <a:dk1>
        <a:srgbClr val="000000"/>
      </a:dk1>
      <a:lt1>
        <a:sysClr val="window" lastClr="FFFFFF"/>
      </a:lt1>
      <a:dk2>
        <a:srgbClr val="1F497D"/>
      </a:dk2>
      <a:lt2>
        <a:srgbClr val="9EB8C1"/>
      </a:lt2>
      <a:accent1>
        <a:srgbClr val="62B95F"/>
      </a:accent1>
      <a:accent2>
        <a:srgbClr val="E53D51"/>
      </a:accent2>
      <a:accent3>
        <a:srgbClr val="00ADBA"/>
      </a:accent3>
      <a:accent4>
        <a:srgbClr val="FF8D6B"/>
      </a:accent4>
      <a:accent5>
        <a:srgbClr val="5E459C"/>
      </a:accent5>
      <a:accent6>
        <a:srgbClr val="8E469B"/>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1 - DRAFT ITAO.PowerPoint.Template.EN.2024" id="{33A30569-EE39-48FF-BE70-2783AB3CFF16}" vid="{47ED5EEC-E986-4C47-AE3D-54F808A671B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Email_x005f_x0020_Date xmlns="f76aaf80-9812-406c-9dd3-ccb851cf3a75" xsi:nil="true"/>
    <Document_x0020_Category xmlns="ace4b0eb-5a71-4509-aca2-a01f77719f67" xsi:nil="true"/>
    <Email_x005f_x0020_Attachments xmlns="f76aaf80-9812-406c-9dd3-ccb851cf3a75" xsi:nil="true"/>
    <Section xmlns="ace4b0eb-5a71-4509-aca2-a01f77719f67" xsi:nil="true"/>
    <lcf76f155ced4ddcb4097134ff3c332f xmlns="ace4b0eb-5a71-4509-aca2-a01f77719f67">
      <Terms xmlns="http://schemas.microsoft.com/office/infopath/2007/PartnerControls"/>
    </lcf76f155ced4ddcb4097134ff3c332f>
    <Email_x005f_x0020_From xmlns="f76aaf80-9812-406c-9dd3-ccb851cf3a75" xsi:nil="true"/>
    <Language xmlns="ace4b0eb-5a71-4509-aca2-a01f77719f67">English</Language>
    <Email_x005f_x0020_To xmlns="f76aaf80-9812-406c-9dd3-ccb851cf3a75" xsi:nil="true"/>
    <Email_x005f_x0020_Subject xmlns="f76aaf80-9812-406c-9dd3-ccb851cf3a75" xsi:nil="true"/>
    <Type_x0020_of_x0020_Document xmlns="ace4b0eb-5a71-4509-aca2-a01f77719f67">TBD</Type_x0020_of_x0020_Document>
    <Email_x005f_x0020_Conversation_x005f_x0020_Topic xmlns="f76aaf80-9812-406c-9dd3-ccb851cf3a75" xsi:nil="true"/>
    <Email_x005f_x0020_CC xmlns="f76aaf80-9812-406c-9dd3-ccb851cf3a75" xsi:nil="true"/>
    <Archive xmlns="ace4b0eb-5a71-4509-aca2-a01f77719f67">Current</Archive>
    <TaxCatchAll xmlns="f76aaf80-9812-406c-9dd3-ccb851cf3a75"/>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C996FFD35530A44D99A16E7D38BEB0BA" ma:contentTypeVersion="67" ma:contentTypeDescription="Create a new document." ma:contentTypeScope="" ma:versionID="48eca14edafaf714993e877982ab1829">
  <xsd:schema xmlns:xsd="http://www.w3.org/2001/XMLSchema" xmlns:xs="http://www.w3.org/2001/XMLSchema" xmlns:p="http://schemas.microsoft.com/office/2006/metadata/properties" xmlns:ns2="16ae990d-cc4b-4634-8c8f-e8cf67732c6a" xmlns:ns3="ace4b0eb-5a71-4509-aca2-a01f77719f67" xmlns:ns4="f76aaf80-9812-406c-9dd3-ccb851cf3a75" targetNamespace="http://schemas.microsoft.com/office/2006/metadata/properties" ma:root="true" ma:fieldsID="e8399f0b905e17d3cc5be69286afab5d" ns2:_="" ns3:_="" ns4:_="">
    <xsd:import namespace="16ae990d-cc4b-4634-8c8f-e8cf67732c6a"/>
    <xsd:import namespace="ace4b0eb-5a71-4509-aca2-a01f77719f67"/>
    <xsd:import namespace="f76aaf80-9812-406c-9dd3-ccb851cf3a75"/>
    <xsd:element name="properties">
      <xsd:complexType>
        <xsd:sequence>
          <xsd:element name="documentManagement">
            <xsd:complexType>
              <xsd:all>
                <xsd:element ref="ns2:_dlc_DocId" minOccurs="0"/>
                <xsd:element ref="ns2:_dlc_DocIdUrl" minOccurs="0"/>
                <xsd:element ref="ns2:_dlc_DocIdPersistId" minOccurs="0"/>
                <xsd:element ref="ns3:Archive" minOccurs="0"/>
                <xsd:element ref="ns3:Language" minOccurs="0"/>
                <xsd:element ref="ns3:Type_x0020_of_x0020_Document" minOccurs="0"/>
                <xsd:element ref="ns3:Section" minOccurs="0"/>
                <xsd:element ref="ns3:Document_x0020_Category"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lcf76f155ced4ddcb4097134ff3c332f" minOccurs="0"/>
                <xsd:element ref="ns4:TaxCatchAll" minOccurs="0"/>
                <xsd:element ref="ns4:Email_x005f_x0020_To" minOccurs="0"/>
                <xsd:element ref="ns4:Email_x005f_x0020_From" minOccurs="0"/>
                <xsd:element ref="ns4:Email_x005f_x0020_Subject" minOccurs="0"/>
                <xsd:element ref="ns4:Email_x005f_x0020_Conversation_x005f_x0020_Topic" minOccurs="0"/>
                <xsd:element ref="ns4:Email_x005f_x0020_CC" minOccurs="0"/>
                <xsd:element ref="ns4:Email_x005f_x0020_Date" minOccurs="0"/>
                <xsd:element ref="ns4:Email_x005f_x0020_Attachments" minOccurs="0"/>
                <xsd:element ref="ns3:MediaServiceObjectDetectorVersions" minOccurs="0"/>
                <xsd:element ref="ns3:MediaLengthInSecond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ae990d-cc4b-4634-8c8f-e8cf67732c6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2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ce4b0eb-5a71-4509-aca2-a01f77719f67" elementFormDefault="qualified">
    <xsd:import namespace="http://schemas.microsoft.com/office/2006/documentManagement/types"/>
    <xsd:import namespace="http://schemas.microsoft.com/office/infopath/2007/PartnerControls"/>
    <xsd:element name="Archive" ma:index="11" nillable="true" ma:displayName="Document Status" ma:default="Current" ma:description="Use the Document Status tag to archive documents no longer referenced. (For use by information owners regarding later disposal/retention.) Default is Current." ma:format="Dropdown" ma:hidden="true" ma:internalName="Archive" ma:readOnly="false">
      <xsd:simpleType>
        <xsd:restriction base="dms:Choice">
          <xsd:enumeration value="Current"/>
          <xsd:enumeration value="Older/Archived"/>
        </xsd:restriction>
      </xsd:simpleType>
    </xsd:element>
    <xsd:element name="Language" ma:index="12" nillable="true" ma:displayName="Language" ma:default="English" ma:description="Choose Language.  The default is English." ma:format="Dropdown" ma:indexed="true" ma:internalName="Language">
      <xsd:simpleType>
        <xsd:restriction base="dms:Choice">
          <xsd:enumeration value="TBD"/>
          <xsd:enumeration value="English"/>
          <xsd:enumeration value="French"/>
          <xsd:enumeration value="Bilingual"/>
          <xsd:enumeration value="unknown"/>
        </xsd:restriction>
      </xsd:simpleType>
    </xsd:element>
    <xsd:element name="Type_x0020_of_x0020_Document" ma:index="13" nillable="true" ma:displayName="Document Type" ma:default="TBD" ma:format="Dropdown" ma:internalName="Type_x0020_of_x0020_Document">
      <xsd:simpleType>
        <xsd:restriction base="dms:Choice">
          <xsd:enumeration value="TBD"/>
          <xsd:enumeration value="Analysis"/>
          <xsd:enumeration value="Briefing Note"/>
          <xsd:enumeration value="Checklist"/>
          <xsd:enumeration value="Guide/Reference"/>
          <xsd:enumeration value="Meeting"/>
          <xsd:enumeration value="Newsletter"/>
          <xsd:enumeration value="Photo"/>
          <xsd:enumeration value="Presentation"/>
          <xsd:enumeration value="Promotion"/>
          <xsd:enumeration value="Report"/>
          <xsd:enumeration value="Schedule"/>
          <xsd:enumeration value="Strategy"/>
          <xsd:enumeration value="Summary"/>
          <xsd:enumeration value="Survey"/>
          <xsd:enumeration value="Template"/>
          <xsd:enumeration value="N/A"/>
        </xsd:restriction>
      </xsd:simpleType>
    </xsd:element>
    <xsd:element name="Section" ma:index="14" nillable="true" ma:displayName="Section" ma:format="Dropdown" ma:internalName="Section">
      <xsd:simpleType>
        <xsd:restriction base="dms:Choice">
          <xsd:enumeration value="Accessibility 101"/>
          <xsd:enumeration value="Accessibility Coaching"/>
          <xsd:enumeration value="Accessibility Toolkit"/>
          <xsd:enumeration value="Activities and Events"/>
          <xsd:enumeration value="Communications"/>
          <xsd:enumeration value="COVID"/>
          <xsd:enumeration value="Intake"/>
          <xsd:enumeration value="iService"/>
          <xsd:enumeration value="Planning"/>
          <xsd:enumeration value="Presentations"/>
          <xsd:enumeration value="Project and Ideas"/>
          <xsd:enumeration value="Promotional Documents"/>
          <xsd:enumeration value="Training and Learning"/>
        </xsd:restriction>
      </xsd:simpleType>
    </xsd:element>
    <xsd:element name="Document_x0020_Category" ma:index="15" nillable="true" ma:displayName="Document Category" ma:hidden="true" ma:list="{8a84491e-cd86-4f3f-9bde-e8192fcb0c48}" ma:internalName="Document_x0020_Category" ma:readOnly="false" ma:showField="Title">
      <xsd:simpleType>
        <xsd:restriction base="dms:Lookup"/>
      </xsd:simpleType>
    </xsd:element>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lcf76f155ced4ddcb4097134ff3c332f" ma:index="28" nillable="true" ma:taxonomy="true" ma:internalName="lcf76f155ced4ddcb4097134ff3c332f" ma:taxonomyFieldName="MediaServiceImageTags" ma:displayName="Image Tags" ma:readOnly="false" ma:fieldId="{5cf76f15-5ced-4ddc-b409-7134ff3c332f}" ma:taxonomyMulti="true" ma:sspId="3fa6f064-5af2-4239-ab23-685642d5954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7" nillable="true" ma:displayName="MediaServiceObjectDetectorVersions" ma:hidden="true" ma:indexed="true" ma:internalName="MediaServiceObjectDetectorVersions" ma:readOnly="true">
      <xsd:simpleType>
        <xsd:restriction base="dms:Text"/>
      </xsd:simpleType>
    </xsd:element>
    <xsd:element name="MediaLengthInSeconds" ma:index="38" nillable="true" ma:displayName="MediaLengthInSeconds" ma:hidden="true" ma:internalName="MediaLengthInSeconds" ma:readOnly="true">
      <xsd:simpleType>
        <xsd:restriction base="dms:Unknown"/>
      </xsd:simpleType>
    </xsd:element>
    <xsd:element name="MediaServiceSearchProperties" ma:index="3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76aaf80-9812-406c-9dd3-ccb851cf3a75" elementFormDefault="qualified">
    <xsd:import namespace="http://schemas.microsoft.com/office/2006/documentManagement/types"/>
    <xsd:import namespace="http://schemas.microsoft.com/office/infopath/2007/PartnerControls"/>
    <xsd:element name="TaxCatchAll" ma:index="29" nillable="true" ma:displayName="Taxonomy Catch All Column" ma:hidden="true" ma:list="{919f05df-14d2-4296-bc8b-444aef0d3ef0}" ma:internalName="TaxCatchAll" ma:showField="CatchAllData" ma:web="16ae990d-cc4b-4634-8c8f-e8cf67732c6a">
      <xsd:complexType>
        <xsd:complexContent>
          <xsd:extension base="dms:MultiChoiceLookup">
            <xsd:sequence>
              <xsd:element name="Value" type="dms:Lookup" maxOccurs="unbounded" minOccurs="0" nillable="true"/>
            </xsd:sequence>
          </xsd:extension>
        </xsd:complexContent>
      </xsd:complexType>
    </xsd:element>
    <xsd:element name="Email_x005f_x0020_To" ma:index="30" nillable="true" ma:displayName="Email To" ma:description="Email To" ma:hidden="true" ma:internalName="Email_x0020_To" ma:readOnly="false">
      <xsd:simpleType>
        <xsd:restriction base="dms:Text">
          <xsd:maxLength value="255"/>
        </xsd:restriction>
      </xsd:simpleType>
    </xsd:element>
    <xsd:element name="Email_x005f_x0020_From" ma:index="31" nillable="true" ma:displayName="Email From" ma:description="Email From" ma:hidden="true" ma:internalName="Email_x0020_From" ma:readOnly="false">
      <xsd:simpleType>
        <xsd:restriction base="dms:Text">
          <xsd:maxLength value="255"/>
        </xsd:restriction>
      </xsd:simpleType>
    </xsd:element>
    <xsd:element name="Email_x005f_x0020_Subject" ma:index="32" nillable="true" ma:displayName="Email Subject" ma:description="Email Subject" ma:hidden="true" ma:internalName="Email_x0020_Subject" ma:readOnly="false">
      <xsd:simpleType>
        <xsd:restriction base="dms:Text">
          <xsd:maxLength value="255"/>
        </xsd:restriction>
      </xsd:simpleType>
    </xsd:element>
    <xsd:element name="Email_x005f_x0020_Conversation_x005f_x0020_Topic" ma:index="33" nillable="true" ma:displayName="Email Conversation Topic" ma:description="Email Conversation Topic" ma:hidden="true" ma:internalName="Email_x0020_Conversation_x0020_Topic" ma:readOnly="false">
      <xsd:simpleType>
        <xsd:restriction base="dms:Text">
          <xsd:maxLength value="255"/>
        </xsd:restriction>
      </xsd:simpleType>
    </xsd:element>
    <xsd:element name="Email_x005f_x0020_CC" ma:index="34" nillable="true" ma:displayName="Email CC" ma:description="Email CC" ma:hidden="true" ma:internalName="Email_x0020_CC" ma:readOnly="false">
      <xsd:simpleType>
        <xsd:restriction base="dms:Text">
          <xsd:maxLength value="255"/>
        </xsd:restriction>
      </xsd:simpleType>
    </xsd:element>
    <xsd:element name="Email_x005f_x0020_Date" ma:index="35" nillable="true" ma:displayName="Email Date" ma:description="Email Date" ma:format="DateOnly" ma:hidden="true" ma:internalName="Email_x0020_Date" ma:readOnly="false">
      <xsd:simpleType>
        <xsd:restriction base="dms:DateTime"/>
      </xsd:simpleType>
    </xsd:element>
    <xsd:element name="Email_x005f_x0020_Attachments" ma:index="36" nillable="true" ma:displayName="Email Attachments" ma:description="Email Attachments" ma:hidden="true" ma:internalName="Email_x0020_Attachments" ma:readOnly="false">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7CEF8D-2645-4CA4-BFAE-8EFF632B7E2E}">
  <ds:schemaRefs>
    <ds:schemaRef ds:uri="http://schemas.microsoft.com/sharepoint/events"/>
  </ds:schemaRefs>
</ds:datastoreItem>
</file>

<file path=customXml/itemProps2.xml><?xml version="1.0" encoding="utf-8"?>
<ds:datastoreItem xmlns:ds="http://schemas.openxmlformats.org/officeDocument/2006/customXml" ds:itemID="{4F714514-0F31-401E-A4EF-2CD050F52110}">
  <ds:schemaRefs>
    <ds:schemaRef ds:uri="http://schemas.microsoft.com/sharepoint/v3/contenttype/forms"/>
  </ds:schemaRefs>
</ds:datastoreItem>
</file>

<file path=customXml/itemProps3.xml><?xml version="1.0" encoding="utf-8"?>
<ds:datastoreItem xmlns:ds="http://schemas.openxmlformats.org/officeDocument/2006/customXml" ds:itemID="{0EAFA320-30D9-4541-8B57-A43089B11184}">
  <ds:schemaRefs>
    <ds:schemaRef ds:uri="http://schemas.microsoft.com/office/2006/documentManagement/types"/>
    <ds:schemaRef ds:uri="http://purl.org/dc/elements/1.1/"/>
    <ds:schemaRef ds:uri="http://schemas.microsoft.com/office/2006/metadata/properties"/>
    <ds:schemaRef ds:uri="http://www.w3.org/XML/1998/namespace"/>
    <ds:schemaRef ds:uri="http://purl.org/dc/terms/"/>
    <ds:schemaRef ds:uri="http://schemas.openxmlformats.org/package/2006/metadata/core-properties"/>
    <ds:schemaRef ds:uri="ace4b0eb-5a71-4509-aca2-a01f77719f67"/>
    <ds:schemaRef ds:uri="http://purl.org/dc/dcmitype/"/>
    <ds:schemaRef ds:uri="http://schemas.microsoft.com/office/infopath/2007/PartnerControls"/>
    <ds:schemaRef ds:uri="f76aaf80-9812-406c-9dd3-ccb851cf3a75"/>
    <ds:schemaRef ds:uri="16ae990d-cc4b-4634-8c8f-e8cf67732c6a"/>
  </ds:schemaRefs>
</ds:datastoreItem>
</file>

<file path=customXml/itemProps4.xml><?xml version="1.0" encoding="utf-8"?>
<ds:datastoreItem xmlns:ds="http://schemas.openxmlformats.org/officeDocument/2006/customXml" ds:itemID="{9B4403B1-475D-417F-9263-57337EEC77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ae990d-cc4b-4634-8c8f-e8cf67732c6a"/>
    <ds:schemaRef ds:uri="ace4b0eb-5a71-4509-aca2-a01f77719f67"/>
    <ds:schemaRef ds:uri="f76aaf80-9812-406c-9dd3-ccb851cf3a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ed55846-8a81-4246-acd8-b1a01abfc0d1}" enabled="0" method="" siteId="{9ed55846-8a81-4246-acd8-b1a01abfc0d1}" removed="1"/>
</clbl:labelList>
</file>

<file path=docProps/app.xml><?xml version="1.0" encoding="utf-8"?>
<Properties xmlns="http://schemas.openxmlformats.org/officeDocument/2006/extended-properties" xmlns:vt="http://schemas.openxmlformats.org/officeDocument/2006/docPropsVTypes">
  <Template/>
  <TotalTime>43</TotalTime>
  <Words>2545</Words>
  <Application>Microsoft Office PowerPoint</Application>
  <PresentationFormat>Widescreen</PresentationFormat>
  <Paragraphs>311</Paragraphs>
  <Slides>29</Slides>
  <Notes>24</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29</vt:i4>
      </vt:variant>
    </vt:vector>
  </HeadingPairs>
  <TitlesOfParts>
    <vt:vector size="37" baseType="lpstr">
      <vt:lpstr>Arial</vt:lpstr>
      <vt:lpstr>Calibri</vt:lpstr>
      <vt:lpstr>Noto Sans</vt:lpstr>
      <vt:lpstr>Verdana</vt:lpstr>
      <vt:lpstr>Wingdings</vt:lpstr>
      <vt:lpstr>PPT16x9_ESDC_Final_EN01</vt:lpstr>
      <vt:lpstr>1_PPT16x9_ESDC_Final_EN01</vt:lpstr>
      <vt:lpstr>2_PPT16x9_ESDC_Final_EN01</vt:lpstr>
      <vt:lpstr>Accessibility Requirements and Best Practices for PowerPoint</vt:lpstr>
      <vt:lpstr>Purpose</vt:lpstr>
      <vt:lpstr>Contents</vt:lpstr>
      <vt:lpstr>Accessible Templates</vt:lpstr>
      <vt:lpstr>Proofing Language</vt:lpstr>
      <vt:lpstr>Prebuilt Slide Layouts </vt:lpstr>
      <vt:lpstr>Custom Slide Layouts</vt:lpstr>
      <vt:lpstr>Layout Placeholder Versus Text Box</vt:lpstr>
      <vt:lpstr>The Accessibility Checker</vt:lpstr>
      <vt:lpstr>Using the Accessibility Checker</vt:lpstr>
      <vt:lpstr>Reading Order</vt:lpstr>
      <vt:lpstr>Outline View Versus Reading Order Pane</vt:lpstr>
      <vt:lpstr>Slide Format</vt:lpstr>
      <vt:lpstr>Font and Text Formatting</vt:lpstr>
      <vt:lpstr>Use of Colour</vt:lpstr>
      <vt:lpstr>Colour Contrast Ratio Requirements</vt:lpstr>
      <vt:lpstr>Descriptive Hyperlinks</vt:lpstr>
      <vt:lpstr>Alternative (Alt) Text</vt:lpstr>
      <vt:lpstr>Alt Text - Long Descriptions</vt:lpstr>
      <vt:lpstr>Alternative Text for Federal Identity Program – 1 of 2  </vt:lpstr>
      <vt:lpstr>Alternative Text for Federal Identity Program – 2 of 2  </vt:lpstr>
      <vt:lpstr>Tables</vt:lpstr>
      <vt:lpstr>Charts and Graphs</vt:lpstr>
      <vt:lpstr>Example of an Accessible Pie Chart</vt:lpstr>
      <vt:lpstr>Audio and Video</vt:lpstr>
      <vt:lpstr>Animations and Transitions</vt:lpstr>
      <vt:lpstr>Microsoft 365 (M365) Language Preferences </vt:lpstr>
      <vt:lpstr>Need more help?</vt:lpstr>
      <vt:lpstr>Microsoft PowerPoint Resources </vt:lpstr>
    </vt:vector>
  </TitlesOfParts>
  <Company>GoC / GdC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Accessibility In PowerPoint – Best Practices</dc:title>
  <dc:creator>Kelly-Anne Lauzon</dc:creator>
  <cp:lastModifiedBy>Middleton, Victoria V [NC]</cp:lastModifiedBy>
  <cp:revision>2</cp:revision>
  <dcterms:created xsi:type="dcterms:W3CDTF">2024-07-22T17:11:11Z</dcterms:created>
  <dcterms:modified xsi:type="dcterms:W3CDTF">2025-08-12T14:16:25Z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0x010100C996FFD35530A44D99A16E7D38BEB0BA</vt:lpwstr>
  </property>
  <property fmtid="{D5CDD505-2E9C-101B-9397-08002B2CF9AE}" pid="3" name="MediaServiceImageTags">
    <vt:lpwstr/>
  </property>
  <property fmtid="{D5CDD505-2E9C-101B-9397-08002B2CF9AE}" pid="4" name="Archive">
    <vt:lpwstr>Current</vt:lpwstr>
  </property>
  <property fmtid="{D5CDD505-2E9C-101B-9397-08002B2CF9AE}" pid="5" name="Language">
    <vt:lpwstr>English</vt:lpwstr>
  </property>
  <property fmtid="{D5CDD505-2E9C-101B-9397-08002B2CF9AE}" pid="6" name="Type of Document">
    <vt:lpwstr>TBD</vt:lpwstr>
  </property>
</Properties>
</file>